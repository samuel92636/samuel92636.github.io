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70" r:id="rId4"/>
    <p:sldId id="273" r:id="rId5"/>
    <p:sldId id="267" r:id="rId6"/>
    <p:sldId id="268" r:id="rId7"/>
    <p:sldId id="274" r:id="rId8"/>
    <p:sldId id="272" r:id="rId9"/>
    <p:sldId id="269" r:id="rId10"/>
    <p:sldId id="275" r:id="rId11"/>
    <p:sldId id="271" r:id="rId12"/>
  </p:sldIdLst>
  <p:sldSz cx="6858000" cy="9906000" type="A4"/>
  <p:notesSz cx="7556500" cy="10693400"/>
  <p:defaultTextStyle>
    <a:defPPr>
      <a:defRPr lang="zh-TW"/>
    </a:defPPr>
    <a:lvl1pPr marL="0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68" userDrawn="1">
          <p15:clr>
            <a:srgbClr val="A4A3A4"/>
          </p15:clr>
        </p15:guide>
        <p15:guide id="2" pos="19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2322" y="96"/>
      </p:cViewPr>
      <p:guideLst>
        <p:guide orient="horz" pos="2668"/>
        <p:guide pos="19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279900" y="0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1457B-B272-4C8D-8B85-08DFEF263042}" type="datetimeFigureOut">
              <a:rPr lang="zh-TW" altLang="en-US" smtClean="0"/>
              <a:t>2026/5/8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28888" y="1336675"/>
            <a:ext cx="24987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55650" y="5146675"/>
            <a:ext cx="6045200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279900" y="10156825"/>
            <a:ext cx="3275013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4F0A2A-AAE4-4601-BB9C-CAF1E51D26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15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4350" y="3070860"/>
            <a:ext cx="58293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028700" y="5547360"/>
            <a:ext cx="48006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7EB07-FE67-4D09-9A0B-1ECB8DE37D55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altLang="zh-TW" smtClean="0"/>
              <a:pPr marL="38100">
                <a:spcBef>
                  <a:spcPts val="20"/>
                </a:spcBef>
              </a:pPr>
              <a:t>‹#›</a:t>
            </a:fld>
            <a:r>
              <a:rPr lang="en-US" altLang="zh-TW"/>
              <a:t>/10</a:t>
            </a:r>
            <a:endParaRPr lang="en-US" altLang="zh-TW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個人亮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6">
            <a:extLst>
              <a:ext uri="{FF2B5EF4-FFF2-40B4-BE49-F238E27FC236}">
                <a16:creationId xmlns:a16="http://schemas.microsoft.com/office/drawing/2014/main" id="{196680E6-2F11-418E-8F43-2A8B8781343F}"/>
              </a:ext>
            </a:extLst>
          </p:cNvPr>
          <p:cNvGrpSpPr/>
          <p:nvPr userDrawn="1"/>
        </p:nvGrpSpPr>
        <p:grpSpPr>
          <a:xfrm>
            <a:off x="0" y="9495281"/>
            <a:ext cx="6839584" cy="407670"/>
            <a:chOff x="361950" y="3531101"/>
            <a:chExt cx="6839584" cy="407670"/>
          </a:xfrm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00E515ED-1AC8-49EC-8164-A7B3387B1E1A}"/>
                </a:ext>
              </a:extLst>
            </p:cNvPr>
            <p:cNvSpPr/>
            <p:nvPr/>
          </p:nvSpPr>
          <p:spPr>
            <a:xfrm>
              <a:off x="361950" y="3531101"/>
              <a:ext cx="6839584" cy="407670"/>
            </a:xfrm>
            <a:custGeom>
              <a:avLst/>
              <a:gdLst/>
              <a:ahLst/>
              <a:cxnLst/>
              <a:rect l="l" t="t" r="r" b="b"/>
              <a:pathLst>
                <a:path w="6839584" h="407670">
                  <a:moveTo>
                    <a:pt x="0" y="407462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407462"/>
                  </a:lnTo>
                  <a:lnTo>
                    <a:pt x="0" y="407462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C2184907-FF0C-44BD-98A8-E616BD14B83D}"/>
                </a:ext>
              </a:extLst>
            </p:cNvPr>
            <p:cNvSpPr/>
            <p:nvPr/>
          </p:nvSpPr>
          <p:spPr>
            <a:xfrm>
              <a:off x="361950" y="3531101"/>
              <a:ext cx="6839584" cy="9525"/>
            </a:xfrm>
            <a:custGeom>
              <a:avLst/>
              <a:gdLst/>
              <a:ahLst/>
              <a:cxnLst/>
              <a:rect l="l" t="t" r="r" b="b"/>
              <a:pathLst>
                <a:path w="6839584" h="9525">
                  <a:moveTo>
                    <a:pt x="0" y="9054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9054"/>
                  </a:lnTo>
                  <a:lnTo>
                    <a:pt x="0" y="905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80" y="1264781"/>
            <a:ext cx="6172200" cy="276999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115062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33600" y="8218455"/>
            <a:ext cx="3178308" cy="123111"/>
          </a:xfrm>
        </p:spPr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2400" y="8115891"/>
            <a:ext cx="1577340" cy="25436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BFD1D-8E33-466A-A742-02E025902714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38400" y="9702569"/>
            <a:ext cx="1676400" cy="138499"/>
          </a:xfrm>
        </p:spPr>
        <p:txBody>
          <a:bodyPr lIns="0" tIns="0" rIns="0" bIns="0"/>
          <a:lstStyle>
            <a:lvl1pPr algn="ctr"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‹#›</a:t>
            </a:fld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8" name="object 35">
            <a:extLst>
              <a:ext uri="{FF2B5EF4-FFF2-40B4-BE49-F238E27FC236}">
                <a16:creationId xmlns:a16="http://schemas.microsoft.com/office/drawing/2014/main" id="{B9CE13BE-D926-4827-91BF-C6BA35E91F86}"/>
              </a:ext>
            </a:extLst>
          </p:cNvPr>
          <p:cNvSpPr/>
          <p:nvPr/>
        </p:nvSpPr>
        <p:spPr>
          <a:xfrm>
            <a:off x="12700" y="-31750"/>
            <a:ext cx="6839584" cy="488950"/>
          </a:xfrm>
          <a:custGeom>
            <a:avLst/>
            <a:gdLst/>
            <a:ahLst/>
            <a:cxnLst/>
            <a:rect l="l" t="t" r="r" b="b"/>
            <a:pathLst>
              <a:path w="6839584" h="488950">
                <a:moveTo>
                  <a:pt x="0" y="488954"/>
                </a:moveTo>
                <a:lnTo>
                  <a:pt x="0" y="0"/>
                </a:lnTo>
                <a:lnTo>
                  <a:pt x="6839545" y="0"/>
                </a:lnTo>
                <a:lnTo>
                  <a:pt x="6839545" y="488954"/>
                </a:lnTo>
                <a:lnTo>
                  <a:pt x="0" y="488954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A5F9DE5F-74FA-47AC-8270-FCB65160BD81}"/>
              </a:ext>
            </a:extLst>
          </p:cNvPr>
          <p:cNvSpPr txBox="1"/>
          <p:nvPr userDrawn="1"/>
        </p:nvSpPr>
        <p:spPr>
          <a:xfrm>
            <a:off x="0" y="3049"/>
            <a:ext cx="685228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60"/>
              </a:spcBef>
            </a:pPr>
            <a:endParaRPr sz="700" dirty="0">
              <a:latin typeface="微軟正黑體"/>
              <a:cs typeface="微軟正黑體"/>
            </a:endParaRPr>
          </a:p>
          <a:p>
            <a:pPr marL="331470">
              <a:tabLst>
                <a:tab pos="1165225" algn="l"/>
                <a:tab pos="1973263" algn="l"/>
                <a:tab pos="2955925" algn="l"/>
                <a:tab pos="5470525" algn="l"/>
              </a:tabLst>
            </a:pP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個人亮點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專業技術</a:t>
            </a: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競賽與作品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就讀計畫</a:t>
            </a:r>
            <a:r>
              <a:rPr lang="zh-TW" altLang="en-US"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</a:t>
            </a:r>
            <a:r>
              <a:rPr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115</a:t>
            </a:r>
            <a:r>
              <a:rPr lang="en-US"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 </a:t>
            </a:r>
            <a:r>
              <a:rPr lang="zh-TW" altLang="en-US"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技優甄審 </a:t>
            </a:r>
            <a:r>
              <a:rPr sz="1100" spc="-419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00" spc="-6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|</a:t>
            </a:r>
            <a:r>
              <a:rPr sz="1100" spc="-52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謝翔宇</a:t>
            </a:r>
            <a:endParaRPr sz="1200" baseline="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F340410F-D1AD-41DC-A576-BF5545E7C494}"/>
              </a:ext>
            </a:extLst>
          </p:cNvPr>
          <p:cNvGrpSpPr/>
          <p:nvPr userDrawn="1"/>
        </p:nvGrpSpPr>
        <p:grpSpPr>
          <a:xfrm>
            <a:off x="228600" y="-76200"/>
            <a:ext cx="812800" cy="564023"/>
            <a:chOff x="180000" y="0"/>
            <a:chExt cx="742950" cy="489565"/>
          </a:xfrm>
        </p:grpSpPr>
        <p:sp>
          <p:nvSpPr>
            <p:cNvPr id="13" name="object 36">
              <a:extLst>
                <a:ext uri="{FF2B5EF4-FFF2-40B4-BE49-F238E27FC236}">
                  <a16:creationId xmlns:a16="http://schemas.microsoft.com/office/drawing/2014/main" id="{43BA85BB-F14F-4DEC-9CAE-47D897E3A08B}"/>
                </a:ext>
              </a:extLst>
            </p:cNvPr>
            <p:cNvSpPr/>
            <p:nvPr userDrawn="1"/>
          </p:nvSpPr>
          <p:spPr>
            <a:xfrm>
              <a:off x="180000" y="0"/>
              <a:ext cx="742950" cy="488950"/>
            </a:xfrm>
            <a:custGeom>
              <a:avLst/>
              <a:gdLst/>
              <a:ahLst/>
              <a:cxnLst/>
              <a:rect l="l" t="t" r="r" b="b"/>
              <a:pathLst>
                <a:path w="742950" h="488950">
                  <a:moveTo>
                    <a:pt x="742486" y="488954"/>
                  </a:moveTo>
                  <a:lnTo>
                    <a:pt x="0" y="488954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48895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37">
              <a:extLst>
                <a:ext uri="{FF2B5EF4-FFF2-40B4-BE49-F238E27FC236}">
                  <a16:creationId xmlns:a16="http://schemas.microsoft.com/office/drawing/2014/main" id="{5B200109-7956-4CF7-B799-AA5D365FA02F}"/>
                </a:ext>
              </a:extLst>
            </p:cNvPr>
            <p:cNvSpPr/>
            <p:nvPr userDrawn="1"/>
          </p:nvSpPr>
          <p:spPr>
            <a:xfrm>
              <a:off x="180000" y="452735"/>
              <a:ext cx="742950" cy="36830"/>
            </a:xfrm>
            <a:custGeom>
              <a:avLst/>
              <a:gdLst/>
              <a:ahLst/>
              <a:cxnLst/>
              <a:rect l="l" t="t" r="r" b="b"/>
              <a:pathLst>
                <a:path w="742950" h="36830">
                  <a:moveTo>
                    <a:pt x="742486" y="36218"/>
                  </a:moveTo>
                  <a:lnTo>
                    <a:pt x="0" y="36218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36218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6">
            <a:extLst>
              <a:ext uri="{FF2B5EF4-FFF2-40B4-BE49-F238E27FC236}">
                <a16:creationId xmlns:a16="http://schemas.microsoft.com/office/drawing/2014/main" id="{196680E6-2F11-418E-8F43-2A8B8781343F}"/>
              </a:ext>
            </a:extLst>
          </p:cNvPr>
          <p:cNvGrpSpPr/>
          <p:nvPr userDrawn="1"/>
        </p:nvGrpSpPr>
        <p:grpSpPr>
          <a:xfrm>
            <a:off x="0" y="9495281"/>
            <a:ext cx="6839584" cy="407670"/>
            <a:chOff x="361950" y="3531101"/>
            <a:chExt cx="6839584" cy="407670"/>
          </a:xfrm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00E515ED-1AC8-49EC-8164-A7B3387B1E1A}"/>
                </a:ext>
              </a:extLst>
            </p:cNvPr>
            <p:cNvSpPr/>
            <p:nvPr/>
          </p:nvSpPr>
          <p:spPr>
            <a:xfrm>
              <a:off x="361950" y="3531101"/>
              <a:ext cx="6839584" cy="407670"/>
            </a:xfrm>
            <a:custGeom>
              <a:avLst/>
              <a:gdLst/>
              <a:ahLst/>
              <a:cxnLst/>
              <a:rect l="l" t="t" r="r" b="b"/>
              <a:pathLst>
                <a:path w="6839584" h="407670">
                  <a:moveTo>
                    <a:pt x="0" y="407462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407462"/>
                  </a:lnTo>
                  <a:lnTo>
                    <a:pt x="0" y="407462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C2184907-FF0C-44BD-98A8-E616BD14B83D}"/>
                </a:ext>
              </a:extLst>
            </p:cNvPr>
            <p:cNvSpPr/>
            <p:nvPr/>
          </p:nvSpPr>
          <p:spPr>
            <a:xfrm>
              <a:off x="361950" y="3531101"/>
              <a:ext cx="6839584" cy="9525"/>
            </a:xfrm>
            <a:custGeom>
              <a:avLst/>
              <a:gdLst/>
              <a:ahLst/>
              <a:cxnLst/>
              <a:rect l="l" t="t" r="r" b="b"/>
              <a:pathLst>
                <a:path w="6839584" h="9525">
                  <a:moveTo>
                    <a:pt x="0" y="9054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9054"/>
                  </a:lnTo>
                  <a:lnTo>
                    <a:pt x="0" y="905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80" y="1264781"/>
            <a:ext cx="6172200" cy="276999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115062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33600" y="8218455"/>
            <a:ext cx="3178308" cy="123111"/>
          </a:xfrm>
        </p:spPr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2400" y="8115891"/>
            <a:ext cx="1577340" cy="25436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BFD1D-8E33-466A-A742-02E025902714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38400" y="9702569"/>
            <a:ext cx="1676400" cy="138499"/>
          </a:xfrm>
        </p:spPr>
        <p:txBody>
          <a:bodyPr lIns="0" tIns="0" rIns="0" bIns="0"/>
          <a:lstStyle>
            <a:lvl1pPr algn="ctr"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‹#›</a:t>
            </a:fld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8" name="object 35">
            <a:extLst>
              <a:ext uri="{FF2B5EF4-FFF2-40B4-BE49-F238E27FC236}">
                <a16:creationId xmlns:a16="http://schemas.microsoft.com/office/drawing/2014/main" id="{B9CE13BE-D926-4827-91BF-C6BA35E91F86}"/>
              </a:ext>
            </a:extLst>
          </p:cNvPr>
          <p:cNvSpPr/>
          <p:nvPr/>
        </p:nvSpPr>
        <p:spPr>
          <a:xfrm>
            <a:off x="12700" y="-31750"/>
            <a:ext cx="6839584" cy="488950"/>
          </a:xfrm>
          <a:custGeom>
            <a:avLst/>
            <a:gdLst/>
            <a:ahLst/>
            <a:cxnLst/>
            <a:rect l="l" t="t" r="r" b="b"/>
            <a:pathLst>
              <a:path w="6839584" h="488950">
                <a:moveTo>
                  <a:pt x="0" y="488954"/>
                </a:moveTo>
                <a:lnTo>
                  <a:pt x="0" y="0"/>
                </a:lnTo>
                <a:lnTo>
                  <a:pt x="6839545" y="0"/>
                </a:lnTo>
                <a:lnTo>
                  <a:pt x="6839545" y="488954"/>
                </a:lnTo>
                <a:lnTo>
                  <a:pt x="0" y="488954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A5F9DE5F-74FA-47AC-8270-FCB65160BD81}"/>
              </a:ext>
            </a:extLst>
          </p:cNvPr>
          <p:cNvSpPr txBox="1"/>
          <p:nvPr userDrawn="1"/>
        </p:nvSpPr>
        <p:spPr>
          <a:xfrm>
            <a:off x="0" y="3049"/>
            <a:ext cx="685228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60"/>
              </a:spcBef>
            </a:pPr>
            <a:endParaRPr sz="700" dirty="0">
              <a:latin typeface="微軟正黑體"/>
              <a:cs typeface="微軟正黑體"/>
            </a:endParaRPr>
          </a:p>
          <a:p>
            <a:pPr marL="331470">
              <a:tabLst>
                <a:tab pos="1165225" algn="l"/>
                <a:tab pos="1973263" algn="l"/>
                <a:tab pos="2955925" algn="l"/>
                <a:tab pos="5470525" algn="l"/>
              </a:tabLst>
            </a:pP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個人亮點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專業技術</a:t>
            </a: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競賽與作品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就讀計畫</a:t>
            </a:r>
            <a:r>
              <a:rPr lang="zh-TW" altLang="en-US"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</a:t>
            </a:r>
            <a:r>
              <a:rPr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115</a:t>
            </a:r>
            <a:r>
              <a:rPr lang="en-US"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 </a:t>
            </a:r>
            <a:r>
              <a:rPr lang="zh-TW" altLang="en-US"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技優甄審 </a:t>
            </a:r>
            <a:r>
              <a:rPr sz="1100" spc="-419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00" spc="-6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|</a:t>
            </a:r>
            <a:r>
              <a:rPr sz="1100" spc="-52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謝翔宇</a:t>
            </a:r>
            <a:endParaRPr sz="1200" baseline="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0183CB-C61F-4F50-87B1-A2D2FE686704}"/>
              </a:ext>
            </a:extLst>
          </p:cNvPr>
          <p:cNvGrpSpPr/>
          <p:nvPr userDrawn="1"/>
        </p:nvGrpSpPr>
        <p:grpSpPr>
          <a:xfrm>
            <a:off x="1066800" y="-76200"/>
            <a:ext cx="812800" cy="564023"/>
            <a:chOff x="180000" y="0"/>
            <a:chExt cx="742950" cy="489565"/>
          </a:xfrm>
        </p:grpSpPr>
        <p:sp>
          <p:nvSpPr>
            <p:cNvPr id="19" name="object 36">
              <a:extLst>
                <a:ext uri="{FF2B5EF4-FFF2-40B4-BE49-F238E27FC236}">
                  <a16:creationId xmlns:a16="http://schemas.microsoft.com/office/drawing/2014/main" id="{EECC680D-0F24-49CF-8752-6FA3A68E5C0D}"/>
                </a:ext>
              </a:extLst>
            </p:cNvPr>
            <p:cNvSpPr/>
            <p:nvPr userDrawn="1"/>
          </p:nvSpPr>
          <p:spPr>
            <a:xfrm>
              <a:off x="180000" y="0"/>
              <a:ext cx="742950" cy="488950"/>
            </a:xfrm>
            <a:custGeom>
              <a:avLst/>
              <a:gdLst/>
              <a:ahLst/>
              <a:cxnLst/>
              <a:rect l="l" t="t" r="r" b="b"/>
              <a:pathLst>
                <a:path w="742950" h="488950">
                  <a:moveTo>
                    <a:pt x="742486" y="488954"/>
                  </a:moveTo>
                  <a:lnTo>
                    <a:pt x="0" y="488954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48895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37">
              <a:extLst>
                <a:ext uri="{FF2B5EF4-FFF2-40B4-BE49-F238E27FC236}">
                  <a16:creationId xmlns:a16="http://schemas.microsoft.com/office/drawing/2014/main" id="{F1E43A43-6898-426B-8F0E-3A81AB22DA5E}"/>
                </a:ext>
              </a:extLst>
            </p:cNvPr>
            <p:cNvSpPr/>
            <p:nvPr userDrawn="1"/>
          </p:nvSpPr>
          <p:spPr>
            <a:xfrm>
              <a:off x="180000" y="452735"/>
              <a:ext cx="742950" cy="36830"/>
            </a:xfrm>
            <a:custGeom>
              <a:avLst/>
              <a:gdLst/>
              <a:ahLst/>
              <a:cxnLst/>
              <a:rect l="l" t="t" r="r" b="b"/>
              <a:pathLst>
                <a:path w="742950" h="36830">
                  <a:moveTo>
                    <a:pt x="742486" y="36218"/>
                  </a:moveTo>
                  <a:lnTo>
                    <a:pt x="0" y="36218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36218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1667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6">
            <a:extLst>
              <a:ext uri="{FF2B5EF4-FFF2-40B4-BE49-F238E27FC236}">
                <a16:creationId xmlns:a16="http://schemas.microsoft.com/office/drawing/2014/main" id="{196680E6-2F11-418E-8F43-2A8B8781343F}"/>
              </a:ext>
            </a:extLst>
          </p:cNvPr>
          <p:cNvGrpSpPr/>
          <p:nvPr userDrawn="1"/>
        </p:nvGrpSpPr>
        <p:grpSpPr>
          <a:xfrm>
            <a:off x="0" y="9495281"/>
            <a:ext cx="6839584" cy="407670"/>
            <a:chOff x="361950" y="3531101"/>
            <a:chExt cx="6839584" cy="407670"/>
          </a:xfrm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00E515ED-1AC8-49EC-8164-A7B3387B1E1A}"/>
                </a:ext>
              </a:extLst>
            </p:cNvPr>
            <p:cNvSpPr/>
            <p:nvPr/>
          </p:nvSpPr>
          <p:spPr>
            <a:xfrm>
              <a:off x="361950" y="3531101"/>
              <a:ext cx="6839584" cy="407670"/>
            </a:xfrm>
            <a:custGeom>
              <a:avLst/>
              <a:gdLst/>
              <a:ahLst/>
              <a:cxnLst/>
              <a:rect l="l" t="t" r="r" b="b"/>
              <a:pathLst>
                <a:path w="6839584" h="407670">
                  <a:moveTo>
                    <a:pt x="0" y="407462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407462"/>
                  </a:lnTo>
                  <a:lnTo>
                    <a:pt x="0" y="407462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C2184907-FF0C-44BD-98A8-E616BD14B83D}"/>
                </a:ext>
              </a:extLst>
            </p:cNvPr>
            <p:cNvSpPr/>
            <p:nvPr/>
          </p:nvSpPr>
          <p:spPr>
            <a:xfrm>
              <a:off x="361950" y="3531101"/>
              <a:ext cx="6839584" cy="9525"/>
            </a:xfrm>
            <a:custGeom>
              <a:avLst/>
              <a:gdLst/>
              <a:ahLst/>
              <a:cxnLst/>
              <a:rect l="l" t="t" r="r" b="b"/>
              <a:pathLst>
                <a:path w="6839584" h="9525">
                  <a:moveTo>
                    <a:pt x="0" y="9054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9054"/>
                  </a:lnTo>
                  <a:lnTo>
                    <a:pt x="0" y="905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80" y="1264781"/>
            <a:ext cx="6172200" cy="276999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115062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33600" y="8218455"/>
            <a:ext cx="3178308" cy="123111"/>
          </a:xfrm>
        </p:spPr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2400" y="8115891"/>
            <a:ext cx="1577340" cy="25436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BFD1D-8E33-466A-A742-02E025902714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38400" y="9702569"/>
            <a:ext cx="1676400" cy="138499"/>
          </a:xfrm>
        </p:spPr>
        <p:txBody>
          <a:bodyPr lIns="0" tIns="0" rIns="0" bIns="0"/>
          <a:lstStyle>
            <a:lvl1pPr algn="ctr"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‹#›</a:t>
            </a:fld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8" name="object 35">
            <a:extLst>
              <a:ext uri="{FF2B5EF4-FFF2-40B4-BE49-F238E27FC236}">
                <a16:creationId xmlns:a16="http://schemas.microsoft.com/office/drawing/2014/main" id="{B9CE13BE-D926-4827-91BF-C6BA35E91F86}"/>
              </a:ext>
            </a:extLst>
          </p:cNvPr>
          <p:cNvSpPr/>
          <p:nvPr/>
        </p:nvSpPr>
        <p:spPr>
          <a:xfrm>
            <a:off x="12700" y="-31750"/>
            <a:ext cx="6839584" cy="488950"/>
          </a:xfrm>
          <a:custGeom>
            <a:avLst/>
            <a:gdLst/>
            <a:ahLst/>
            <a:cxnLst/>
            <a:rect l="l" t="t" r="r" b="b"/>
            <a:pathLst>
              <a:path w="6839584" h="488950">
                <a:moveTo>
                  <a:pt x="0" y="488954"/>
                </a:moveTo>
                <a:lnTo>
                  <a:pt x="0" y="0"/>
                </a:lnTo>
                <a:lnTo>
                  <a:pt x="6839545" y="0"/>
                </a:lnTo>
                <a:lnTo>
                  <a:pt x="6839545" y="488954"/>
                </a:lnTo>
                <a:lnTo>
                  <a:pt x="0" y="488954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A5F9DE5F-74FA-47AC-8270-FCB65160BD81}"/>
              </a:ext>
            </a:extLst>
          </p:cNvPr>
          <p:cNvSpPr txBox="1"/>
          <p:nvPr userDrawn="1"/>
        </p:nvSpPr>
        <p:spPr>
          <a:xfrm>
            <a:off x="0" y="3049"/>
            <a:ext cx="685228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60"/>
              </a:spcBef>
            </a:pPr>
            <a:endParaRPr sz="700" dirty="0">
              <a:latin typeface="微軟正黑體"/>
              <a:cs typeface="微軟正黑體"/>
            </a:endParaRPr>
          </a:p>
          <a:p>
            <a:pPr marL="331470">
              <a:tabLst>
                <a:tab pos="1165225" algn="l"/>
                <a:tab pos="1973263" algn="l"/>
                <a:tab pos="2955925" algn="l"/>
                <a:tab pos="5470525" algn="l"/>
              </a:tabLst>
            </a:pP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個人亮點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專業技術</a:t>
            </a: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競賽與作品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就讀計畫</a:t>
            </a:r>
            <a:r>
              <a:rPr lang="zh-TW" altLang="en-US"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</a:t>
            </a:r>
            <a:r>
              <a:rPr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115</a:t>
            </a:r>
            <a:r>
              <a:rPr lang="en-US"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 </a:t>
            </a:r>
            <a:r>
              <a:rPr lang="zh-TW" altLang="en-US"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技優甄審 </a:t>
            </a:r>
            <a:r>
              <a:rPr sz="1100" spc="-419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00" spc="-6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|</a:t>
            </a:r>
            <a:r>
              <a:rPr sz="1100" spc="-52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謝翔宇</a:t>
            </a:r>
            <a:endParaRPr sz="1200" baseline="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0183CB-C61F-4F50-87B1-A2D2FE686704}"/>
              </a:ext>
            </a:extLst>
          </p:cNvPr>
          <p:cNvGrpSpPr/>
          <p:nvPr userDrawn="1"/>
        </p:nvGrpSpPr>
        <p:grpSpPr>
          <a:xfrm>
            <a:off x="1905000" y="-76200"/>
            <a:ext cx="914400" cy="564023"/>
            <a:chOff x="180000" y="0"/>
            <a:chExt cx="742950" cy="489565"/>
          </a:xfrm>
        </p:grpSpPr>
        <p:sp>
          <p:nvSpPr>
            <p:cNvPr id="19" name="object 36">
              <a:extLst>
                <a:ext uri="{FF2B5EF4-FFF2-40B4-BE49-F238E27FC236}">
                  <a16:creationId xmlns:a16="http://schemas.microsoft.com/office/drawing/2014/main" id="{EECC680D-0F24-49CF-8752-6FA3A68E5C0D}"/>
                </a:ext>
              </a:extLst>
            </p:cNvPr>
            <p:cNvSpPr/>
            <p:nvPr userDrawn="1"/>
          </p:nvSpPr>
          <p:spPr>
            <a:xfrm>
              <a:off x="180000" y="0"/>
              <a:ext cx="742950" cy="488950"/>
            </a:xfrm>
            <a:custGeom>
              <a:avLst/>
              <a:gdLst/>
              <a:ahLst/>
              <a:cxnLst/>
              <a:rect l="l" t="t" r="r" b="b"/>
              <a:pathLst>
                <a:path w="742950" h="488950">
                  <a:moveTo>
                    <a:pt x="742486" y="488954"/>
                  </a:moveTo>
                  <a:lnTo>
                    <a:pt x="0" y="488954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48895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37">
              <a:extLst>
                <a:ext uri="{FF2B5EF4-FFF2-40B4-BE49-F238E27FC236}">
                  <a16:creationId xmlns:a16="http://schemas.microsoft.com/office/drawing/2014/main" id="{F1E43A43-6898-426B-8F0E-3A81AB22DA5E}"/>
                </a:ext>
              </a:extLst>
            </p:cNvPr>
            <p:cNvSpPr/>
            <p:nvPr userDrawn="1"/>
          </p:nvSpPr>
          <p:spPr>
            <a:xfrm>
              <a:off x="180000" y="452735"/>
              <a:ext cx="742950" cy="36830"/>
            </a:xfrm>
            <a:custGeom>
              <a:avLst/>
              <a:gdLst/>
              <a:ahLst/>
              <a:cxnLst/>
              <a:rect l="l" t="t" r="r" b="b"/>
              <a:pathLst>
                <a:path w="742950" h="36830">
                  <a:moveTo>
                    <a:pt x="742486" y="36218"/>
                  </a:moveTo>
                  <a:lnTo>
                    <a:pt x="0" y="36218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36218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09811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6">
            <a:extLst>
              <a:ext uri="{FF2B5EF4-FFF2-40B4-BE49-F238E27FC236}">
                <a16:creationId xmlns:a16="http://schemas.microsoft.com/office/drawing/2014/main" id="{196680E6-2F11-418E-8F43-2A8B8781343F}"/>
              </a:ext>
            </a:extLst>
          </p:cNvPr>
          <p:cNvGrpSpPr/>
          <p:nvPr userDrawn="1"/>
        </p:nvGrpSpPr>
        <p:grpSpPr>
          <a:xfrm>
            <a:off x="0" y="9495281"/>
            <a:ext cx="6839584" cy="407670"/>
            <a:chOff x="361950" y="3531101"/>
            <a:chExt cx="6839584" cy="407670"/>
          </a:xfrm>
        </p:grpSpPr>
        <p:sp>
          <p:nvSpPr>
            <p:cNvPr id="17" name="object 7">
              <a:extLst>
                <a:ext uri="{FF2B5EF4-FFF2-40B4-BE49-F238E27FC236}">
                  <a16:creationId xmlns:a16="http://schemas.microsoft.com/office/drawing/2014/main" id="{00E515ED-1AC8-49EC-8164-A7B3387B1E1A}"/>
                </a:ext>
              </a:extLst>
            </p:cNvPr>
            <p:cNvSpPr/>
            <p:nvPr/>
          </p:nvSpPr>
          <p:spPr>
            <a:xfrm>
              <a:off x="361950" y="3531101"/>
              <a:ext cx="6839584" cy="407670"/>
            </a:xfrm>
            <a:custGeom>
              <a:avLst/>
              <a:gdLst/>
              <a:ahLst/>
              <a:cxnLst/>
              <a:rect l="l" t="t" r="r" b="b"/>
              <a:pathLst>
                <a:path w="6839584" h="407670">
                  <a:moveTo>
                    <a:pt x="0" y="407462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407462"/>
                  </a:lnTo>
                  <a:lnTo>
                    <a:pt x="0" y="407462"/>
                  </a:lnTo>
                  <a:close/>
                </a:path>
              </a:pathLst>
            </a:custGeom>
            <a:solidFill>
              <a:srgbClr val="FBFBF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8" name="object 8">
              <a:extLst>
                <a:ext uri="{FF2B5EF4-FFF2-40B4-BE49-F238E27FC236}">
                  <a16:creationId xmlns:a16="http://schemas.microsoft.com/office/drawing/2014/main" id="{C2184907-FF0C-44BD-98A8-E616BD14B83D}"/>
                </a:ext>
              </a:extLst>
            </p:cNvPr>
            <p:cNvSpPr/>
            <p:nvPr/>
          </p:nvSpPr>
          <p:spPr>
            <a:xfrm>
              <a:off x="361950" y="3531101"/>
              <a:ext cx="6839584" cy="9525"/>
            </a:xfrm>
            <a:custGeom>
              <a:avLst/>
              <a:gdLst/>
              <a:ahLst/>
              <a:cxnLst/>
              <a:rect l="l" t="t" r="r" b="b"/>
              <a:pathLst>
                <a:path w="6839584" h="9525">
                  <a:moveTo>
                    <a:pt x="0" y="9054"/>
                  </a:moveTo>
                  <a:lnTo>
                    <a:pt x="0" y="0"/>
                  </a:lnTo>
                  <a:lnTo>
                    <a:pt x="6839545" y="0"/>
                  </a:lnTo>
                  <a:lnTo>
                    <a:pt x="6839545" y="9054"/>
                  </a:lnTo>
                  <a:lnTo>
                    <a:pt x="0" y="9054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2580" y="1264781"/>
            <a:ext cx="6172200" cy="276999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115062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33600" y="8218455"/>
            <a:ext cx="3178308" cy="123111"/>
          </a:xfrm>
        </p:spPr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52400" y="8115891"/>
            <a:ext cx="1577340" cy="25436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BFD1D-8E33-466A-A742-02E025902714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438400" y="9702569"/>
            <a:ext cx="1676400" cy="138499"/>
          </a:xfrm>
        </p:spPr>
        <p:txBody>
          <a:bodyPr lIns="0" tIns="0" rIns="0" bIns="0"/>
          <a:lstStyle>
            <a:lvl1pPr algn="ctr"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‹#›</a:t>
            </a:fld>
            <a:r>
              <a:rPr lang="en-US" altLang="zh-TW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 dirty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8" name="object 35">
            <a:extLst>
              <a:ext uri="{FF2B5EF4-FFF2-40B4-BE49-F238E27FC236}">
                <a16:creationId xmlns:a16="http://schemas.microsoft.com/office/drawing/2014/main" id="{B9CE13BE-D926-4827-91BF-C6BA35E91F86}"/>
              </a:ext>
            </a:extLst>
          </p:cNvPr>
          <p:cNvSpPr/>
          <p:nvPr/>
        </p:nvSpPr>
        <p:spPr>
          <a:xfrm>
            <a:off x="12700" y="-31750"/>
            <a:ext cx="6839584" cy="488950"/>
          </a:xfrm>
          <a:custGeom>
            <a:avLst/>
            <a:gdLst/>
            <a:ahLst/>
            <a:cxnLst/>
            <a:rect l="l" t="t" r="r" b="b"/>
            <a:pathLst>
              <a:path w="6839584" h="488950">
                <a:moveTo>
                  <a:pt x="0" y="488954"/>
                </a:moveTo>
                <a:lnTo>
                  <a:pt x="0" y="0"/>
                </a:lnTo>
                <a:lnTo>
                  <a:pt x="6839545" y="0"/>
                </a:lnTo>
                <a:lnTo>
                  <a:pt x="6839545" y="488954"/>
                </a:lnTo>
                <a:lnTo>
                  <a:pt x="0" y="488954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8">
            <a:extLst>
              <a:ext uri="{FF2B5EF4-FFF2-40B4-BE49-F238E27FC236}">
                <a16:creationId xmlns:a16="http://schemas.microsoft.com/office/drawing/2014/main" id="{A5F9DE5F-74FA-47AC-8270-FCB65160BD81}"/>
              </a:ext>
            </a:extLst>
          </p:cNvPr>
          <p:cNvSpPr txBox="1"/>
          <p:nvPr userDrawn="1"/>
        </p:nvSpPr>
        <p:spPr>
          <a:xfrm>
            <a:off x="0" y="3049"/>
            <a:ext cx="6852284" cy="3052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60"/>
              </a:spcBef>
            </a:pPr>
            <a:endParaRPr sz="700" dirty="0">
              <a:latin typeface="微軟正黑體"/>
              <a:cs typeface="微軟正黑體"/>
            </a:endParaRPr>
          </a:p>
          <a:p>
            <a:pPr marL="331470">
              <a:tabLst>
                <a:tab pos="1165225" algn="l"/>
                <a:tab pos="1973263" algn="l"/>
                <a:tab pos="2955925" algn="l"/>
                <a:tab pos="5470525" algn="l"/>
              </a:tabLst>
            </a:pP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個人亮點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專業技術</a:t>
            </a:r>
            <a:r>
              <a:rPr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競賽與作品	</a:t>
            </a:r>
            <a:r>
              <a:rPr sz="1200" spc="25" dirty="0" err="1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就讀計畫</a:t>
            </a:r>
            <a:r>
              <a:rPr lang="zh-TW" altLang="en-US" sz="1200" spc="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	</a:t>
            </a:r>
            <a:r>
              <a:rPr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115</a:t>
            </a:r>
            <a:r>
              <a:rPr lang="en-US" sz="1100" spc="-12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 </a:t>
            </a:r>
            <a:r>
              <a:rPr lang="zh-TW" altLang="en-US"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技優甄審 </a:t>
            </a:r>
            <a:r>
              <a:rPr sz="1100" spc="-419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00" spc="-60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|</a:t>
            </a:r>
            <a:r>
              <a:rPr sz="1100" spc="-52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00" spc="-7" baseline="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謝翔宇</a:t>
            </a:r>
            <a:endParaRPr sz="1200" baseline="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930183CB-C61F-4F50-87B1-A2D2FE686704}"/>
              </a:ext>
            </a:extLst>
          </p:cNvPr>
          <p:cNvGrpSpPr/>
          <p:nvPr userDrawn="1"/>
        </p:nvGrpSpPr>
        <p:grpSpPr>
          <a:xfrm>
            <a:off x="2895600" y="-76200"/>
            <a:ext cx="762000" cy="564023"/>
            <a:chOff x="180000" y="0"/>
            <a:chExt cx="742950" cy="489565"/>
          </a:xfrm>
        </p:grpSpPr>
        <p:sp>
          <p:nvSpPr>
            <p:cNvPr id="19" name="object 36">
              <a:extLst>
                <a:ext uri="{FF2B5EF4-FFF2-40B4-BE49-F238E27FC236}">
                  <a16:creationId xmlns:a16="http://schemas.microsoft.com/office/drawing/2014/main" id="{EECC680D-0F24-49CF-8752-6FA3A68E5C0D}"/>
                </a:ext>
              </a:extLst>
            </p:cNvPr>
            <p:cNvSpPr/>
            <p:nvPr userDrawn="1"/>
          </p:nvSpPr>
          <p:spPr>
            <a:xfrm>
              <a:off x="180000" y="0"/>
              <a:ext cx="742950" cy="488950"/>
            </a:xfrm>
            <a:custGeom>
              <a:avLst/>
              <a:gdLst/>
              <a:ahLst/>
              <a:cxnLst/>
              <a:rect l="l" t="t" r="r" b="b"/>
              <a:pathLst>
                <a:path w="742950" h="488950">
                  <a:moveTo>
                    <a:pt x="742486" y="488954"/>
                  </a:moveTo>
                  <a:lnTo>
                    <a:pt x="0" y="488954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48895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37">
              <a:extLst>
                <a:ext uri="{FF2B5EF4-FFF2-40B4-BE49-F238E27FC236}">
                  <a16:creationId xmlns:a16="http://schemas.microsoft.com/office/drawing/2014/main" id="{F1E43A43-6898-426B-8F0E-3A81AB22DA5E}"/>
                </a:ext>
              </a:extLst>
            </p:cNvPr>
            <p:cNvSpPr/>
            <p:nvPr userDrawn="1"/>
          </p:nvSpPr>
          <p:spPr>
            <a:xfrm>
              <a:off x="180000" y="452735"/>
              <a:ext cx="742950" cy="36830"/>
            </a:xfrm>
            <a:custGeom>
              <a:avLst/>
              <a:gdLst/>
              <a:ahLst/>
              <a:cxnLst/>
              <a:rect l="l" t="t" r="r" b="b"/>
              <a:pathLst>
                <a:path w="742950" h="36830">
                  <a:moveTo>
                    <a:pt x="742486" y="36218"/>
                  </a:moveTo>
                  <a:lnTo>
                    <a:pt x="0" y="36218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36218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38739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42900" y="2278380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531870" y="2278380"/>
            <a:ext cx="298323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E5C3D-DEB8-48CF-95AE-F7E857CCB676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altLang="zh-TW" smtClean="0"/>
              <a:pPr marL="38100">
                <a:spcBef>
                  <a:spcPts val="20"/>
                </a:spcBef>
              </a:pPr>
              <a:t>‹#›</a:t>
            </a:fld>
            <a:r>
              <a:rPr lang="en-US" altLang="zh-TW"/>
              <a:t>/10</a:t>
            </a:r>
            <a:endParaRPr lang="en-US" altLang="zh-TW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74342-23B3-4D71-BDF8-A0C128350765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altLang="zh-TW" smtClean="0"/>
              <a:pPr marL="38100">
                <a:spcBef>
                  <a:spcPts val="20"/>
                </a:spcBef>
              </a:pPr>
              <a:t>‹#›</a:t>
            </a:fld>
            <a:r>
              <a:rPr lang="en-US" altLang="zh-TW"/>
              <a:t>/10</a:t>
            </a:r>
            <a:endParaRPr lang="en-US" altLang="zh-TW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27FC4A-AE87-4769-85F3-226DDC4A1A12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altLang="zh-TW" smtClean="0"/>
              <a:pPr marL="38100">
                <a:spcBef>
                  <a:spcPts val="20"/>
                </a:spcBef>
              </a:pPr>
              <a:t>‹#›</a:t>
            </a:fld>
            <a:r>
              <a:rPr lang="en-US" altLang="zh-TW"/>
              <a:t>/10</a:t>
            </a:r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900" y="396240"/>
            <a:ext cx="617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2900" y="2278380"/>
            <a:ext cx="6172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20240" y="9617905"/>
            <a:ext cx="3178308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20"/>
              </a:spcBef>
            </a:pPr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" y="9212580"/>
            <a:ext cx="1577340" cy="25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70CD8-BA72-459E-AD46-B80E30254F3F}" type="datetime1">
              <a:rPr lang="en-US" altLang="zh-TW" smtClean="0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24200" y="9617904"/>
            <a:ext cx="45720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38100">
              <a:spcBef>
                <a:spcPts val="20"/>
              </a:spcBef>
            </a:pPr>
            <a:fld id="{81D60167-4931-47E6-BA6A-407CBD079E47}" type="slidenum">
              <a:rPr lang="en-US" altLang="zh-TW" smtClean="0"/>
              <a:pPr marL="38100">
                <a:spcBef>
                  <a:spcPts val="20"/>
                </a:spcBef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68" r:id="rId5"/>
    <p:sldLayoutId id="2147483663" r:id="rId6"/>
    <p:sldLayoutId id="2147483664" r:id="rId7"/>
    <p:sldLayoutId id="2147483665" r:id="rId8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" y="-31751"/>
            <a:ext cx="6839545" cy="21956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2997" y="538695"/>
            <a:ext cx="2435860" cy="324000"/>
          </a:xfrm>
          <a:prstGeom prst="rect">
            <a:avLst/>
          </a:prstGeom>
          <a:ln w="18109">
            <a:solidFill>
              <a:srgbClr val="002D61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algn="ctr"/>
            <a:r>
              <a:rPr sz="1100" b="1" spc="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Trebuchet MS"/>
              </a:rPr>
              <a:t>115 </a:t>
            </a:r>
            <a:r>
              <a:rPr sz="1100" b="1" spc="6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學年</a:t>
            </a:r>
            <a:r>
              <a:rPr sz="11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度</a:t>
            </a:r>
            <a:r>
              <a:rPr sz="1100" b="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100" b="1" spc="6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技優甄審入學備審資</a:t>
            </a:r>
            <a:r>
              <a:rPr sz="11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料</a:t>
            </a:r>
            <a:endParaRPr sz="11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38409" y="3161150"/>
            <a:ext cx="27305" cy="317500"/>
          </a:xfrm>
          <a:custGeom>
            <a:avLst/>
            <a:gdLst/>
            <a:ahLst/>
            <a:cxnLst/>
            <a:rect l="l" t="t" r="r" b="b"/>
            <a:pathLst>
              <a:path w="27304" h="317500">
                <a:moveTo>
                  <a:pt x="27164" y="316914"/>
                </a:moveTo>
                <a:lnTo>
                  <a:pt x="0" y="316914"/>
                </a:lnTo>
                <a:lnTo>
                  <a:pt x="0" y="0"/>
                </a:lnTo>
                <a:lnTo>
                  <a:pt x="27164" y="0"/>
                </a:lnTo>
                <a:lnTo>
                  <a:pt x="27164" y="316914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92997" y="1274125"/>
            <a:ext cx="5802630" cy="231267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ts val="4780"/>
              </a:lnSpc>
              <a:spcBef>
                <a:spcPts val="409"/>
              </a:spcBef>
            </a:pPr>
            <a:r>
              <a:rPr sz="41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從傳統技藝到智慧能源的 </a:t>
            </a:r>
            <a:r>
              <a:rPr sz="4100" b="1" spc="3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整合者</a:t>
            </a:r>
            <a:endParaRPr sz="41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>
              <a:spcBef>
                <a:spcPts val="635"/>
              </a:spcBef>
              <a:tabLst>
                <a:tab pos="3009265" algn="l"/>
              </a:tabLst>
            </a:pPr>
            <a:r>
              <a:rPr sz="6250" b="1" spc="59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謝翔</a:t>
            </a:r>
            <a:r>
              <a:rPr sz="6250" b="1" spc="2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宇</a:t>
            </a:r>
            <a:r>
              <a:rPr sz="6250" b="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	</a:t>
            </a:r>
            <a:endParaRPr sz="17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04284" y="3840253"/>
            <a:ext cx="1358265" cy="45720"/>
          </a:xfrm>
          <a:custGeom>
            <a:avLst/>
            <a:gdLst/>
            <a:ahLst/>
            <a:cxnLst/>
            <a:rect l="l" t="t" r="r" b="b"/>
            <a:pathLst>
              <a:path w="1358264" h="45720">
                <a:moveTo>
                  <a:pt x="1358206" y="45273"/>
                </a:moveTo>
                <a:lnTo>
                  <a:pt x="0" y="45273"/>
                </a:lnTo>
                <a:lnTo>
                  <a:pt x="0" y="0"/>
                </a:lnTo>
                <a:lnTo>
                  <a:pt x="1358206" y="0"/>
                </a:lnTo>
                <a:lnTo>
                  <a:pt x="1358206" y="45273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053" y="4333825"/>
            <a:ext cx="5500370" cy="918136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51800"/>
              </a:lnSpc>
              <a:spcBef>
                <a:spcPts val="65"/>
              </a:spcBef>
            </a:pPr>
            <a:r>
              <a:rPr sz="135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深耕冷凍空調技術與電器維護領域，</a:t>
            </a:r>
            <a:r>
              <a:rPr sz="1350" b="1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具備超越高中職基準的電器修護乙 級</a:t>
            </a:r>
            <a:r>
              <a:rPr sz="135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實力。積極跨入</a:t>
            </a:r>
            <a:r>
              <a:rPr sz="1350" spc="-36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350" b="1" spc="-2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AIoT</a:t>
            </a:r>
            <a:r>
              <a:rPr sz="1350" b="1" spc="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35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與</a:t>
            </a:r>
            <a:r>
              <a:rPr sz="1350" spc="-36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350" b="1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機器人</a:t>
            </a:r>
            <a:r>
              <a:rPr sz="1350" b="1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研</a:t>
            </a:r>
            <a:r>
              <a:rPr sz="1350" b="1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發</a:t>
            </a:r>
            <a:r>
              <a:rPr sz="135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，具備整合軟硬體解決複雜工程問 題的能力。以「</a:t>
            </a:r>
            <a:r>
              <a:rPr sz="1350" b="1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選手級</a:t>
            </a:r>
            <a:r>
              <a:rPr sz="135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」的專業標準，致力於能源效率的最佳化。</a:t>
            </a:r>
            <a:endParaRPr sz="13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25340" y="5688432"/>
            <a:ext cx="1856739" cy="45720"/>
          </a:xfrm>
          <a:custGeom>
            <a:avLst/>
            <a:gdLst/>
            <a:ahLst/>
            <a:cxnLst/>
            <a:rect l="l" t="t" r="r" b="b"/>
            <a:pathLst>
              <a:path w="1856739" h="45720">
                <a:moveTo>
                  <a:pt x="1856216" y="45273"/>
                </a:moveTo>
                <a:lnTo>
                  <a:pt x="0" y="45273"/>
                </a:lnTo>
                <a:lnTo>
                  <a:pt x="0" y="0"/>
                </a:lnTo>
                <a:lnTo>
                  <a:pt x="1856216" y="0"/>
                </a:lnTo>
                <a:lnTo>
                  <a:pt x="1856216" y="45273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4054" y="5837114"/>
            <a:ext cx="1824989" cy="7632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1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專業證照核心</a:t>
            </a:r>
            <a:endParaRPr sz="1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 marR="5080">
              <a:lnSpc>
                <a:spcPct val="108500"/>
              </a:lnSpc>
              <a:spcBef>
                <a:spcPts val="555"/>
              </a:spcBef>
            </a:pP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電器修護乙級、大金</a:t>
            </a:r>
            <a:r>
              <a:rPr sz="1000" spc="-280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50" spc="-8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R32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技術認 證、冷凍空調</a:t>
            </a:r>
            <a:r>
              <a:rPr sz="1150" spc="-6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/</a:t>
            </a: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電子丙級</a:t>
            </a:r>
            <a:endParaRPr sz="10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453196" y="5688432"/>
            <a:ext cx="1847214" cy="45720"/>
          </a:xfrm>
          <a:custGeom>
            <a:avLst/>
            <a:gdLst/>
            <a:ahLst/>
            <a:cxnLst/>
            <a:rect l="l" t="t" r="r" b="b"/>
            <a:pathLst>
              <a:path w="1847214" h="45720">
                <a:moveTo>
                  <a:pt x="1847161" y="45273"/>
                </a:moveTo>
                <a:lnTo>
                  <a:pt x="0" y="45273"/>
                </a:lnTo>
                <a:lnTo>
                  <a:pt x="0" y="0"/>
                </a:lnTo>
                <a:lnTo>
                  <a:pt x="1847161" y="0"/>
                </a:lnTo>
                <a:lnTo>
                  <a:pt x="1847161" y="45273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437949" y="5837114"/>
            <a:ext cx="1588770" cy="76327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1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競賽領航實力</a:t>
            </a:r>
            <a:endParaRPr sz="1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 marR="5080">
              <a:lnSpc>
                <a:spcPct val="108500"/>
              </a:lnSpc>
              <a:spcBef>
                <a:spcPts val="555"/>
              </a:spcBef>
            </a:pPr>
            <a:r>
              <a:rPr sz="1150" spc="-6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</a:t>
            </a:r>
            <a:r>
              <a:rPr sz="1150" spc="-110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R</a:t>
            </a:r>
            <a:r>
              <a:rPr sz="1150" spc="-90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國際機器人節第一名、  </a:t>
            </a:r>
            <a:r>
              <a:rPr sz="1150" spc="-120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S</a:t>
            </a:r>
            <a:r>
              <a:rPr sz="1150" spc="-9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TEAM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跨域競賽第一名</a:t>
            </a:r>
            <a:endParaRPr sz="10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572000" y="5688432"/>
            <a:ext cx="1856739" cy="45720"/>
          </a:xfrm>
          <a:custGeom>
            <a:avLst/>
            <a:gdLst/>
            <a:ahLst/>
            <a:cxnLst/>
            <a:rect l="l" t="t" r="r" b="b"/>
            <a:pathLst>
              <a:path w="1856740" h="45720">
                <a:moveTo>
                  <a:pt x="1856216" y="45273"/>
                </a:moveTo>
                <a:lnTo>
                  <a:pt x="0" y="45273"/>
                </a:lnTo>
                <a:lnTo>
                  <a:pt x="0" y="0"/>
                </a:lnTo>
                <a:lnTo>
                  <a:pt x="1856216" y="0"/>
                </a:lnTo>
                <a:lnTo>
                  <a:pt x="1856216" y="45273"/>
                </a:lnTo>
                <a:close/>
              </a:path>
            </a:pathLst>
          </a:custGeom>
          <a:solidFill>
            <a:srgbClr val="FF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561846" y="5837115"/>
            <a:ext cx="1795145" cy="731803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spcBef>
                <a:spcPts val="855"/>
              </a:spcBef>
            </a:pPr>
            <a:r>
              <a:rPr sz="1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數位轉型技術</a:t>
            </a:r>
            <a:endParaRPr sz="1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 marR="5080">
              <a:lnSpc>
                <a:spcPct val="119400"/>
              </a:lnSpc>
              <a:spcBef>
                <a:spcPts val="400"/>
              </a:spcBef>
            </a:pPr>
            <a:r>
              <a:rPr sz="1150" spc="-9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Nod</a:t>
            </a:r>
            <a:r>
              <a:rPr sz="1150" spc="-7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e</a:t>
            </a:r>
            <a:r>
              <a:rPr sz="1150" spc="-8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-RED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6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/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80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Python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6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/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8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ESP32</a:t>
            </a:r>
            <a:r>
              <a:rPr sz="1150" spc="-3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000" spc="-5" dirty="0">
                <a:solidFill>
                  <a:srgbClr val="64738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智 慧居家監控系統開發</a:t>
            </a:r>
            <a:endParaRPr sz="10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F72469C-34D5-4D68-A64F-E1A08AA6A9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9340" y="3139007"/>
            <a:ext cx="1536526" cy="361366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F460419-9EC0-4EB0-8F70-F95C01813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7011146"/>
            <a:ext cx="2086626" cy="2771300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9DA3DFC-6E0A-4D6C-9D6D-AE3166962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7011146"/>
            <a:ext cx="2092385" cy="2778948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5764BEB4-CDD4-4868-82E4-E0BF0EA9DB1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544" y="6981838"/>
            <a:ext cx="2106667" cy="2808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群組 72">
            <a:extLst>
              <a:ext uri="{FF2B5EF4-FFF2-40B4-BE49-F238E27FC236}">
                <a16:creationId xmlns:a16="http://schemas.microsoft.com/office/drawing/2014/main" id="{62095C58-AB15-4CC2-A03B-A0D438F5CBCC}"/>
              </a:ext>
            </a:extLst>
          </p:cNvPr>
          <p:cNvGrpSpPr/>
          <p:nvPr/>
        </p:nvGrpSpPr>
        <p:grpSpPr>
          <a:xfrm>
            <a:off x="281879" y="-1742"/>
            <a:ext cx="742950" cy="489565"/>
            <a:chOff x="180000" y="0"/>
            <a:chExt cx="742950" cy="489565"/>
          </a:xfrm>
        </p:grpSpPr>
        <p:sp>
          <p:nvSpPr>
            <p:cNvPr id="74" name="object 36">
              <a:extLst>
                <a:ext uri="{FF2B5EF4-FFF2-40B4-BE49-F238E27FC236}">
                  <a16:creationId xmlns:a16="http://schemas.microsoft.com/office/drawing/2014/main" id="{3EAFCC12-7097-4F84-875B-3179520DDF35}"/>
                </a:ext>
              </a:extLst>
            </p:cNvPr>
            <p:cNvSpPr/>
            <p:nvPr userDrawn="1"/>
          </p:nvSpPr>
          <p:spPr>
            <a:xfrm>
              <a:off x="180000" y="0"/>
              <a:ext cx="742950" cy="488950"/>
            </a:xfrm>
            <a:custGeom>
              <a:avLst/>
              <a:gdLst/>
              <a:ahLst/>
              <a:cxnLst/>
              <a:rect l="l" t="t" r="r" b="b"/>
              <a:pathLst>
                <a:path w="742950" h="488950">
                  <a:moveTo>
                    <a:pt x="742486" y="488954"/>
                  </a:moveTo>
                  <a:lnTo>
                    <a:pt x="0" y="488954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48895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37">
              <a:extLst>
                <a:ext uri="{FF2B5EF4-FFF2-40B4-BE49-F238E27FC236}">
                  <a16:creationId xmlns:a16="http://schemas.microsoft.com/office/drawing/2014/main" id="{2718AC8C-EF19-4C1B-A4DD-1A7C2DD3AF3B}"/>
                </a:ext>
              </a:extLst>
            </p:cNvPr>
            <p:cNvSpPr/>
            <p:nvPr userDrawn="1"/>
          </p:nvSpPr>
          <p:spPr>
            <a:xfrm>
              <a:off x="180000" y="452735"/>
              <a:ext cx="742950" cy="36830"/>
            </a:xfrm>
            <a:custGeom>
              <a:avLst/>
              <a:gdLst/>
              <a:ahLst/>
              <a:cxnLst/>
              <a:rect l="l" t="t" r="r" b="b"/>
              <a:pathLst>
                <a:path w="742950" h="36830">
                  <a:moveTo>
                    <a:pt x="742486" y="36218"/>
                  </a:moveTo>
                  <a:lnTo>
                    <a:pt x="0" y="36218"/>
                  </a:lnTo>
                  <a:lnTo>
                    <a:pt x="0" y="0"/>
                  </a:lnTo>
                  <a:lnTo>
                    <a:pt x="742486" y="0"/>
                  </a:lnTo>
                  <a:lnTo>
                    <a:pt x="742486" y="36218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投影片編號版面配置區 75">
            <a:extLst>
              <a:ext uri="{FF2B5EF4-FFF2-40B4-BE49-F238E27FC236}">
                <a16:creationId xmlns:a16="http://schemas.microsoft.com/office/drawing/2014/main" id="{9A204803-FEBB-41EB-9911-8687475B75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2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grpSp>
        <p:nvGrpSpPr>
          <p:cNvPr id="35" name="object 28">
            <a:extLst>
              <a:ext uri="{FF2B5EF4-FFF2-40B4-BE49-F238E27FC236}">
                <a16:creationId xmlns:a16="http://schemas.microsoft.com/office/drawing/2014/main" id="{40278F91-4192-433F-8A25-4DECF2EAA70D}"/>
              </a:ext>
            </a:extLst>
          </p:cNvPr>
          <p:cNvGrpSpPr/>
          <p:nvPr/>
        </p:nvGrpSpPr>
        <p:grpSpPr>
          <a:xfrm>
            <a:off x="331528" y="1349781"/>
            <a:ext cx="6102985" cy="2412374"/>
            <a:chOff x="733193" y="7741542"/>
            <a:chExt cx="6102985" cy="2055495"/>
          </a:xfrm>
        </p:grpSpPr>
        <p:sp>
          <p:nvSpPr>
            <p:cNvPr id="36" name="object 29">
              <a:extLst>
                <a:ext uri="{FF2B5EF4-FFF2-40B4-BE49-F238E27FC236}">
                  <a16:creationId xmlns:a16="http://schemas.microsoft.com/office/drawing/2014/main" id="{AF242047-B49D-4B48-87AD-F124D73CAB3B}"/>
                </a:ext>
              </a:extLst>
            </p:cNvPr>
            <p:cNvSpPr/>
            <p:nvPr/>
          </p:nvSpPr>
          <p:spPr>
            <a:xfrm>
              <a:off x="733193" y="7741542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5967059" y="2055417"/>
                  </a:moveTo>
                  <a:lnTo>
                    <a:pt x="135816" y="2055417"/>
                  </a:lnTo>
                  <a:lnTo>
                    <a:pt x="122440" y="2054770"/>
                  </a:lnTo>
                  <a:lnTo>
                    <a:pt x="83844" y="2045077"/>
                  </a:lnTo>
                  <a:lnTo>
                    <a:pt x="49698" y="2024640"/>
                  </a:lnTo>
                  <a:lnTo>
                    <a:pt x="22868" y="1995068"/>
                  </a:lnTo>
                  <a:lnTo>
                    <a:pt x="5815" y="1958963"/>
                  </a:lnTo>
                  <a:lnTo>
                    <a:pt x="0" y="1919602"/>
                  </a:lnTo>
                  <a:lnTo>
                    <a:pt x="0" y="135815"/>
                  </a:lnTo>
                  <a:lnTo>
                    <a:pt x="5815" y="96451"/>
                  </a:lnTo>
                  <a:lnTo>
                    <a:pt x="22868" y="60347"/>
                  </a:lnTo>
                  <a:lnTo>
                    <a:pt x="49698" y="30776"/>
                  </a:lnTo>
                  <a:lnTo>
                    <a:pt x="83844" y="10338"/>
                  </a:lnTo>
                  <a:lnTo>
                    <a:pt x="122440" y="646"/>
                  </a:lnTo>
                  <a:lnTo>
                    <a:pt x="135820" y="0"/>
                  </a:lnTo>
                  <a:lnTo>
                    <a:pt x="5967055" y="0"/>
                  </a:lnTo>
                  <a:lnTo>
                    <a:pt x="6006423" y="5815"/>
                  </a:lnTo>
                  <a:lnTo>
                    <a:pt x="6042527" y="22867"/>
                  </a:lnTo>
                  <a:lnTo>
                    <a:pt x="6072098" y="49697"/>
                  </a:lnTo>
                  <a:lnTo>
                    <a:pt x="6092536" y="83842"/>
                  </a:lnTo>
                  <a:lnTo>
                    <a:pt x="6102229" y="122440"/>
                  </a:lnTo>
                  <a:lnTo>
                    <a:pt x="6102875" y="135815"/>
                  </a:lnTo>
                  <a:lnTo>
                    <a:pt x="6102875" y="1919602"/>
                  </a:lnTo>
                  <a:lnTo>
                    <a:pt x="6097059" y="1958964"/>
                  </a:lnTo>
                  <a:lnTo>
                    <a:pt x="6080006" y="1995068"/>
                  </a:lnTo>
                  <a:lnTo>
                    <a:pt x="6053177" y="2024640"/>
                  </a:lnTo>
                  <a:lnTo>
                    <a:pt x="6019030" y="2045077"/>
                  </a:lnTo>
                  <a:lnTo>
                    <a:pt x="5980434" y="2054770"/>
                  </a:lnTo>
                  <a:lnTo>
                    <a:pt x="5967059" y="205541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37" name="object 30">
              <a:extLst>
                <a:ext uri="{FF2B5EF4-FFF2-40B4-BE49-F238E27FC236}">
                  <a16:creationId xmlns:a16="http://schemas.microsoft.com/office/drawing/2014/main" id="{C04636DE-12E7-42B7-9F19-1FF5AA5C6FBD}"/>
                </a:ext>
              </a:extLst>
            </p:cNvPr>
            <p:cNvSpPr/>
            <p:nvPr/>
          </p:nvSpPr>
          <p:spPr>
            <a:xfrm>
              <a:off x="733183" y="7741551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9055" y="1849234"/>
                  </a:moveTo>
                  <a:lnTo>
                    <a:pt x="0" y="1849234"/>
                  </a:lnTo>
                  <a:lnTo>
                    <a:pt x="0" y="1876399"/>
                  </a:lnTo>
                  <a:lnTo>
                    <a:pt x="9055" y="1876399"/>
                  </a:lnTo>
                  <a:lnTo>
                    <a:pt x="9055" y="1849234"/>
                  </a:lnTo>
                  <a:close/>
                </a:path>
                <a:path w="6102984" h="2055495">
                  <a:moveTo>
                    <a:pt x="9055" y="1803971"/>
                  </a:moveTo>
                  <a:lnTo>
                    <a:pt x="0" y="1803971"/>
                  </a:lnTo>
                  <a:lnTo>
                    <a:pt x="0" y="1831124"/>
                  </a:lnTo>
                  <a:lnTo>
                    <a:pt x="9055" y="1831124"/>
                  </a:lnTo>
                  <a:lnTo>
                    <a:pt x="9055" y="1803971"/>
                  </a:lnTo>
                  <a:close/>
                </a:path>
                <a:path w="6102984" h="2055495">
                  <a:moveTo>
                    <a:pt x="9055" y="1758696"/>
                  </a:moveTo>
                  <a:lnTo>
                    <a:pt x="0" y="1758696"/>
                  </a:lnTo>
                  <a:lnTo>
                    <a:pt x="0" y="1785861"/>
                  </a:lnTo>
                  <a:lnTo>
                    <a:pt x="9055" y="1785861"/>
                  </a:lnTo>
                  <a:lnTo>
                    <a:pt x="9055" y="1758696"/>
                  </a:lnTo>
                  <a:close/>
                </a:path>
                <a:path w="6102984" h="2055495">
                  <a:moveTo>
                    <a:pt x="9055" y="1713420"/>
                  </a:moveTo>
                  <a:lnTo>
                    <a:pt x="0" y="1713420"/>
                  </a:lnTo>
                  <a:lnTo>
                    <a:pt x="0" y="1740585"/>
                  </a:lnTo>
                  <a:lnTo>
                    <a:pt x="9055" y="1740585"/>
                  </a:lnTo>
                  <a:lnTo>
                    <a:pt x="9055" y="1713420"/>
                  </a:lnTo>
                  <a:close/>
                </a:path>
                <a:path w="6102984" h="2055495">
                  <a:moveTo>
                    <a:pt x="9055" y="1668145"/>
                  </a:moveTo>
                  <a:lnTo>
                    <a:pt x="0" y="1668145"/>
                  </a:lnTo>
                  <a:lnTo>
                    <a:pt x="0" y="1695310"/>
                  </a:lnTo>
                  <a:lnTo>
                    <a:pt x="9055" y="1695310"/>
                  </a:lnTo>
                  <a:lnTo>
                    <a:pt x="9055" y="1668145"/>
                  </a:lnTo>
                  <a:close/>
                </a:path>
                <a:path w="6102984" h="2055495">
                  <a:moveTo>
                    <a:pt x="9055" y="1622869"/>
                  </a:moveTo>
                  <a:lnTo>
                    <a:pt x="0" y="1622869"/>
                  </a:lnTo>
                  <a:lnTo>
                    <a:pt x="0" y="1650034"/>
                  </a:lnTo>
                  <a:lnTo>
                    <a:pt x="9055" y="1650034"/>
                  </a:lnTo>
                  <a:lnTo>
                    <a:pt x="9055" y="1622869"/>
                  </a:lnTo>
                  <a:close/>
                </a:path>
                <a:path w="6102984" h="2055495">
                  <a:moveTo>
                    <a:pt x="9055" y="1577594"/>
                  </a:moveTo>
                  <a:lnTo>
                    <a:pt x="0" y="1577594"/>
                  </a:lnTo>
                  <a:lnTo>
                    <a:pt x="0" y="1604759"/>
                  </a:lnTo>
                  <a:lnTo>
                    <a:pt x="9055" y="1604759"/>
                  </a:lnTo>
                  <a:lnTo>
                    <a:pt x="9055" y="1577594"/>
                  </a:lnTo>
                  <a:close/>
                </a:path>
                <a:path w="6102984" h="2055495">
                  <a:moveTo>
                    <a:pt x="9055" y="1532318"/>
                  </a:moveTo>
                  <a:lnTo>
                    <a:pt x="0" y="1532318"/>
                  </a:lnTo>
                  <a:lnTo>
                    <a:pt x="0" y="1559483"/>
                  </a:lnTo>
                  <a:lnTo>
                    <a:pt x="9055" y="1559483"/>
                  </a:lnTo>
                  <a:lnTo>
                    <a:pt x="9055" y="1532318"/>
                  </a:lnTo>
                  <a:close/>
                </a:path>
                <a:path w="6102984" h="2055495">
                  <a:moveTo>
                    <a:pt x="9055" y="1487055"/>
                  </a:moveTo>
                  <a:lnTo>
                    <a:pt x="0" y="1487055"/>
                  </a:lnTo>
                  <a:lnTo>
                    <a:pt x="0" y="1514221"/>
                  </a:lnTo>
                  <a:lnTo>
                    <a:pt x="9055" y="1514221"/>
                  </a:lnTo>
                  <a:lnTo>
                    <a:pt x="9055" y="1487055"/>
                  </a:lnTo>
                  <a:close/>
                </a:path>
                <a:path w="6102984" h="2055495">
                  <a:moveTo>
                    <a:pt x="9055" y="1441780"/>
                  </a:moveTo>
                  <a:lnTo>
                    <a:pt x="0" y="1441780"/>
                  </a:lnTo>
                  <a:lnTo>
                    <a:pt x="0" y="1468945"/>
                  </a:lnTo>
                  <a:lnTo>
                    <a:pt x="9055" y="1468945"/>
                  </a:lnTo>
                  <a:lnTo>
                    <a:pt x="9055" y="1441780"/>
                  </a:lnTo>
                  <a:close/>
                </a:path>
                <a:path w="6102984" h="2055495">
                  <a:moveTo>
                    <a:pt x="9055" y="1396504"/>
                  </a:moveTo>
                  <a:lnTo>
                    <a:pt x="0" y="1396504"/>
                  </a:lnTo>
                  <a:lnTo>
                    <a:pt x="0" y="1423670"/>
                  </a:lnTo>
                  <a:lnTo>
                    <a:pt x="9055" y="1423670"/>
                  </a:lnTo>
                  <a:lnTo>
                    <a:pt x="9055" y="1396504"/>
                  </a:lnTo>
                  <a:close/>
                </a:path>
                <a:path w="6102984" h="2055495">
                  <a:moveTo>
                    <a:pt x="9055" y="1351229"/>
                  </a:moveTo>
                  <a:lnTo>
                    <a:pt x="0" y="1351229"/>
                  </a:lnTo>
                  <a:lnTo>
                    <a:pt x="0" y="1378394"/>
                  </a:lnTo>
                  <a:lnTo>
                    <a:pt x="9055" y="1378394"/>
                  </a:lnTo>
                  <a:lnTo>
                    <a:pt x="9055" y="1351229"/>
                  </a:lnTo>
                  <a:close/>
                </a:path>
                <a:path w="6102984" h="2055495">
                  <a:moveTo>
                    <a:pt x="9055" y="1305953"/>
                  </a:moveTo>
                  <a:lnTo>
                    <a:pt x="0" y="1305953"/>
                  </a:lnTo>
                  <a:lnTo>
                    <a:pt x="0" y="1333119"/>
                  </a:lnTo>
                  <a:lnTo>
                    <a:pt x="9055" y="1333119"/>
                  </a:lnTo>
                  <a:lnTo>
                    <a:pt x="9055" y="1305953"/>
                  </a:lnTo>
                  <a:close/>
                </a:path>
                <a:path w="6102984" h="2055495">
                  <a:moveTo>
                    <a:pt x="9055" y="1260678"/>
                  </a:moveTo>
                  <a:lnTo>
                    <a:pt x="0" y="1260678"/>
                  </a:lnTo>
                  <a:lnTo>
                    <a:pt x="0" y="1287843"/>
                  </a:lnTo>
                  <a:lnTo>
                    <a:pt x="9055" y="1287843"/>
                  </a:lnTo>
                  <a:lnTo>
                    <a:pt x="9055" y="1260678"/>
                  </a:lnTo>
                  <a:close/>
                </a:path>
                <a:path w="6102984" h="2055495">
                  <a:moveTo>
                    <a:pt x="9055" y="1215415"/>
                  </a:moveTo>
                  <a:lnTo>
                    <a:pt x="0" y="1215415"/>
                  </a:lnTo>
                  <a:lnTo>
                    <a:pt x="0" y="1242568"/>
                  </a:lnTo>
                  <a:lnTo>
                    <a:pt x="9055" y="1242568"/>
                  </a:lnTo>
                  <a:lnTo>
                    <a:pt x="9055" y="1215415"/>
                  </a:lnTo>
                  <a:close/>
                </a:path>
                <a:path w="6102984" h="2055495">
                  <a:moveTo>
                    <a:pt x="9055" y="1170139"/>
                  </a:moveTo>
                  <a:lnTo>
                    <a:pt x="0" y="1170139"/>
                  </a:lnTo>
                  <a:lnTo>
                    <a:pt x="0" y="1197305"/>
                  </a:lnTo>
                  <a:lnTo>
                    <a:pt x="9055" y="1197305"/>
                  </a:lnTo>
                  <a:lnTo>
                    <a:pt x="9055" y="1170139"/>
                  </a:lnTo>
                  <a:close/>
                </a:path>
                <a:path w="6102984" h="2055495">
                  <a:moveTo>
                    <a:pt x="9055" y="1124864"/>
                  </a:moveTo>
                  <a:lnTo>
                    <a:pt x="0" y="1124864"/>
                  </a:lnTo>
                  <a:lnTo>
                    <a:pt x="0" y="1152029"/>
                  </a:lnTo>
                  <a:lnTo>
                    <a:pt x="9055" y="1152029"/>
                  </a:lnTo>
                  <a:lnTo>
                    <a:pt x="9055" y="1124864"/>
                  </a:lnTo>
                  <a:close/>
                </a:path>
                <a:path w="6102984" h="2055495">
                  <a:moveTo>
                    <a:pt x="9055" y="1079588"/>
                  </a:moveTo>
                  <a:lnTo>
                    <a:pt x="0" y="1079588"/>
                  </a:lnTo>
                  <a:lnTo>
                    <a:pt x="0" y="1106754"/>
                  </a:lnTo>
                  <a:lnTo>
                    <a:pt x="9055" y="1106754"/>
                  </a:lnTo>
                  <a:lnTo>
                    <a:pt x="9055" y="1079588"/>
                  </a:lnTo>
                  <a:close/>
                </a:path>
                <a:path w="6102984" h="2055495">
                  <a:moveTo>
                    <a:pt x="9055" y="1034313"/>
                  </a:moveTo>
                  <a:lnTo>
                    <a:pt x="0" y="1034313"/>
                  </a:lnTo>
                  <a:lnTo>
                    <a:pt x="0" y="1061478"/>
                  </a:lnTo>
                  <a:lnTo>
                    <a:pt x="9055" y="1061478"/>
                  </a:lnTo>
                  <a:lnTo>
                    <a:pt x="9055" y="1034313"/>
                  </a:lnTo>
                  <a:close/>
                </a:path>
                <a:path w="6102984" h="2055495">
                  <a:moveTo>
                    <a:pt x="9055" y="989037"/>
                  </a:moveTo>
                  <a:lnTo>
                    <a:pt x="0" y="989037"/>
                  </a:lnTo>
                  <a:lnTo>
                    <a:pt x="0" y="1016203"/>
                  </a:lnTo>
                  <a:lnTo>
                    <a:pt x="9055" y="1016203"/>
                  </a:lnTo>
                  <a:lnTo>
                    <a:pt x="9055" y="989037"/>
                  </a:lnTo>
                  <a:close/>
                </a:path>
                <a:path w="6102984" h="2055495">
                  <a:moveTo>
                    <a:pt x="9055" y="943762"/>
                  </a:moveTo>
                  <a:lnTo>
                    <a:pt x="0" y="943762"/>
                  </a:lnTo>
                  <a:lnTo>
                    <a:pt x="0" y="970927"/>
                  </a:lnTo>
                  <a:lnTo>
                    <a:pt x="9055" y="970927"/>
                  </a:lnTo>
                  <a:lnTo>
                    <a:pt x="9055" y="943762"/>
                  </a:lnTo>
                  <a:close/>
                </a:path>
                <a:path w="6102984" h="2055495">
                  <a:moveTo>
                    <a:pt x="9055" y="898499"/>
                  </a:moveTo>
                  <a:lnTo>
                    <a:pt x="0" y="898499"/>
                  </a:lnTo>
                  <a:lnTo>
                    <a:pt x="0" y="925664"/>
                  </a:lnTo>
                  <a:lnTo>
                    <a:pt x="9055" y="925664"/>
                  </a:lnTo>
                  <a:lnTo>
                    <a:pt x="9055" y="898499"/>
                  </a:lnTo>
                  <a:close/>
                </a:path>
                <a:path w="6102984" h="2055495">
                  <a:moveTo>
                    <a:pt x="9055" y="853224"/>
                  </a:moveTo>
                  <a:lnTo>
                    <a:pt x="0" y="853224"/>
                  </a:lnTo>
                  <a:lnTo>
                    <a:pt x="0" y="880389"/>
                  </a:lnTo>
                  <a:lnTo>
                    <a:pt x="9055" y="880389"/>
                  </a:lnTo>
                  <a:lnTo>
                    <a:pt x="9055" y="853224"/>
                  </a:lnTo>
                  <a:close/>
                </a:path>
                <a:path w="6102984" h="2055495">
                  <a:moveTo>
                    <a:pt x="9055" y="807948"/>
                  </a:moveTo>
                  <a:lnTo>
                    <a:pt x="0" y="807948"/>
                  </a:lnTo>
                  <a:lnTo>
                    <a:pt x="0" y="835113"/>
                  </a:lnTo>
                  <a:lnTo>
                    <a:pt x="9055" y="835113"/>
                  </a:lnTo>
                  <a:lnTo>
                    <a:pt x="9055" y="807948"/>
                  </a:lnTo>
                  <a:close/>
                </a:path>
                <a:path w="6102984" h="2055495">
                  <a:moveTo>
                    <a:pt x="9055" y="762673"/>
                  </a:moveTo>
                  <a:lnTo>
                    <a:pt x="0" y="762673"/>
                  </a:lnTo>
                  <a:lnTo>
                    <a:pt x="0" y="789838"/>
                  </a:lnTo>
                  <a:lnTo>
                    <a:pt x="9055" y="789838"/>
                  </a:lnTo>
                  <a:lnTo>
                    <a:pt x="9055" y="762673"/>
                  </a:lnTo>
                  <a:close/>
                </a:path>
                <a:path w="6102984" h="2055495">
                  <a:moveTo>
                    <a:pt x="9055" y="717397"/>
                  </a:moveTo>
                  <a:lnTo>
                    <a:pt x="0" y="717397"/>
                  </a:lnTo>
                  <a:lnTo>
                    <a:pt x="0" y="744562"/>
                  </a:lnTo>
                  <a:lnTo>
                    <a:pt x="9055" y="744562"/>
                  </a:lnTo>
                  <a:lnTo>
                    <a:pt x="9055" y="717397"/>
                  </a:lnTo>
                  <a:close/>
                </a:path>
                <a:path w="6102984" h="2055495">
                  <a:moveTo>
                    <a:pt x="9055" y="672122"/>
                  </a:moveTo>
                  <a:lnTo>
                    <a:pt x="0" y="672122"/>
                  </a:lnTo>
                  <a:lnTo>
                    <a:pt x="0" y="699287"/>
                  </a:lnTo>
                  <a:lnTo>
                    <a:pt x="9055" y="699287"/>
                  </a:lnTo>
                  <a:lnTo>
                    <a:pt x="9055" y="672122"/>
                  </a:lnTo>
                  <a:close/>
                </a:path>
                <a:path w="6102984" h="2055495">
                  <a:moveTo>
                    <a:pt x="9055" y="626859"/>
                  </a:moveTo>
                  <a:lnTo>
                    <a:pt x="0" y="626859"/>
                  </a:lnTo>
                  <a:lnTo>
                    <a:pt x="0" y="654011"/>
                  </a:lnTo>
                  <a:lnTo>
                    <a:pt x="9055" y="654011"/>
                  </a:lnTo>
                  <a:lnTo>
                    <a:pt x="9055" y="626859"/>
                  </a:lnTo>
                  <a:close/>
                </a:path>
                <a:path w="6102984" h="2055495">
                  <a:moveTo>
                    <a:pt x="9055" y="581583"/>
                  </a:moveTo>
                  <a:lnTo>
                    <a:pt x="0" y="581583"/>
                  </a:lnTo>
                  <a:lnTo>
                    <a:pt x="0" y="608749"/>
                  </a:lnTo>
                  <a:lnTo>
                    <a:pt x="9055" y="608749"/>
                  </a:lnTo>
                  <a:lnTo>
                    <a:pt x="9055" y="581583"/>
                  </a:lnTo>
                  <a:close/>
                </a:path>
                <a:path w="6102984" h="2055495">
                  <a:moveTo>
                    <a:pt x="9055" y="536308"/>
                  </a:moveTo>
                  <a:lnTo>
                    <a:pt x="0" y="536308"/>
                  </a:lnTo>
                  <a:lnTo>
                    <a:pt x="0" y="563473"/>
                  </a:lnTo>
                  <a:lnTo>
                    <a:pt x="9055" y="563473"/>
                  </a:lnTo>
                  <a:lnTo>
                    <a:pt x="9055" y="536308"/>
                  </a:lnTo>
                  <a:close/>
                </a:path>
                <a:path w="6102984" h="2055495">
                  <a:moveTo>
                    <a:pt x="9055" y="491032"/>
                  </a:moveTo>
                  <a:lnTo>
                    <a:pt x="0" y="491032"/>
                  </a:lnTo>
                  <a:lnTo>
                    <a:pt x="0" y="518198"/>
                  </a:lnTo>
                  <a:lnTo>
                    <a:pt x="9055" y="518198"/>
                  </a:lnTo>
                  <a:lnTo>
                    <a:pt x="9055" y="491032"/>
                  </a:lnTo>
                  <a:close/>
                </a:path>
                <a:path w="6102984" h="2055495">
                  <a:moveTo>
                    <a:pt x="9055" y="445757"/>
                  </a:moveTo>
                  <a:lnTo>
                    <a:pt x="0" y="445757"/>
                  </a:lnTo>
                  <a:lnTo>
                    <a:pt x="0" y="472922"/>
                  </a:lnTo>
                  <a:lnTo>
                    <a:pt x="9055" y="472922"/>
                  </a:lnTo>
                  <a:lnTo>
                    <a:pt x="9055" y="445757"/>
                  </a:lnTo>
                  <a:close/>
                </a:path>
                <a:path w="6102984" h="2055495">
                  <a:moveTo>
                    <a:pt x="9055" y="400481"/>
                  </a:moveTo>
                  <a:lnTo>
                    <a:pt x="0" y="400481"/>
                  </a:lnTo>
                  <a:lnTo>
                    <a:pt x="0" y="427647"/>
                  </a:lnTo>
                  <a:lnTo>
                    <a:pt x="9055" y="427647"/>
                  </a:lnTo>
                  <a:lnTo>
                    <a:pt x="9055" y="400481"/>
                  </a:lnTo>
                  <a:close/>
                </a:path>
                <a:path w="6102984" h="2055495">
                  <a:moveTo>
                    <a:pt x="9055" y="355206"/>
                  </a:moveTo>
                  <a:lnTo>
                    <a:pt x="0" y="355206"/>
                  </a:lnTo>
                  <a:lnTo>
                    <a:pt x="0" y="382371"/>
                  </a:lnTo>
                  <a:lnTo>
                    <a:pt x="9055" y="382371"/>
                  </a:lnTo>
                  <a:lnTo>
                    <a:pt x="9055" y="355206"/>
                  </a:lnTo>
                  <a:close/>
                </a:path>
                <a:path w="6102984" h="2055495">
                  <a:moveTo>
                    <a:pt x="9055" y="309943"/>
                  </a:moveTo>
                  <a:lnTo>
                    <a:pt x="0" y="309943"/>
                  </a:lnTo>
                  <a:lnTo>
                    <a:pt x="0" y="337108"/>
                  </a:lnTo>
                  <a:lnTo>
                    <a:pt x="9055" y="337108"/>
                  </a:lnTo>
                  <a:lnTo>
                    <a:pt x="9055" y="309943"/>
                  </a:lnTo>
                  <a:close/>
                </a:path>
                <a:path w="6102984" h="2055495">
                  <a:moveTo>
                    <a:pt x="9055" y="264668"/>
                  </a:moveTo>
                  <a:lnTo>
                    <a:pt x="0" y="264668"/>
                  </a:lnTo>
                  <a:lnTo>
                    <a:pt x="0" y="291833"/>
                  </a:lnTo>
                  <a:lnTo>
                    <a:pt x="9055" y="291833"/>
                  </a:lnTo>
                  <a:lnTo>
                    <a:pt x="9055" y="264668"/>
                  </a:lnTo>
                  <a:close/>
                </a:path>
                <a:path w="6102984" h="2055495">
                  <a:moveTo>
                    <a:pt x="9055" y="219392"/>
                  </a:moveTo>
                  <a:lnTo>
                    <a:pt x="0" y="219392"/>
                  </a:lnTo>
                  <a:lnTo>
                    <a:pt x="0" y="246557"/>
                  </a:lnTo>
                  <a:lnTo>
                    <a:pt x="9055" y="246557"/>
                  </a:lnTo>
                  <a:lnTo>
                    <a:pt x="9055" y="219392"/>
                  </a:lnTo>
                  <a:close/>
                </a:path>
                <a:path w="6102984" h="2055495">
                  <a:moveTo>
                    <a:pt x="9055" y="174117"/>
                  </a:moveTo>
                  <a:lnTo>
                    <a:pt x="0" y="174117"/>
                  </a:lnTo>
                  <a:lnTo>
                    <a:pt x="0" y="201282"/>
                  </a:lnTo>
                  <a:lnTo>
                    <a:pt x="9055" y="201282"/>
                  </a:lnTo>
                  <a:lnTo>
                    <a:pt x="9055" y="174117"/>
                  </a:lnTo>
                  <a:close/>
                </a:path>
                <a:path w="6102984" h="2055495">
                  <a:moveTo>
                    <a:pt x="9144" y="1921433"/>
                  </a:moveTo>
                  <a:lnTo>
                    <a:pt x="9055" y="1894509"/>
                  </a:lnTo>
                  <a:lnTo>
                    <a:pt x="0" y="1894509"/>
                  </a:lnTo>
                  <a:lnTo>
                    <a:pt x="101" y="1921573"/>
                  </a:lnTo>
                  <a:lnTo>
                    <a:pt x="9144" y="1921433"/>
                  </a:lnTo>
                  <a:close/>
                </a:path>
                <a:path w="6102984" h="2055495">
                  <a:moveTo>
                    <a:pt x="9359" y="129628"/>
                  </a:moveTo>
                  <a:lnTo>
                    <a:pt x="317" y="129184"/>
                  </a:lnTo>
                  <a:lnTo>
                    <a:pt x="0" y="135813"/>
                  </a:lnTo>
                  <a:lnTo>
                    <a:pt x="0" y="156006"/>
                  </a:lnTo>
                  <a:lnTo>
                    <a:pt x="9055" y="156006"/>
                  </a:lnTo>
                  <a:lnTo>
                    <a:pt x="9055" y="135813"/>
                  </a:lnTo>
                  <a:lnTo>
                    <a:pt x="9359" y="129628"/>
                  </a:lnTo>
                  <a:close/>
                </a:path>
                <a:path w="6102984" h="2055495">
                  <a:moveTo>
                    <a:pt x="16852" y="1962937"/>
                  </a:moveTo>
                  <a:lnTo>
                    <a:pt x="14490" y="1956333"/>
                  </a:lnTo>
                  <a:lnTo>
                    <a:pt x="11468" y="1944331"/>
                  </a:lnTo>
                  <a:lnTo>
                    <a:pt x="10502" y="1937791"/>
                  </a:lnTo>
                  <a:lnTo>
                    <a:pt x="1549" y="1939099"/>
                  </a:lnTo>
                  <a:lnTo>
                    <a:pt x="2590" y="1946097"/>
                  </a:lnTo>
                  <a:lnTo>
                    <a:pt x="5816" y="1958962"/>
                  </a:lnTo>
                  <a:lnTo>
                    <a:pt x="8356" y="1966036"/>
                  </a:lnTo>
                  <a:lnTo>
                    <a:pt x="16852" y="1962937"/>
                  </a:lnTo>
                  <a:close/>
                </a:path>
                <a:path w="6102984" h="2055495">
                  <a:moveTo>
                    <a:pt x="18453" y="88023"/>
                  </a:moveTo>
                  <a:lnTo>
                    <a:pt x="10071" y="84607"/>
                  </a:lnTo>
                  <a:lnTo>
                    <a:pt x="5816" y="96443"/>
                  </a:lnTo>
                  <a:lnTo>
                    <a:pt x="2590" y="109308"/>
                  </a:lnTo>
                  <a:lnTo>
                    <a:pt x="2273" y="111480"/>
                  </a:lnTo>
                  <a:lnTo>
                    <a:pt x="11176" y="113106"/>
                  </a:lnTo>
                  <a:lnTo>
                    <a:pt x="11468" y="111086"/>
                  </a:lnTo>
                  <a:lnTo>
                    <a:pt x="14490" y="99072"/>
                  </a:lnTo>
                  <a:lnTo>
                    <a:pt x="18453" y="88023"/>
                  </a:lnTo>
                  <a:close/>
                </a:path>
                <a:path w="6102984" h="2055495">
                  <a:moveTo>
                    <a:pt x="37655" y="1999805"/>
                  </a:moveTo>
                  <a:lnTo>
                    <a:pt x="30403" y="1990039"/>
                  </a:lnTo>
                  <a:lnTo>
                    <a:pt x="24041" y="1979409"/>
                  </a:lnTo>
                  <a:lnTo>
                    <a:pt x="23596" y="1978456"/>
                  </a:lnTo>
                  <a:lnTo>
                    <a:pt x="15582" y="1982660"/>
                  </a:lnTo>
                  <a:lnTo>
                    <a:pt x="16052" y="1983689"/>
                  </a:lnTo>
                  <a:lnTo>
                    <a:pt x="22872" y="1995068"/>
                  </a:lnTo>
                  <a:lnTo>
                    <a:pt x="30645" y="2005533"/>
                  </a:lnTo>
                  <a:lnTo>
                    <a:pt x="37655" y="1999805"/>
                  </a:lnTo>
                  <a:close/>
                </a:path>
                <a:path w="6102984" h="2055495">
                  <a:moveTo>
                    <a:pt x="40767" y="52146"/>
                  </a:moveTo>
                  <a:lnTo>
                    <a:pt x="33972" y="46177"/>
                  </a:lnTo>
                  <a:lnTo>
                    <a:pt x="30784" y="49695"/>
                  </a:lnTo>
                  <a:lnTo>
                    <a:pt x="22872" y="60350"/>
                  </a:lnTo>
                  <a:lnTo>
                    <a:pt x="17995" y="68491"/>
                  </a:lnTo>
                  <a:lnTo>
                    <a:pt x="25844" y="72986"/>
                  </a:lnTo>
                  <a:lnTo>
                    <a:pt x="30403" y="65379"/>
                  </a:lnTo>
                  <a:lnTo>
                    <a:pt x="37782" y="55435"/>
                  </a:lnTo>
                  <a:lnTo>
                    <a:pt x="40767" y="52146"/>
                  </a:lnTo>
                  <a:close/>
                </a:path>
                <a:path w="6102984" h="2055495">
                  <a:moveTo>
                    <a:pt x="70002" y="2027783"/>
                  </a:moveTo>
                  <a:lnTo>
                    <a:pt x="65379" y="2025015"/>
                  </a:lnTo>
                  <a:lnTo>
                    <a:pt x="55448" y="2017636"/>
                  </a:lnTo>
                  <a:lnTo>
                    <a:pt x="49542" y="2012276"/>
                  </a:lnTo>
                  <a:lnTo>
                    <a:pt x="43383" y="2018893"/>
                  </a:lnTo>
                  <a:lnTo>
                    <a:pt x="49707" y="2024634"/>
                  </a:lnTo>
                  <a:lnTo>
                    <a:pt x="60350" y="2032546"/>
                  </a:lnTo>
                  <a:lnTo>
                    <a:pt x="65303" y="2035505"/>
                  </a:lnTo>
                  <a:lnTo>
                    <a:pt x="70002" y="2027783"/>
                  </a:lnTo>
                  <a:close/>
                </a:path>
                <a:path w="6102984" h="2055495">
                  <a:moveTo>
                    <a:pt x="73939" y="25273"/>
                  </a:moveTo>
                  <a:lnTo>
                    <a:pt x="69519" y="17386"/>
                  </a:lnTo>
                  <a:lnTo>
                    <a:pt x="60350" y="22860"/>
                  </a:lnTo>
                  <a:lnTo>
                    <a:pt x="49707" y="30772"/>
                  </a:lnTo>
                  <a:lnTo>
                    <a:pt x="47066" y="33159"/>
                  </a:lnTo>
                  <a:lnTo>
                    <a:pt x="52984" y="40005"/>
                  </a:lnTo>
                  <a:lnTo>
                    <a:pt x="55448" y="37782"/>
                  </a:lnTo>
                  <a:lnTo>
                    <a:pt x="65379" y="30391"/>
                  </a:lnTo>
                  <a:lnTo>
                    <a:pt x="73939" y="25273"/>
                  </a:lnTo>
                  <a:close/>
                </a:path>
                <a:path w="6102984" h="2055495">
                  <a:moveTo>
                    <a:pt x="109664" y="2043595"/>
                  </a:moveTo>
                  <a:lnTo>
                    <a:pt x="99085" y="2040928"/>
                  </a:lnTo>
                  <a:lnTo>
                    <a:pt x="87312" y="2036711"/>
                  </a:lnTo>
                  <a:lnTo>
                    <a:pt x="84912" y="2035581"/>
                  </a:lnTo>
                  <a:lnTo>
                    <a:pt x="81280" y="2043861"/>
                  </a:lnTo>
                  <a:lnTo>
                    <a:pt x="83845" y="2045081"/>
                  </a:lnTo>
                  <a:lnTo>
                    <a:pt x="96456" y="2049602"/>
                  </a:lnTo>
                  <a:lnTo>
                    <a:pt x="107797" y="2052447"/>
                  </a:lnTo>
                  <a:lnTo>
                    <a:pt x="109664" y="2043595"/>
                  </a:lnTo>
                  <a:close/>
                </a:path>
                <a:path w="6102984" h="2055495">
                  <a:moveTo>
                    <a:pt x="114198" y="11010"/>
                  </a:moveTo>
                  <a:lnTo>
                    <a:pt x="112649" y="2095"/>
                  </a:lnTo>
                  <a:lnTo>
                    <a:pt x="109321" y="2578"/>
                  </a:lnTo>
                  <a:lnTo>
                    <a:pt x="96456" y="5816"/>
                  </a:lnTo>
                  <a:lnTo>
                    <a:pt x="85699" y="9664"/>
                  </a:lnTo>
                  <a:lnTo>
                    <a:pt x="89039" y="18084"/>
                  </a:lnTo>
                  <a:lnTo>
                    <a:pt x="99085" y="14478"/>
                  </a:lnTo>
                  <a:lnTo>
                    <a:pt x="111086" y="11468"/>
                  </a:lnTo>
                  <a:lnTo>
                    <a:pt x="114198" y="11010"/>
                  </a:lnTo>
                  <a:close/>
                </a:path>
                <a:path w="6102984" h="2055495">
                  <a:moveTo>
                    <a:pt x="152298" y="2046363"/>
                  </a:moveTo>
                  <a:lnTo>
                    <a:pt x="135826" y="2046363"/>
                  </a:lnTo>
                  <a:lnTo>
                    <a:pt x="126288" y="2045893"/>
                  </a:lnTo>
                  <a:lnTo>
                    <a:pt x="125603" y="2054923"/>
                  </a:lnTo>
                  <a:lnTo>
                    <a:pt x="135826" y="2055418"/>
                  </a:lnTo>
                  <a:lnTo>
                    <a:pt x="152298" y="2055418"/>
                  </a:lnTo>
                  <a:lnTo>
                    <a:pt x="152298" y="2046363"/>
                  </a:lnTo>
                  <a:close/>
                </a:path>
                <a:path w="6102984" h="2055495">
                  <a:moveTo>
                    <a:pt x="162991" y="0"/>
                  </a:moveTo>
                  <a:lnTo>
                    <a:pt x="135826" y="0"/>
                  </a:lnTo>
                  <a:lnTo>
                    <a:pt x="130314" y="266"/>
                  </a:lnTo>
                  <a:lnTo>
                    <a:pt x="130683" y="9296"/>
                  </a:lnTo>
                  <a:lnTo>
                    <a:pt x="135826" y="9055"/>
                  </a:lnTo>
                  <a:lnTo>
                    <a:pt x="162991" y="9055"/>
                  </a:lnTo>
                  <a:lnTo>
                    <a:pt x="162991" y="0"/>
                  </a:lnTo>
                  <a:close/>
                </a:path>
                <a:path w="6102984" h="2055495">
                  <a:moveTo>
                    <a:pt x="197573" y="2046363"/>
                  </a:moveTo>
                  <a:lnTo>
                    <a:pt x="170408" y="2046363"/>
                  </a:lnTo>
                  <a:lnTo>
                    <a:pt x="170408" y="2055418"/>
                  </a:lnTo>
                  <a:lnTo>
                    <a:pt x="197573" y="2055418"/>
                  </a:lnTo>
                  <a:lnTo>
                    <a:pt x="197573" y="2046363"/>
                  </a:lnTo>
                  <a:close/>
                </a:path>
                <a:path w="6102984" h="2055495">
                  <a:moveTo>
                    <a:pt x="208267" y="0"/>
                  </a:moveTo>
                  <a:lnTo>
                    <a:pt x="181102" y="0"/>
                  </a:lnTo>
                  <a:lnTo>
                    <a:pt x="181102" y="9055"/>
                  </a:lnTo>
                  <a:lnTo>
                    <a:pt x="208267" y="9055"/>
                  </a:lnTo>
                  <a:lnTo>
                    <a:pt x="208267" y="0"/>
                  </a:lnTo>
                  <a:close/>
                </a:path>
                <a:path w="6102984" h="2055495">
                  <a:moveTo>
                    <a:pt x="242849" y="2046363"/>
                  </a:moveTo>
                  <a:lnTo>
                    <a:pt x="215684" y="2046363"/>
                  </a:lnTo>
                  <a:lnTo>
                    <a:pt x="215684" y="2055418"/>
                  </a:lnTo>
                  <a:lnTo>
                    <a:pt x="242849" y="2055418"/>
                  </a:lnTo>
                  <a:lnTo>
                    <a:pt x="242849" y="2046363"/>
                  </a:lnTo>
                  <a:close/>
                </a:path>
                <a:path w="6102984" h="2055495">
                  <a:moveTo>
                    <a:pt x="253530" y="0"/>
                  </a:moveTo>
                  <a:lnTo>
                    <a:pt x="226364" y="0"/>
                  </a:lnTo>
                  <a:lnTo>
                    <a:pt x="226364" y="9055"/>
                  </a:lnTo>
                  <a:lnTo>
                    <a:pt x="253530" y="9055"/>
                  </a:lnTo>
                  <a:lnTo>
                    <a:pt x="253530" y="0"/>
                  </a:lnTo>
                  <a:close/>
                </a:path>
                <a:path w="6102984" h="2055495">
                  <a:moveTo>
                    <a:pt x="288124" y="2046363"/>
                  </a:moveTo>
                  <a:lnTo>
                    <a:pt x="260959" y="2046363"/>
                  </a:lnTo>
                  <a:lnTo>
                    <a:pt x="260959" y="2055418"/>
                  </a:lnTo>
                  <a:lnTo>
                    <a:pt x="288124" y="2055418"/>
                  </a:lnTo>
                  <a:lnTo>
                    <a:pt x="288124" y="2046363"/>
                  </a:lnTo>
                  <a:close/>
                </a:path>
                <a:path w="6102984" h="2055495">
                  <a:moveTo>
                    <a:pt x="298805" y="0"/>
                  </a:moveTo>
                  <a:lnTo>
                    <a:pt x="271640" y="0"/>
                  </a:lnTo>
                  <a:lnTo>
                    <a:pt x="271640" y="9055"/>
                  </a:lnTo>
                  <a:lnTo>
                    <a:pt x="298805" y="9055"/>
                  </a:lnTo>
                  <a:lnTo>
                    <a:pt x="298805" y="0"/>
                  </a:lnTo>
                  <a:close/>
                </a:path>
                <a:path w="6102984" h="2055495">
                  <a:moveTo>
                    <a:pt x="333400" y="2046363"/>
                  </a:moveTo>
                  <a:lnTo>
                    <a:pt x="306235" y="2046363"/>
                  </a:lnTo>
                  <a:lnTo>
                    <a:pt x="306235" y="2055418"/>
                  </a:lnTo>
                  <a:lnTo>
                    <a:pt x="333400" y="2055418"/>
                  </a:lnTo>
                  <a:lnTo>
                    <a:pt x="333400" y="2046363"/>
                  </a:lnTo>
                  <a:close/>
                </a:path>
                <a:path w="6102984" h="2055495">
                  <a:moveTo>
                    <a:pt x="344081" y="0"/>
                  </a:moveTo>
                  <a:lnTo>
                    <a:pt x="316915" y="0"/>
                  </a:lnTo>
                  <a:lnTo>
                    <a:pt x="316915" y="9055"/>
                  </a:lnTo>
                  <a:lnTo>
                    <a:pt x="344081" y="9055"/>
                  </a:lnTo>
                  <a:lnTo>
                    <a:pt x="344081" y="0"/>
                  </a:lnTo>
                  <a:close/>
                </a:path>
                <a:path w="6102984" h="2055495">
                  <a:moveTo>
                    <a:pt x="378675" y="2046363"/>
                  </a:moveTo>
                  <a:lnTo>
                    <a:pt x="351510" y="2046363"/>
                  </a:lnTo>
                  <a:lnTo>
                    <a:pt x="351510" y="2055418"/>
                  </a:lnTo>
                  <a:lnTo>
                    <a:pt x="378675" y="2055418"/>
                  </a:lnTo>
                  <a:lnTo>
                    <a:pt x="378675" y="2046363"/>
                  </a:lnTo>
                  <a:close/>
                </a:path>
                <a:path w="6102984" h="2055495">
                  <a:moveTo>
                    <a:pt x="389356" y="0"/>
                  </a:moveTo>
                  <a:lnTo>
                    <a:pt x="362191" y="0"/>
                  </a:lnTo>
                  <a:lnTo>
                    <a:pt x="362191" y="9055"/>
                  </a:lnTo>
                  <a:lnTo>
                    <a:pt x="389356" y="9055"/>
                  </a:lnTo>
                  <a:lnTo>
                    <a:pt x="389356" y="0"/>
                  </a:lnTo>
                  <a:close/>
                </a:path>
                <a:path w="6102984" h="2055495">
                  <a:moveTo>
                    <a:pt x="423951" y="2046363"/>
                  </a:moveTo>
                  <a:lnTo>
                    <a:pt x="396786" y="2046363"/>
                  </a:lnTo>
                  <a:lnTo>
                    <a:pt x="396786" y="2055418"/>
                  </a:lnTo>
                  <a:lnTo>
                    <a:pt x="423951" y="2055418"/>
                  </a:lnTo>
                  <a:lnTo>
                    <a:pt x="423951" y="2046363"/>
                  </a:lnTo>
                  <a:close/>
                </a:path>
                <a:path w="6102984" h="2055495">
                  <a:moveTo>
                    <a:pt x="434632" y="0"/>
                  </a:moveTo>
                  <a:lnTo>
                    <a:pt x="407466" y="0"/>
                  </a:lnTo>
                  <a:lnTo>
                    <a:pt x="407466" y="9055"/>
                  </a:lnTo>
                  <a:lnTo>
                    <a:pt x="434632" y="9055"/>
                  </a:lnTo>
                  <a:lnTo>
                    <a:pt x="434632" y="0"/>
                  </a:lnTo>
                  <a:close/>
                </a:path>
                <a:path w="6102984" h="2055495">
                  <a:moveTo>
                    <a:pt x="469214" y="2046363"/>
                  </a:moveTo>
                  <a:lnTo>
                    <a:pt x="442048" y="2046363"/>
                  </a:lnTo>
                  <a:lnTo>
                    <a:pt x="442048" y="2055418"/>
                  </a:lnTo>
                  <a:lnTo>
                    <a:pt x="469214" y="2055418"/>
                  </a:lnTo>
                  <a:lnTo>
                    <a:pt x="469214" y="2046363"/>
                  </a:lnTo>
                  <a:close/>
                </a:path>
                <a:path w="6102984" h="2055495">
                  <a:moveTo>
                    <a:pt x="479907" y="0"/>
                  </a:moveTo>
                  <a:lnTo>
                    <a:pt x="452742" y="0"/>
                  </a:lnTo>
                  <a:lnTo>
                    <a:pt x="452742" y="9055"/>
                  </a:lnTo>
                  <a:lnTo>
                    <a:pt x="479907" y="9055"/>
                  </a:lnTo>
                  <a:lnTo>
                    <a:pt x="479907" y="0"/>
                  </a:lnTo>
                  <a:close/>
                </a:path>
                <a:path w="6102984" h="2055495">
                  <a:moveTo>
                    <a:pt x="514489" y="2046363"/>
                  </a:moveTo>
                  <a:lnTo>
                    <a:pt x="487324" y="2046363"/>
                  </a:lnTo>
                  <a:lnTo>
                    <a:pt x="487324" y="2055418"/>
                  </a:lnTo>
                  <a:lnTo>
                    <a:pt x="514489" y="2055418"/>
                  </a:lnTo>
                  <a:lnTo>
                    <a:pt x="514489" y="2046363"/>
                  </a:lnTo>
                  <a:close/>
                </a:path>
                <a:path w="6102984" h="2055495">
                  <a:moveTo>
                    <a:pt x="525170" y="0"/>
                  </a:moveTo>
                  <a:lnTo>
                    <a:pt x="498017" y="0"/>
                  </a:lnTo>
                  <a:lnTo>
                    <a:pt x="498017" y="9055"/>
                  </a:lnTo>
                  <a:lnTo>
                    <a:pt x="525170" y="9055"/>
                  </a:lnTo>
                  <a:lnTo>
                    <a:pt x="525170" y="0"/>
                  </a:lnTo>
                  <a:close/>
                </a:path>
                <a:path w="6102984" h="2055495">
                  <a:moveTo>
                    <a:pt x="559765" y="2046363"/>
                  </a:moveTo>
                  <a:lnTo>
                    <a:pt x="532599" y="2046363"/>
                  </a:lnTo>
                  <a:lnTo>
                    <a:pt x="532599" y="2055418"/>
                  </a:lnTo>
                  <a:lnTo>
                    <a:pt x="559765" y="2055418"/>
                  </a:lnTo>
                  <a:lnTo>
                    <a:pt x="559765" y="2046363"/>
                  </a:lnTo>
                  <a:close/>
                </a:path>
                <a:path w="6102984" h="2055495">
                  <a:moveTo>
                    <a:pt x="570445" y="0"/>
                  </a:moveTo>
                  <a:lnTo>
                    <a:pt x="543280" y="0"/>
                  </a:lnTo>
                  <a:lnTo>
                    <a:pt x="543280" y="9055"/>
                  </a:lnTo>
                  <a:lnTo>
                    <a:pt x="570445" y="9055"/>
                  </a:lnTo>
                  <a:lnTo>
                    <a:pt x="570445" y="0"/>
                  </a:lnTo>
                  <a:close/>
                </a:path>
                <a:path w="6102984" h="2055495">
                  <a:moveTo>
                    <a:pt x="605040" y="2046363"/>
                  </a:moveTo>
                  <a:lnTo>
                    <a:pt x="577875" y="2046363"/>
                  </a:lnTo>
                  <a:lnTo>
                    <a:pt x="577875" y="2055418"/>
                  </a:lnTo>
                  <a:lnTo>
                    <a:pt x="605040" y="2055418"/>
                  </a:lnTo>
                  <a:lnTo>
                    <a:pt x="605040" y="2046363"/>
                  </a:lnTo>
                  <a:close/>
                </a:path>
                <a:path w="6102984" h="2055495">
                  <a:moveTo>
                    <a:pt x="615721" y="0"/>
                  </a:moveTo>
                  <a:lnTo>
                    <a:pt x="588556" y="0"/>
                  </a:lnTo>
                  <a:lnTo>
                    <a:pt x="588556" y="9055"/>
                  </a:lnTo>
                  <a:lnTo>
                    <a:pt x="615721" y="9055"/>
                  </a:lnTo>
                  <a:lnTo>
                    <a:pt x="615721" y="0"/>
                  </a:lnTo>
                  <a:close/>
                </a:path>
                <a:path w="6102984" h="2055495">
                  <a:moveTo>
                    <a:pt x="650316" y="2046363"/>
                  </a:moveTo>
                  <a:lnTo>
                    <a:pt x="623150" y="2046363"/>
                  </a:lnTo>
                  <a:lnTo>
                    <a:pt x="623150" y="2055418"/>
                  </a:lnTo>
                  <a:lnTo>
                    <a:pt x="650316" y="2055418"/>
                  </a:lnTo>
                  <a:lnTo>
                    <a:pt x="650316" y="2046363"/>
                  </a:lnTo>
                  <a:close/>
                </a:path>
                <a:path w="6102984" h="2055495">
                  <a:moveTo>
                    <a:pt x="660996" y="0"/>
                  </a:moveTo>
                  <a:lnTo>
                    <a:pt x="633831" y="0"/>
                  </a:lnTo>
                  <a:lnTo>
                    <a:pt x="633831" y="9055"/>
                  </a:lnTo>
                  <a:lnTo>
                    <a:pt x="660996" y="9055"/>
                  </a:lnTo>
                  <a:lnTo>
                    <a:pt x="660996" y="0"/>
                  </a:lnTo>
                  <a:close/>
                </a:path>
                <a:path w="6102984" h="2055495">
                  <a:moveTo>
                    <a:pt x="695591" y="2046363"/>
                  </a:moveTo>
                  <a:lnTo>
                    <a:pt x="668426" y="2046363"/>
                  </a:lnTo>
                  <a:lnTo>
                    <a:pt x="668426" y="2055418"/>
                  </a:lnTo>
                  <a:lnTo>
                    <a:pt x="695591" y="2055418"/>
                  </a:lnTo>
                  <a:lnTo>
                    <a:pt x="695591" y="2046363"/>
                  </a:lnTo>
                  <a:close/>
                </a:path>
                <a:path w="6102984" h="2055495">
                  <a:moveTo>
                    <a:pt x="706272" y="0"/>
                  </a:moveTo>
                  <a:lnTo>
                    <a:pt x="679107" y="0"/>
                  </a:lnTo>
                  <a:lnTo>
                    <a:pt x="679107" y="9055"/>
                  </a:lnTo>
                  <a:lnTo>
                    <a:pt x="706272" y="9055"/>
                  </a:lnTo>
                  <a:lnTo>
                    <a:pt x="706272" y="0"/>
                  </a:lnTo>
                  <a:close/>
                </a:path>
                <a:path w="6102984" h="2055495">
                  <a:moveTo>
                    <a:pt x="740854" y="2046363"/>
                  </a:moveTo>
                  <a:lnTo>
                    <a:pt x="713701" y="2046363"/>
                  </a:lnTo>
                  <a:lnTo>
                    <a:pt x="713701" y="2055418"/>
                  </a:lnTo>
                  <a:lnTo>
                    <a:pt x="740854" y="2055418"/>
                  </a:lnTo>
                  <a:lnTo>
                    <a:pt x="740854" y="2046363"/>
                  </a:lnTo>
                  <a:close/>
                </a:path>
                <a:path w="6102984" h="2055495">
                  <a:moveTo>
                    <a:pt x="751547" y="0"/>
                  </a:moveTo>
                  <a:lnTo>
                    <a:pt x="724382" y="0"/>
                  </a:lnTo>
                  <a:lnTo>
                    <a:pt x="724382" y="9055"/>
                  </a:lnTo>
                  <a:lnTo>
                    <a:pt x="751547" y="9055"/>
                  </a:lnTo>
                  <a:lnTo>
                    <a:pt x="751547" y="0"/>
                  </a:lnTo>
                  <a:close/>
                </a:path>
                <a:path w="6102984" h="2055495">
                  <a:moveTo>
                    <a:pt x="786130" y="2046363"/>
                  </a:moveTo>
                  <a:lnTo>
                    <a:pt x="758964" y="2046363"/>
                  </a:lnTo>
                  <a:lnTo>
                    <a:pt x="758964" y="2055418"/>
                  </a:lnTo>
                  <a:lnTo>
                    <a:pt x="786130" y="2055418"/>
                  </a:lnTo>
                  <a:lnTo>
                    <a:pt x="786130" y="2046363"/>
                  </a:lnTo>
                  <a:close/>
                </a:path>
                <a:path w="6102984" h="2055495">
                  <a:moveTo>
                    <a:pt x="796823" y="0"/>
                  </a:moveTo>
                  <a:lnTo>
                    <a:pt x="769658" y="0"/>
                  </a:lnTo>
                  <a:lnTo>
                    <a:pt x="769658" y="9055"/>
                  </a:lnTo>
                  <a:lnTo>
                    <a:pt x="796823" y="9055"/>
                  </a:lnTo>
                  <a:lnTo>
                    <a:pt x="796823" y="0"/>
                  </a:lnTo>
                  <a:close/>
                </a:path>
                <a:path w="6102984" h="2055495">
                  <a:moveTo>
                    <a:pt x="831405" y="2046363"/>
                  </a:moveTo>
                  <a:lnTo>
                    <a:pt x="804240" y="2046363"/>
                  </a:lnTo>
                  <a:lnTo>
                    <a:pt x="804240" y="2055418"/>
                  </a:lnTo>
                  <a:lnTo>
                    <a:pt x="831405" y="2055418"/>
                  </a:lnTo>
                  <a:lnTo>
                    <a:pt x="831405" y="2046363"/>
                  </a:lnTo>
                  <a:close/>
                </a:path>
                <a:path w="6102984" h="2055495">
                  <a:moveTo>
                    <a:pt x="842086" y="0"/>
                  </a:moveTo>
                  <a:lnTo>
                    <a:pt x="814920" y="0"/>
                  </a:lnTo>
                  <a:lnTo>
                    <a:pt x="814920" y="9055"/>
                  </a:lnTo>
                  <a:lnTo>
                    <a:pt x="842086" y="9055"/>
                  </a:lnTo>
                  <a:lnTo>
                    <a:pt x="842086" y="0"/>
                  </a:lnTo>
                  <a:close/>
                </a:path>
                <a:path w="6102984" h="2055495">
                  <a:moveTo>
                    <a:pt x="876681" y="2046363"/>
                  </a:moveTo>
                  <a:lnTo>
                    <a:pt x="849515" y="2046363"/>
                  </a:lnTo>
                  <a:lnTo>
                    <a:pt x="849515" y="2055418"/>
                  </a:lnTo>
                  <a:lnTo>
                    <a:pt x="876681" y="2055418"/>
                  </a:lnTo>
                  <a:lnTo>
                    <a:pt x="876681" y="2046363"/>
                  </a:lnTo>
                  <a:close/>
                </a:path>
                <a:path w="6102984" h="2055495">
                  <a:moveTo>
                    <a:pt x="887361" y="0"/>
                  </a:moveTo>
                  <a:lnTo>
                    <a:pt x="860196" y="0"/>
                  </a:lnTo>
                  <a:lnTo>
                    <a:pt x="860196" y="9055"/>
                  </a:lnTo>
                  <a:lnTo>
                    <a:pt x="887361" y="9055"/>
                  </a:lnTo>
                  <a:lnTo>
                    <a:pt x="887361" y="0"/>
                  </a:lnTo>
                  <a:close/>
                </a:path>
                <a:path w="6102984" h="2055495">
                  <a:moveTo>
                    <a:pt x="921956" y="2046363"/>
                  </a:moveTo>
                  <a:lnTo>
                    <a:pt x="894791" y="2046363"/>
                  </a:lnTo>
                  <a:lnTo>
                    <a:pt x="894791" y="2055418"/>
                  </a:lnTo>
                  <a:lnTo>
                    <a:pt x="921956" y="2055418"/>
                  </a:lnTo>
                  <a:lnTo>
                    <a:pt x="921956" y="2046363"/>
                  </a:lnTo>
                  <a:close/>
                </a:path>
                <a:path w="6102984" h="2055495">
                  <a:moveTo>
                    <a:pt x="932637" y="0"/>
                  </a:moveTo>
                  <a:lnTo>
                    <a:pt x="905471" y="0"/>
                  </a:lnTo>
                  <a:lnTo>
                    <a:pt x="905471" y="9055"/>
                  </a:lnTo>
                  <a:lnTo>
                    <a:pt x="932637" y="9055"/>
                  </a:lnTo>
                  <a:lnTo>
                    <a:pt x="932637" y="0"/>
                  </a:lnTo>
                  <a:close/>
                </a:path>
                <a:path w="6102984" h="2055495">
                  <a:moveTo>
                    <a:pt x="967232" y="2046363"/>
                  </a:moveTo>
                  <a:lnTo>
                    <a:pt x="940066" y="2046363"/>
                  </a:lnTo>
                  <a:lnTo>
                    <a:pt x="940066" y="2055418"/>
                  </a:lnTo>
                  <a:lnTo>
                    <a:pt x="967232" y="2055418"/>
                  </a:lnTo>
                  <a:lnTo>
                    <a:pt x="967232" y="2046363"/>
                  </a:lnTo>
                  <a:close/>
                </a:path>
                <a:path w="6102984" h="2055495">
                  <a:moveTo>
                    <a:pt x="977912" y="0"/>
                  </a:moveTo>
                  <a:lnTo>
                    <a:pt x="950747" y="0"/>
                  </a:lnTo>
                  <a:lnTo>
                    <a:pt x="950747" y="9055"/>
                  </a:lnTo>
                  <a:lnTo>
                    <a:pt x="977912" y="9055"/>
                  </a:lnTo>
                  <a:lnTo>
                    <a:pt x="977912" y="0"/>
                  </a:lnTo>
                  <a:close/>
                </a:path>
                <a:path w="6102984" h="2055495">
                  <a:moveTo>
                    <a:pt x="1012507" y="2046363"/>
                  </a:moveTo>
                  <a:lnTo>
                    <a:pt x="985342" y="2046363"/>
                  </a:lnTo>
                  <a:lnTo>
                    <a:pt x="985342" y="2055418"/>
                  </a:lnTo>
                  <a:lnTo>
                    <a:pt x="1012507" y="2055418"/>
                  </a:lnTo>
                  <a:lnTo>
                    <a:pt x="1012507" y="2046363"/>
                  </a:lnTo>
                  <a:close/>
                </a:path>
                <a:path w="6102984" h="2055495">
                  <a:moveTo>
                    <a:pt x="1023188" y="0"/>
                  </a:moveTo>
                  <a:lnTo>
                    <a:pt x="996022" y="0"/>
                  </a:lnTo>
                  <a:lnTo>
                    <a:pt x="996022" y="9055"/>
                  </a:lnTo>
                  <a:lnTo>
                    <a:pt x="1023188" y="9055"/>
                  </a:lnTo>
                  <a:lnTo>
                    <a:pt x="1023188" y="0"/>
                  </a:lnTo>
                  <a:close/>
                </a:path>
                <a:path w="6102984" h="2055495">
                  <a:moveTo>
                    <a:pt x="1057770" y="2046363"/>
                  </a:moveTo>
                  <a:lnTo>
                    <a:pt x="1030605" y="2046363"/>
                  </a:lnTo>
                  <a:lnTo>
                    <a:pt x="1030605" y="2055418"/>
                  </a:lnTo>
                  <a:lnTo>
                    <a:pt x="1057770" y="2055418"/>
                  </a:lnTo>
                  <a:lnTo>
                    <a:pt x="1057770" y="2046363"/>
                  </a:lnTo>
                  <a:close/>
                </a:path>
                <a:path w="6102984" h="2055495">
                  <a:moveTo>
                    <a:pt x="1068463" y="0"/>
                  </a:moveTo>
                  <a:lnTo>
                    <a:pt x="1041298" y="0"/>
                  </a:lnTo>
                  <a:lnTo>
                    <a:pt x="1041298" y="9055"/>
                  </a:lnTo>
                  <a:lnTo>
                    <a:pt x="1068463" y="9055"/>
                  </a:lnTo>
                  <a:lnTo>
                    <a:pt x="1068463" y="0"/>
                  </a:lnTo>
                  <a:close/>
                </a:path>
                <a:path w="6102984" h="2055495">
                  <a:moveTo>
                    <a:pt x="1103045" y="2046363"/>
                  </a:moveTo>
                  <a:lnTo>
                    <a:pt x="1075880" y="2046363"/>
                  </a:lnTo>
                  <a:lnTo>
                    <a:pt x="1075880" y="2055418"/>
                  </a:lnTo>
                  <a:lnTo>
                    <a:pt x="1103045" y="2055418"/>
                  </a:lnTo>
                  <a:lnTo>
                    <a:pt x="1103045" y="2046363"/>
                  </a:lnTo>
                  <a:close/>
                </a:path>
                <a:path w="6102984" h="2055495">
                  <a:moveTo>
                    <a:pt x="1113726" y="0"/>
                  </a:moveTo>
                  <a:lnTo>
                    <a:pt x="1086573" y="0"/>
                  </a:lnTo>
                  <a:lnTo>
                    <a:pt x="1086573" y="9055"/>
                  </a:lnTo>
                  <a:lnTo>
                    <a:pt x="1113726" y="9055"/>
                  </a:lnTo>
                  <a:lnTo>
                    <a:pt x="1113726" y="0"/>
                  </a:lnTo>
                  <a:close/>
                </a:path>
                <a:path w="6102984" h="2055495">
                  <a:moveTo>
                    <a:pt x="1148321" y="2046363"/>
                  </a:moveTo>
                  <a:lnTo>
                    <a:pt x="1121156" y="2046363"/>
                  </a:lnTo>
                  <a:lnTo>
                    <a:pt x="1121156" y="2055418"/>
                  </a:lnTo>
                  <a:lnTo>
                    <a:pt x="1148321" y="2055418"/>
                  </a:lnTo>
                  <a:lnTo>
                    <a:pt x="1148321" y="2046363"/>
                  </a:lnTo>
                  <a:close/>
                </a:path>
                <a:path w="6102984" h="2055495">
                  <a:moveTo>
                    <a:pt x="1159002" y="0"/>
                  </a:moveTo>
                  <a:lnTo>
                    <a:pt x="1131836" y="0"/>
                  </a:lnTo>
                  <a:lnTo>
                    <a:pt x="1131836" y="9055"/>
                  </a:lnTo>
                  <a:lnTo>
                    <a:pt x="1159002" y="9055"/>
                  </a:lnTo>
                  <a:lnTo>
                    <a:pt x="1159002" y="0"/>
                  </a:lnTo>
                  <a:close/>
                </a:path>
                <a:path w="6102984" h="2055495">
                  <a:moveTo>
                    <a:pt x="1193596" y="2046363"/>
                  </a:moveTo>
                  <a:lnTo>
                    <a:pt x="1166431" y="2046363"/>
                  </a:lnTo>
                  <a:lnTo>
                    <a:pt x="1166431" y="2055418"/>
                  </a:lnTo>
                  <a:lnTo>
                    <a:pt x="1193596" y="2055418"/>
                  </a:lnTo>
                  <a:lnTo>
                    <a:pt x="1193596" y="2046363"/>
                  </a:lnTo>
                  <a:close/>
                </a:path>
                <a:path w="6102984" h="2055495">
                  <a:moveTo>
                    <a:pt x="1204277" y="0"/>
                  </a:moveTo>
                  <a:lnTo>
                    <a:pt x="1177112" y="0"/>
                  </a:lnTo>
                  <a:lnTo>
                    <a:pt x="1177112" y="9055"/>
                  </a:lnTo>
                  <a:lnTo>
                    <a:pt x="1204277" y="9055"/>
                  </a:lnTo>
                  <a:lnTo>
                    <a:pt x="1204277" y="0"/>
                  </a:lnTo>
                  <a:close/>
                </a:path>
                <a:path w="6102984" h="2055495">
                  <a:moveTo>
                    <a:pt x="1238872" y="2046363"/>
                  </a:moveTo>
                  <a:lnTo>
                    <a:pt x="1211707" y="2046363"/>
                  </a:lnTo>
                  <a:lnTo>
                    <a:pt x="1211707" y="2055418"/>
                  </a:lnTo>
                  <a:lnTo>
                    <a:pt x="1238872" y="2055418"/>
                  </a:lnTo>
                  <a:lnTo>
                    <a:pt x="1238872" y="2046363"/>
                  </a:lnTo>
                  <a:close/>
                </a:path>
                <a:path w="6102984" h="2055495">
                  <a:moveTo>
                    <a:pt x="1249553" y="0"/>
                  </a:moveTo>
                  <a:lnTo>
                    <a:pt x="1222387" y="0"/>
                  </a:lnTo>
                  <a:lnTo>
                    <a:pt x="1222387" y="9055"/>
                  </a:lnTo>
                  <a:lnTo>
                    <a:pt x="1249553" y="9055"/>
                  </a:lnTo>
                  <a:lnTo>
                    <a:pt x="1249553" y="0"/>
                  </a:lnTo>
                  <a:close/>
                </a:path>
                <a:path w="6102984" h="2055495">
                  <a:moveTo>
                    <a:pt x="1284147" y="2046363"/>
                  </a:moveTo>
                  <a:lnTo>
                    <a:pt x="1256982" y="2046363"/>
                  </a:lnTo>
                  <a:lnTo>
                    <a:pt x="1256982" y="2055418"/>
                  </a:lnTo>
                  <a:lnTo>
                    <a:pt x="1284147" y="2055418"/>
                  </a:lnTo>
                  <a:lnTo>
                    <a:pt x="1284147" y="2046363"/>
                  </a:lnTo>
                  <a:close/>
                </a:path>
                <a:path w="6102984" h="2055495">
                  <a:moveTo>
                    <a:pt x="1294828" y="0"/>
                  </a:moveTo>
                  <a:lnTo>
                    <a:pt x="1267663" y="0"/>
                  </a:lnTo>
                  <a:lnTo>
                    <a:pt x="1267663" y="9055"/>
                  </a:lnTo>
                  <a:lnTo>
                    <a:pt x="1294828" y="9055"/>
                  </a:lnTo>
                  <a:lnTo>
                    <a:pt x="1294828" y="0"/>
                  </a:lnTo>
                  <a:close/>
                </a:path>
                <a:path w="6102984" h="2055495">
                  <a:moveTo>
                    <a:pt x="1329410" y="2046363"/>
                  </a:moveTo>
                  <a:lnTo>
                    <a:pt x="1302258" y="2046363"/>
                  </a:lnTo>
                  <a:lnTo>
                    <a:pt x="1302258" y="2055418"/>
                  </a:lnTo>
                  <a:lnTo>
                    <a:pt x="1329410" y="2055418"/>
                  </a:lnTo>
                  <a:lnTo>
                    <a:pt x="1329410" y="2046363"/>
                  </a:lnTo>
                  <a:close/>
                </a:path>
                <a:path w="6102984" h="2055495">
                  <a:moveTo>
                    <a:pt x="1340104" y="0"/>
                  </a:moveTo>
                  <a:lnTo>
                    <a:pt x="1312938" y="0"/>
                  </a:lnTo>
                  <a:lnTo>
                    <a:pt x="1312938" y="9055"/>
                  </a:lnTo>
                  <a:lnTo>
                    <a:pt x="1340104" y="9055"/>
                  </a:lnTo>
                  <a:lnTo>
                    <a:pt x="1340104" y="0"/>
                  </a:lnTo>
                  <a:close/>
                </a:path>
                <a:path w="6102984" h="2055495">
                  <a:moveTo>
                    <a:pt x="1374686" y="2046363"/>
                  </a:moveTo>
                  <a:lnTo>
                    <a:pt x="1347520" y="2046363"/>
                  </a:lnTo>
                  <a:lnTo>
                    <a:pt x="1347520" y="2055418"/>
                  </a:lnTo>
                  <a:lnTo>
                    <a:pt x="1374686" y="2055418"/>
                  </a:lnTo>
                  <a:lnTo>
                    <a:pt x="1374686" y="2046363"/>
                  </a:lnTo>
                  <a:close/>
                </a:path>
                <a:path w="6102984" h="2055495">
                  <a:moveTo>
                    <a:pt x="1385379" y="0"/>
                  </a:moveTo>
                  <a:lnTo>
                    <a:pt x="1358214" y="0"/>
                  </a:lnTo>
                  <a:lnTo>
                    <a:pt x="1358214" y="9055"/>
                  </a:lnTo>
                  <a:lnTo>
                    <a:pt x="1385379" y="9055"/>
                  </a:lnTo>
                  <a:lnTo>
                    <a:pt x="1385379" y="0"/>
                  </a:lnTo>
                  <a:close/>
                </a:path>
                <a:path w="6102984" h="2055495">
                  <a:moveTo>
                    <a:pt x="1419961" y="2046363"/>
                  </a:moveTo>
                  <a:lnTo>
                    <a:pt x="1392796" y="2046363"/>
                  </a:lnTo>
                  <a:lnTo>
                    <a:pt x="1392796" y="2055418"/>
                  </a:lnTo>
                  <a:lnTo>
                    <a:pt x="1419961" y="2055418"/>
                  </a:lnTo>
                  <a:lnTo>
                    <a:pt x="1419961" y="2046363"/>
                  </a:lnTo>
                  <a:close/>
                </a:path>
                <a:path w="6102984" h="2055495">
                  <a:moveTo>
                    <a:pt x="1430642" y="0"/>
                  </a:moveTo>
                  <a:lnTo>
                    <a:pt x="1403489" y="0"/>
                  </a:lnTo>
                  <a:lnTo>
                    <a:pt x="1403489" y="9055"/>
                  </a:lnTo>
                  <a:lnTo>
                    <a:pt x="1430642" y="9055"/>
                  </a:lnTo>
                  <a:lnTo>
                    <a:pt x="1430642" y="0"/>
                  </a:lnTo>
                  <a:close/>
                </a:path>
                <a:path w="6102984" h="2055495">
                  <a:moveTo>
                    <a:pt x="1465237" y="2046363"/>
                  </a:moveTo>
                  <a:lnTo>
                    <a:pt x="1438071" y="2046363"/>
                  </a:lnTo>
                  <a:lnTo>
                    <a:pt x="1438071" y="2055418"/>
                  </a:lnTo>
                  <a:lnTo>
                    <a:pt x="1465237" y="2055418"/>
                  </a:lnTo>
                  <a:lnTo>
                    <a:pt x="1465237" y="2046363"/>
                  </a:lnTo>
                  <a:close/>
                </a:path>
                <a:path w="6102984" h="2055495">
                  <a:moveTo>
                    <a:pt x="1475917" y="0"/>
                  </a:moveTo>
                  <a:lnTo>
                    <a:pt x="1448752" y="0"/>
                  </a:lnTo>
                  <a:lnTo>
                    <a:pt x="1448752" y="9055"/>
                  </a:lnTo>
                  <a:lnTo>
                    <a:pt x="1475917" y="9055"/>
                  </a:lnTo>
                  <a:lnTo>
                    <a:pt x="1475917" y="0"/>
                  </a:lnTo>
                  <a:close/>
                </a:path>
                <a:path w="6102984" h="2055495">
                  <a:moveTo>
                    <a:pt x="1510512" y="2046363"/>
                  </a:moveTo>
                  <a:lnTo>
                    <a:pt x="1483347" y="2046363"/>
                  </a:lnTo>
                  <a:lnTo>
                    <a:pt x="1483347" y="2055418"/>
                  </a:lnTo>
                  <a:lnTo>
                    <a:pt x="1510512" y="2055418"/>
                  </a:lnTo>
                  <a:lnTo>
                    <a:pt x="1510512" y="2046363"/>
                  </a:lnTo>
                  <a:close/>
                </a:path>
                <a:path w="6102984" h="2055495">
                  <a:moveTo>
                    <a:pt x="1521193" y="0"/>
                  </a:moveTo>
                  <a:lnTo>
                    <a:pt x="1494028" y="0"/>
                  </a:lnTo>
                  <a:lnTo>
                    <a:pt x="1494028" y="9055"/>
                  </a:lnTo>
                  <a:lnTo>
                    <a:pt x="1521193" y="9055"/>
                  </a:lnTo>
                  <a:lnTo>
                    <a:pt x="1521193" y="0"/>
                  </a:lnTo>
                  <a:close/>
                </a:path>
                <a:path w="6102984" h="2055495">
                  <a:moveTo>
                    <a:pt x="1555788" y="2046363"/>
                  </a:moveTo>
                  <a:lnTo>
                    <a:pt x="1528622" y="2046363"/>
                  </a:lnTo>
                  <a:lnTo>
                    <a:pt x="1528622" y="2055418"/>
                  </a:lnTo>
                  <a:lnTo>
                    <a:pt x="1555788" y="2055418"/>
                  </a:lnTo>
                  <a:lnTo>
                    <a:pt x="1555788" y="2046363"/>
                  </a:lnTo>
                  <a:close/>
                </a:path>
                <a:path w="6102984" h="2055495">
                  <a:moveTo>
                    <a:pt x="1566468" y="0"/>
                  </a:moveTo>
                  <a:lnTo>
                    <a:pt x="1539303" y="0"/>
                  </a:lnTo>
                  <a:lnTo>
                    <a:pt x="1539303" y="9055"/>
                  </a:lnTo>
                  <a:lnTo>
                    <a:pt x="1566468" y="9055"/>
                  </a:lnTo>
                  <a:lnTo>
                    <a:pt x="1566468" y="0"/>
                  </a:lnTo>
                  <a:close/>
                </a:path>
                <a:path w="6102984" h="2055495">
                  <a:moveTo>
                    <a:pt x="1601063" y="2046363"/>
                  </a:moveTo>
                  <a:lnTo>
                    <a:pt x="1573898" y="2046363"/>
                  </a:lnTo>
                  <a:lnTo>
                    <a:pt x="1573898" y="2055418"/>
                  </a:lnTo>
                  <a:lnTo>
                    <a:pt x="1601063" y="2055418"/>
                  </a:lnTo>
                  <a:lnTo>
                    <a:pt x="1601063" y="2046363"/>
                  </a:lnTo>
                  <a:close/>
                </a:path>
                <a:path w="6102984" h="2055495">
                  <a:moveTo>
                    <a:pt x="1611744" y="0"/>
                  </a:moveTo>
                  <a:lnTo>
                    <a:pt x="1584579" y="0"/>
                  </a:lnTo>
                  <a:lnTo>
                    <a:pt x="1584579" y="9055"/>
                  </a:lnTo>
                  <a:lnTo>
                    <a:pt x="1611744" y="9055"/>
                  </a:lnTo>
                  <a:lnTo>
                    <a:pt x="1611744" y="0"/>
                  </a:lnTo>
                  <a:close/>
                </a:path>
                <a:path w="6102984" h="2055495">
                  <a:moveTo>
                    <a:pt x="1646326" y="2046363"/>
                  </a:moveTo>
                  <a:lnTo>
                    <a:pt x="1619161" y="2046363"/>
                  </a:lnTo>
                  <a:lnTo>
                    <a:pt x="1619161" y="2055418"/>
                  </a:lnTo>
                  <a:lnTo>
                    <a:pt x="1646326" y="2055418"/>
                  </a:lnTo>
                  <a:lnTo>
                    <a:pt x="1646326" y="2046363"/>
                  </a:lnTo>
                  <a:close/>
                </a:path>
                <a:path w="6102984" h="2055495">
                  <a:moveTo>
                    <a:pt x="1657019" y="0"/>
                  </a:moveTo>
                  <a:lnTo>
                    <a:pt x="1629854" y="0"/>
                  </a:lnTo>
                  <a:lnTo>
                    <a:pt x="1629854" y="9055"/>
                  </a:lnTo>
                  <a:lnTo>
                    <a:pt x="1657019" y="9055"/>
                  </a:lnTo>
                  <a:lnTo>
                    <a:pt x="1657019" y="0"/>
                  </a:lnTo>
                  <a:close/>
                </a:path>
                <a:path w="6102984" h="2055495">
                  <a:moveTo>
                    <a:pt x="1691601" y="2046363"/>
                  </a:moveTo>
                  <a:lnTo>
                    <a:pt x="1664436" y="2046363"/>
                  </a:lnTo>
                  <a:lnTo>
                    <a:pt x="1664436" y="2055418"/>
                  </a:lnTo>
                  <a:lnTo>
                    <a:pt x="1691601" y="2055418"/>
                  </a:lnTo>
                  <a:lnTo>
                    <a:pt x="1691601" y="2046363"/>
                  </a:lnTo>
                  <a:close/>
                </a:path>
                <a:path w="6102984" h="2055495">
                  <a:moveTo>
                    <a:pt x="1702295" y="0"/>
                  </a:moveTo>
                  <a:lnTo>
                    <a:pt x="1675130" y="0"/>
                  </a:lnTo>
                  <a:lnTo>
                    <a:pt x="1675130" y="9055"/>
                  </a:lnTo>
                  <a:lnTo>
                    <a:pt x="1702295" y="9055"/>
                  </a:lnTo>
                  <a:lnTo>
                    <a:pt x="1702295" y="0"/>
                  </a:lnTo>
                  <a:close/>
                </a:path>
                <a:path w="6102984" h="2055495">
                  <a:moveTo>
                    <a:pt x="1736877" y="2046363"/>
                  </a:moveTo>
                  <a:lnTo>
                    <a:pt x="1709712" y="2046363"/>
                  </a:lnTo>
                  <a:lnTo>
                    <a:pt x="1709712" y="2055418"/>
                  </a:lnTo>
                  <a:lnTo>
                    <a:pt x="1736877" y="2055418"/>
                  </a:lnTo>
                  <a:lnTo>
                    <a:pt x="1736877" y="2046363"/>
                  </a:lnTo>
                  <a:close/>
                </a:path>
                <a:path w="6102984" h="2055495">
                  <a:moveTo>
                    <a:pt x="1747558" y="0"/>
                  </a:moveTo>
                  <a:lnTo>
                    <a:pt x="1720392" y="0"/>
                  </a:lnTo>
                  <a:lnTo>
                    <a:pt x="1720392" y="9055"/>
                  </a:lnTo>
                  <a:lnTo>
                    <a:pt x="1747558" y="9055"/>
                  </a:lnTo>
                  <a:lnTo>
                    <a:pt x="1747558" y="0"/>
                  </a:lnTo>
                  <a:close/>
                </a:path>
                <a:path w="6102984" h="2055495">
                  <a:moveTo>
                    <a:pt x="1782152" y="2046363"/>
                  </a:moveTo>
                  <a:lnTo>
                    <a:pt x="1754987" y="2046363"/>
                  </a:lnTo>
                  <a:lnTo>
                    <a:pt x="1754987" y="2055418"/>
                  </a:lnTo>
                  <a:lnTo>
                    <a:pt x="1782152" y="2055418"/>
                  </a:lnTo>
                  <a:lnTo>
                    <a:pt x="1782152" y="2046363"/>
                  </a:lnTo>
                  <a:close/>
                </a:path>
                <a:path w="6102984" h="2055495">
                  <a:moveTo>
                    <a:pt x="1792833" y="0"/>
                  </a:moveTo>
                  <a:lnTo>
                    <a:pt x="1765668" y="0"/>
                  </a:lnTo>
                  <a:lnTo>
                    <a:pt x="1765668" y="9055"/>
                  </a:lnTo>
                  <a:lnTo>
                    <a:pt x="1792833" y="9055"/>
                  </a:lnTo>
                  <a:lnTo>
                    <a:pt x="1792833" y="0"/>
                  </a:lnTo>
                  <a:close/>
                </a:path>
                <a:path w="6102984" h="2055495">
                  <a:moveTo>
                    <a:pt x="1827428" y="2046363"/>
                  </a:moveTo>
                  <a:lnTo>
                    <a:pt x="1800263" y="2046363"/>
                  </a:lnTo>
                  <a:lnTo>
                    <a:pt x="1800263" y="2055418"/>
                  </a:lnTo>
                  <a:lnTo>
                    <a:pt x="1827428" y="2055418"/>
                  </a:lnTo>
                  <a:lnTo>
                    <a:pt x="1827428" y="2046363"/>
                  </a:lnTo>
                  <a:close/>
                </a:path>
                <a:path w="6102984" h="2055495">
                  <a:moveTo>
                    <a:pt x="1838109" y="0"/>
                  </a:moveTo>
                  <a:lnTo>
                    <a:pt x="1810943" y="0"/>
                  </a:lnTo>
                  <a:lnTo>
                    <a:pt x="1810943" y="9055"/>
                  </a:lnTo>
                  <a:lnTo>
                    <a:pt x="1838109" y="9055"/>
                  </a:lnTo>
                  <a:lnTo>
                    <a:pt x="1838109" y="0"/>
                  </a:lnTo>
                  <a:close/>
                </a:path>
                <a:path w="6102984" h="2055495">
                  <a:moveTo>
                    <a:pt x="1872703" y="2046363"/>
                  </a:moveTo>
                  <a:lnTo>
                    <a:pt x="1845538" y="2046363"/>
                  </a:lnTo>
                  <a:lnTo>
                    <a:pt x="1845538" y="2055418"/>
                  </a:lnTo>
                  <a:lnTo>
                    <a:pt x="1872703" y="2055418"/>
                  </a:lnTo>
                  <a:lnTo>
                    <a:pt x="1872703" y="2046363"/>
                  </a:lnTo>
                  <a:close/>
                </a:path>
                <a:path w="6102984" h="2055495">
                  <a:moveTo>
                    <a:pt x="1883384" y="0"/>
                  </a:moveTo>
                  <a:lnTo>
                    <a:pt x="1856219" y="0"/>
                  </a:lnTo>
                  <a:lnTo>
                    <a:pt x="1856219" y="9055"/>
                  </a:lnTo>
                  <a:lnTo>
                    <a:pt x="1883384" y="9055"/>
                  </a:lnTo>
                  <a:lnTo>
                    <a:pt x="1883384" y="0"/>
                  </a:lnTo>
                  <a:close/>
                </a:path>
                <a:path w="6102984" h="2055495">
                  <a:moveTo>
                    <a:pt x="1917966" y="2046363"/>
                  </a:moveTo>
                  <a:lnTo>
                    <a:pt x="1890814" y="2046363"/>
                  </a:lnTo>
                  <a:lnTo>
                    <a:pt x="1890814" y="2055418"/>
                  </a:lnTo>
                  <a:lnTo>
                    <a:pt x="1917966" y="2055418"/>
                  </a:lnTo>
                  <a:lnTo>
                    <a:pt x="1917966" y="2046363"/>
                  </a:lnTo>
                  <a:close/>
                </a:path>
                <a:path w="6102984" h="2055495">
                  <a:moveTo>
                    <a:pt x="1928660" y="0"/>
                  </a:moveTo>
                  <a:lnTo>
                    <a:pt x="1901494" y="0"/>
                  </a:lnTo>
                  <a:lnTo>
                    <a:pt x="1901494" y="9055"/>
                  </a:lnTo>
                  <a:lnTo>
                    <a:pt x="1928660" y="9055"/>
                  </a:lnTo>
                  <a:lnTo>
                    <a:pt x="1928660" y="0"/>
                  </a:lnTo>
                  <a:close/>
                </a:path>
                <a:path w="6102984" h="2055495">
                  <a:moveTo>
                    <a:pt x="1963242" y="2046363"/>
                  </a:moveTo>
                  <a:lnTo>
                    <a:pt x="1936076" y="2046363"/>
                  </a:lnTo>
                  <a:lnTo>
                    <a:pt x="1936076" y="2055418"/>
                  </a:lnTo>
                  <a:lnTo>
                    <a:pt x="1963242" y="2055418"/>
                  </a:lnTo>
                  <a:lnTo>
                    <a:pt x="1963242" y="2046363"/>
                  </a:lnTo>
                  <a:close/>
                </a:path>
                <a:path w="6102984" h="2055495">
                  <a:moveTo>
                    <a:pt x="1973935" y="0"/>
                  </a:moveTo>
                  <a:lnTo>
                    <a:pt x="1946770" y="0"/>
                  </a:lnTo>
                  <a:lnTo>
                    <a:pt x="1946770" y="9055"/>
                  </a:lnTo>
                  <a:lnTo>
                    <a:pt x="1973935" y="9055"/>
                  </a:lnTo>
                  <a:lnTo>
                    <a:pt x="1973935" y="0"/>
                  </a:lnTo>
                  <a:close/>
                </a:path>
                <a:path w="6102984" h="2055495">
                  <a:moveTo>
                    <a:pt x="2008517" y="2046363"/>
                  </a:moveTo>
                  <a:lnTo>
                    <a:pt x="1981352" y="2046363"/>
                  </a:lnTo>
                  <a:lnTo>
                    <a:pt x="1981352" y="2055418"/>
                  </a:lnTo>
                  <a:lnTo>
                    <a:pt x="2008517" y="2055418"/>
                  </a:lnTo>
                  <a:lnTo>
                    <a:pt x="2008517" y="2046363"/>
                  </a:lnTo>
                  <a:close/>
                </a:path>
                <a:path w="6102984" h="2055495">
                  <a:moveTo>
                    <a:pt x="2019198" y="0"/>
                  </a:moveTo>
                  <a:lnTo>
                    <a:pt x="1992045" y="0"/>
                  </a:lnTo>
                  <a:lnTo>
                    <a:pt x="1992045" y="9055"/>
                  </a:lnTo>
                  <a:lnTo>
                    <a:pt x="2019198" y="9055"/>
                  </a:lnTo>
                  <a:lnTo>
                    <a:pt x="2019198" y="0"/>
                  </a:lnTo>
                  <a:close/>
                </a:path>
                <a:path w="6102984" h="2055495">
                  <a:moveTo>
                    <a:pt x="2053793" y="2046363"/>
                  </a:moveTo>
                  <a:lnTo>
                    <a:pt x="2026627" y="2046363"/>
                  </a:lnTo>
                  <a:lnTo>
                    <a:pt x="2026627" y="2055418"/>
                  </a:lnTo>
                  <a:lnTo>
                    <a:pt x="2053793" y="2055418"/>
                  </a:lnTo>
                  <a:lnTo>
                    <a:pt x="2053793" y="2046363"/>
                  </a:lnTo>
                  <a:close/>
                </a:path>
                <a:path w="6102984" h="2055495">
                  <a:moveTo>
                    <a:pt x="2064473" y="0"/>
                  </a:moveTo>
                  <a:lnTo>
                    <a:pt x="2037308" y="0"/>
                  </a:lnTo>
                  <a:lnTo>
                    <a:pt x="2037308" y="9055"/>
                  </a:lnTo>
                  <a:lnTo>
                    <a:pt x="2064473" y="9055"/>
                  </a:lnTo>
                  <a:lnTo>
                    <a:pt x="2064473" y="0"/>
                  </a:lnTo>
                  <a:close/>
                </a:path>
                <a:path w="6102984" h="2055495">
                  <a:moveTo>
                    <a:pt x="2099068" y="2046363"/>
                  </a:moveTo>
                  <a:lnTo>
                    <a:pt x="2071903" y="2046363"/>
                  </a:lnTo>
                  <a:lnTo>
                    <a:pt x="2071903" y="2055418"/>
                  </a:lnTo>
                  <a:lnTo>
                    <a:pt x="2099068" y="2055418"/>
                  </a:lnTo>
                  <a:lnTo>
                    <a:pt x="2099068" y="2046363"/>
                  </a:lnTo>
                  <a:close/>
                </a:path>
                <a:path w="6102984" h="2055495">
                  <a:moveTo>
                    <a:pt x="2109749" y="0"/>
                  </a:moveTo>
                  <a:lnTo>
                    <a:pt x="2082584" y="0"/>
                  </a:lnTo>
                  <a:lnTo>
                    <a:pt x="2082584" y="9055"/>
                  </a:lnTo>
                  <a:lnTo>
                    <a:pt x="2109749" y="9055"/>
                  </a:lnTo>
                  <a:lnTo>
                    <a:pt x="2109749" y="0"/>
                  </a:lnTo>
                  <a:close/>
                </a:path>
                <a:path w="6102984" h="2055495">
                  <a:moveTo>
                    <a:pt x="2144344" y="2046363"/>
                  </a:moveTo>
                  <a:lnTo>
                    <a:pt x="2117179" y="2046363"/>
                  </a:lnTo>
                  <a:lnTo>
                    <a:pt x="2117179" y="2055418"/>
                  </a:lnTo>
                  <a:lnTo>
                    <a:pt x="2144344" y="2055418"/>
                  </a:lnTo>
                  <a:lnTo>
                    <a:pt x="2144344" y="2046363"/>
                  </a:lnTo>
                  <a:close/>
                </a:path>
                <a:path w="6102984" h="2055495">
                  <a:moveTo>
                    <a:pt x="2155025" y="0"/>
                  </a:moveTo>
                  <a:lnTo>
                    <a:pt x="2127859" y="0"/>
                  </a:lnTo>
                  <a:lnTo>
                    <a:pt x="2127859" y="9055"/>
                  </a:lnTo>
                  <a:lnTo>
                    <a:pt x="2155025" y="9055"/>
                  </a:lnTo>
                  <a:lnTo>
                    <a:pt x="2155025" y="0"/>
                  </a:lnTo>
                  <a:close/>
                </a:path>
                <a:path w="6102984" h="2055495">
                  <a:moveTo>
                    <a:pt x="2189619" y="2046363"/>
                  </a:moveTo>
                  <a:lnTo>
                    <a:pt x="2162454" y="2046363"/>
                  </a:lnTo>
                  <a:lnTo>
                    <a:pt x="2162454" y="2055418"/>
                  </a:lnTo>
                  <a:lnTo>
                    <a:pt x="2189619" y="2055418"/>
                  </a:lnTo>
                  <a:lnTo>
                    <a:pt x="2189619" y="2046363"/>
                  </a:lnTo>
                  <a:close/>
                </a:path>
                <a:path w="6102984" h="2055495">
                  <a:moveTo>
                    <a:pt x="2200300" y="0"/>
                  </a:moveTo>
                  <a:lnTo>
                    <a:pt x="2173135" y="0"/>
                  </a:lnTo>
                  <a:lnTo>
                    <a:pt x="2173135" y="9055"/>
                  </a:lnTo>
                  <a:lnTo>
                    <a:pt x="2200300" y="9055"/>
                  </a:lnTo>
                  <a:lnTo>
                    <a:pt x="2200300" y="0"/>
                  </a:lnTo>
                  <a:close/>
                </a:path>
                <a:path w="6102984" h="2055495">
                  <a:moveTo>
                    <a:pt x="2234882" y="2046363"/>
                  </a:moveTo>
                  <a:lnTo>
                    <a:pt x="2207730" y="2046363"/>
                  </a:lnTo>
                  <a:lnTo>
                    <a:pt x="2207730" y="2055418"/>
                  </a:lnTo>
                  <a:lnTo>
                    <a:pt x="2234882" y="2055418"/>
                  </a:lnTo>
                  <a:lnTo>
                    <a:pt x="2234882" y="2046363"/>
                  </a:lnTo>
                  <a:close/>
                </a:path>
                <a:path w="6102984" h="2055495">
                  <a:moveTo>
                    <a:pt x="2245576" y="0"/>
                  </a:moveTo>
                  <a:lnTo>
                    <a:pt x="2218410" y="0"/>
                  </a:lnTo>
                  <a:lnTo>
                    <a:pt x="2218410" y="9055"/>
                  </a:lnTo>
                  <a:lnTo>
                    <a:pt x="2245576" y="9055"/>
                  </a:lnTo>
                  <a:lnTo>
                    <a:pt x="2245576" y="0"/>
                  </a:lnTo>
                  <a:close/>
                </a:path>
                <a:path w="6102984" h="2055495">
                  <a:moveTo>
                    <a:pt x="2280158" y="2046363"/>
                  </a:moveTo>
                  <a:lnTo>
                    <a:pt x="2252992" y="2046363"/>
                  </a:lnTo>
                  <a:lnTo>
                    <a:pt x="2252992" y="2055418"/>
                  </a:lnTo>
                  <a:lnTo>
                    <a:pt x="2280158" y="2055418"/>
                  </a:lnTo>
                  <a:lnTo>
                    <a:pt x="2280158" y="2046363"/>
                  </a:lnTo>
                  <a:close/>
                </a:path>
                <a:path w="6102984" h="2055495">
                  <a:moveTo>
                    <a:pt x="2290851" y="0"/>
                  </a:moveTo>
                  <a:lnTo>
                    <a:pt x="2263686" y="0"/>
                  </a:lnTo>
                  <a:lnTo>
                    <a:pt x="2263686" y="9055"/>
                  </a:lnTo>
                  <a:lnTo>
                    <a:pt x="2290851" y="9055"/>
                  </a:lnTo>
                  <a:lnTo>
                    <a:pt x="2290851" y="0"/>
                  </a:lnTo>
                  <a:close/>
                </a:path>
                <a:path w="6102984" h="2055495">
                  <a:moveTo>
                    <a:pt x="2325433" y="2046363"/>
                  </a:moveTo>
                  <a:lnTo>
                    <a:pt x="2298268" y="2046363"/>
                  </a:lnTo>
                  <a:lnTo>
                    <a:pt x="2298268" y="2055418"/>
                  </a:lnTo>
                  <a:lnTo>
                    <a:pt x="2325433" y="2055418"/>
                  </a:lnTo>
                  <a:lnTo>
                    <a:pt x="2325433" y="2046363"/>
                  </a:lnTo>
                  <a:close/>
                </a:path>
                <a:path w="6102984" h="2055495">
                  <a:moveTo>
                    <a:pt x="2336114" y="0"/>
                  </a:moveTo>
                  <a:lnTo>
                    <a:pt x="2308949" y="0"/>
                  </a:lnTo>
                  <a:lnTo>
                    <a:pt x="2308949" y="9055"/>
                  </a:lnTo>
                  <a:lnTo>
                    <a:pt x="2336114" y="9055"/>
                  </a:lnTo>
                  <a:lnTo>
                    <a:pt x="2336114" y="0"/>
                  </a:lnTo>
                  <a:close/>
                </a:path>
                <a:path w="6102984" h="2055495">
                  <a:moveTo>
                    <a:pt x="2370709" y="2046363"/>
                  </a:moveTo>
                  <a:lnTo>
                    <a:pt x="2343543" y="2046363"/>
                  </a:lnTo>
                  <a:lnTo>
                    <a:pt x="2343543" y="2055418"/>
                  </a:lnTo>
                  <a:lnTo>
                    <a:pt x="2370709" y="2055418"/>
                  </a:lnTo>
                  <a:lnTo>
                    <a:pt x="2370709" y="2046363"/>
                  </a:lnTo>
                  <a:close/>
                </a:path>
                <a:path w="6102984" h="2055495">
                  <a:moveTo>
                    <a:pt x="2381389" y="0"/>
                  </a:moveTo>
                  <a:lnTo>
                    <a:pt x="2354224" y="0"/>
                  </a:lnTo>
                  <a:lnTo>
                    <a:pt x="2354224" y="9055"/>
                  </a:lnTo>
                  <a:lnTo>
                    <a:pt x="2381389" y="9055"/>
                  </a:lnTo>
                  <a:lnTo>
                    <a:pt x="2381389" y="0"/>
                  </a:lnTo>
                  <a:close/>
                </a:path>
                <a:path w="6102984" h="2055495">
                  <a:moveTo>
                    <a:pt x="2415984" y="2046363"/>
                  </a:moveTo>
                  <a:lnTo>
                    <a:pt x="2388819" y="2046363"/>
                  </a:lnTo>
                  <a:lnTo>
                    <a:pt x="2388819" y="2055418"/>
                  </a:lnTo>
                  <a:lnTo>
                    <a:pt x="2415984" y="2055418"/>
                  </a:lnTo>
                  <a:lnTo>
                    <a:pt x="2415984" y="2046363"/>
                  </a:lnTo>
                  <a:close/>
                </a:path>
                <a:path w="6102984" h="2055495">
                  <a:moveTo>
                    <a:pt x="2426665" y="0"/>
                  </a:moveTo>
                  <a:lnTo>
                    <a:pt x="2399500" y="0"/>
                  </a:lnTo>
                  <a:lnTo>
                    <a:pt x="2399500" y="9055"/>
                  </a:lnTo>
                  <a:lnTo>
                    <a:pt x="2426665" y="9055"/>
                  </a:lnTo>
                  <a:lnTo>
                    <a:pt x="2426665" y="0"/>
                  </a:lnTo>
                  <a:close/>
                </a:path>
                <a:path w="6102984" h="2055495">
                  <a:moveTo>
                    <a:pt x="2461260" y="2046363"/>
                  </a:moveTo>
                  <a:lnTo>
                    <a:pt x="2434094" y="2046363"/>
                  </a:lnTo>
                  <a:lnTo>
                    <a:pt x="2434094" y="2055418"/>
                  </a:lnTo>
                  <a:lnTo>
                    <a:pt x="2461260" y="2055418"/>
                  </a:lnTo>
                  <a:lnTo>
                    <a:pt x="2461260" y="2046363"/>
                  </a:lnTo>
                  <a:close/>
                </a:path>
                <a:path w="6102984" h="2055495">
                  <a:moveTo>
                    <a:pt x="2471940" y="0"/>
                  </a:moveTo>
                  <a:lnTo>
                    <a:pt x="2444775" y="0"/>
                  </a:lnTo>
                  <a:lnTo>
                    <a:pt x="2444775" y="9055"/>
                  </a:lnTo>
                  <a:lnTo>
                    <a:pt x="2471940" y="9055"/>
                  </a:lnTo>
                  <a:lnTo>
                    <a:pt x="2471940" y="0"/>
                  </a:lnTo>
                  <a:close/>
                </a:path>
                <a:path w="6102984" h="2055495">
                  <a:moveTo>
                    <a:pt x="2506535" y="2046363"/>
                  </a:moveTo>
                  <a:lnTo>
                    <a:pt x="2479370" y="2046363"/>
                  </a:lnTo>
                  <a:lnTo>
                    <a:pt x="2479370" y="2055418"/>
                  </a:lnTo>
                  <a:lnTo>
                    <a:pt x="2506535" y="2055418"/>
                  </a:lnTo>
                  <a:lnTo>
                    <a:pt x="2506535" y="2046363"/>
                  </a:lnTo>
                  <a:close/>
                </a:path>
                <a:path w="6102984" h="2055495">
                  <a:moveTo>
                    <a:pt x="2517216" y="0"/>
                  </a:moveTo>
                  <a:lnTo>
                    <a:pt x="2490051" y="0"/>
                  </a:lnTo>
                  <a:lnTo>
                    <a:pt x="2490051" y="9055"/>
                  </a:lnTo>
                  <a:lnTo>
                    <a:pt x="2517216" y="9055"/>
                  </a:lnTo>
                  <a:lnTo>
                    <a:pt x="2517216" y="0"/>
                  </a:lnTo>
                  <a:close/>
                </a:path>
                <a:path w="6102984" h="2055495">
                  <a:moveTo>
                    <a:pt x="2551798" y="2046363"/>
                  </a:moveTo>
                  <a:lnTo>
                    <a:pt x="2524633" y="2046363"/>
                  </a:lnTo>
                  <a:lnTo>
                    <a:pt x="2524633" y="2055418"/>
                  </a:lnTo>
                  <a:lnTo>
                    <a:pt x="2551798" y="2055418"/>
                  </a:lnTo>
                  <a:lnTo>
                    <a:pt x="2551798" y="2046363"/>
                  </a:lnTo>
                  <a:close/>
                </a:path>
                <a:path w="6102984" h="2055495">
                  <a:moveTo>
                    <a:pt x="2562491" y="0"/>
                  </a:moveTo>
                  <a:lnTo>
                    <a:pt x="2535326" y="0"/>
                  </a:lnTo>
                  <a:lnTo>
                    <a:pt x="2535326" y="9055"/>
                  </a:lnTo>
                  <a:lnTo>
                    <a:pt x="2562491" y="9055"/>
                  </a:lnTo>
                  <a:lnTo>
                    <a:pt x="2562491" y="0"/>
                  </a:lnTo>
                  <a:close/>
                </a:path>
                <a:path w="6102984" h="2055495">
                  <a:moveTo>
                    <a:pt x="2597073" y="2046363"/>
                  </a:moveTo>
                  <a:lnTo>
                    <a:pt x="2569908" y="2046363"/>
                  </a:lnTo>
                  <a:lnTo>
                    <a:pt x="2569908" y="2055418"/>
                  </a:lnTo>
                  <a:lnTo>
                    <a:pt x="2597073" y="2055418"/>
                  </a:lnTo>
                  <a:lnTo>
                    <a:pt x="2597073" y="2046363"/>
                  </a:lnTo>
                  <a:close/>
                </a:path>
                <a:path w="6102984" h="2055495">
                  <a:moveTo>
                    <a:pt x="2607754" y="0"/>
                  </a:moveTo>
                  <a:lnTo>
                    <a:pt x="2580602" y="0"/>
                  </a:lnTo>
                  <a:lnTo>
                    <a:pt x="2580602" y="9055"/>
                  </a:lnTo>
                  <a:lnTo>
                    <a:pt x="2607754" y="9055"/>
                  </a:lnTo>
                  <a:lnTo>
                    <a:pt x="2607754" y="0"/>
                  </a:lnTo>
                  <a:close/>
                </a:path>
                <a:path w="6102984" h="2055495">
                  <a:moveTo>
                    <a:pt x="2642349" y="2046363"/>
                  </a:moveTo>
                  <a:lnTo>
                    <a:pt x="2615184" y="2046363"/>
                  </a:lnTo>
                  <a:lnTo>
                    <a:pt x="2615184" y="2055418"/>
                  </a:lnTo>
                  <a:lnTo>
                    <a:pt x="2642349" y="2055418"/>
                  </a:lnTo>
                  <a:lnTo>
                    <a:pt x="2642349" y="2046363"/>
                  </a:lnTo>
                  <a:close/>
                </a:path>
                <a:path w="6102984" h="2055495">
                  <a:moveTo>
                    <a:pt x="2653030" y="0"/>
                  </a:moveTo>
                  <a:lnTo>
                    <a:pt x="2625864" y="0"/>
                  </a:lnTo>
                  <a:lnTo>
                    <a:pt x="2625864" y="9055"/>
                  </a:lnTo>
                  <a:lnTo>
                    <a:pt x="2653030" y="9055"/>
                  </a:lnTo>
                  <a:lnTo>
                    <a:pt x="2653030" y="0"/>
                  </a:lnTo>
                  <a:close/>
                </a:path>
                <a:path w="6102984" h="2055495">
                  <a:moveTo>
                    <a:pt x="2687624" y="2046363"/>
                  </a:moveTo>
                  <a:lnTo>
                    <a:pt x="2660459" y="2046363"/>
                  </a:lnTo>
                  <a:lnTo>
                    <a:pt x="2660459" y="2055418"/>
                  </a:lnTo>
                  <a:lnTo>
                    <a:pt x="2687624" y="2055418"/>
                  </a:lnTo>
                  <a:lnTo>
                    <a:pt x="2687624" y="2046363"/>
                  </a:lnTo>
                  <a:close/>
                </a:path>
                <a:path w="6102984" h="2055495">
                  <a:moveTo>
                    <a:pt x="2698305" y="0"/>
                  </a:moveTo>
                  <a:lnTo>
                    <a:pt x="2671140" y="0"/>
                  </a:lnTo>
                  <a:lnTo>
                    <a:pt x="2671140" y="9055"/>
                  </a:lnTo>
                  <a:lnTo>
                    <a:pt x="2698305" y="9055"/>
                  </a:lnTo>
                  <a:lnTo>
                    <a:pt x="2698305" y="0"/>
                  </a:lnTo>
                  <a:close/>
                </a:path>
                <a:path w="6102984" h="2055495">
                  <a:moveTo>
                    <a:pt x="2732900" y="2046363"/>
                  </a:moveTo>
                  <a:lnTo>
                    <a:pt x="2705735" y="2046363"/>
                  </a:lnTo>
                  <a:lnTo>
                    <a:pt x="2705735" y="2055418"/>
                  </a:lnTo>
                  <a:lnTo>
                    <a:pt x="2732900" y="2055418"/>
                  </a:lnTo>
                  <a:lnTo>
                    <a:pt x="2732900" y="2046363"/>
                  </a:lnTo>
                  <a:close/>
                </a:path>
                <a:path w="6102984" h="2055495">
                  <a:moveTo>
                    <a:pt x="2743581" y="0"/>
                  </a:moveTo>
                  <a:lnTo>
                    <a:pt x="2716415" y="0"/>
                  </a:lnTo>
                  <a:lnTo>
                    <a:pt x="2716415" y="9055"/>
                  </a:lnTo>
                  <a:lnTo>
                    <a:pt x="2743581" y="9055"/>
                  </a:lnTo>
                  <a:lnTo>
                    <a:pt x="2743581" y="0"/>
                  </a:lnTo>
                  <a:close/>
                </a:path>
                <a:path w="6102984" h="2055495">
                  <a:moveTo>
                    <a:pt x="2778175" y="2046363"/>
                  </a:moveTo>
                  <a:lnTo>
                    <a:pt x="2751010" y="2046363"/>
                  </a:lnTo>
                  <a:lnTo>
                    <a:pt x="2751010" y="2055418"/>
                  </a:lnTo>
                  <a:lnTo>
                    <a:pt x="2778175" y="2055418"/>
                  </a:lnTo>
                  <a:lnTo>
                    <a:pt x="2778175" y="2046363"/>
                  </a:lnTo>
                  <a:close/>
                </a:path>
                <a:path w="6102984" h="2055495">
                  <a:moveTo>
                    <a:pt x="2788856" y="0"/>
                  </a:moveTo>
                  <a:lnTo>
                    <a:pt x="2761691" y="0"/>
                  </a:lnTo>
                  <a:lnTo>
                    <a:pt x="2761691" y="9055"/>
                  </a:lnTo>
                  <a:lnTo>
                    <a:pt x="2788856" y="9055"/>
                  </a:lnTo>
                  <a:lnTo>
                    <a:pt x="2788856" y="0"/>
                  </a:lnTo>
                  <a:close/>
                </a:path>
                <a:path w="6102984" h="2055495">
                  <a:moveTo>
                    <a:pt x="2823438" y="2046363"/>
                  </a:moveTo>
                  <a:lnTo>
                    <a:pt x="2796286" y="2046363"/>
                  </a:lnTo>
                  <a:lnTo>
                    <a:pt x="2796286" y="2055418"/>
                  </a:lnTo>
                  <a:lnTo>
                    <a:pt x="2823438" y="2055418"/>
                  </a:lnTo>
                  <a:lnTo>
                    <a:pt x="2823438" y="2046363"/>
                  </a:lnTo>
                  <a:close/>
                </a:path>
                <a:path w="6102984" h="2055495">
                  <a:moveTo>
                    <a:pt x="2834132" y="0"/>
                  </a:moveTo>
                  <a:lnTo>
                    <a:pt x="2806966" y="0"/>
                  </a:lnTo>
                  <a:lnTo>
                    <a:pt x="2806966" y="9055"/>
                  </a:lnTo>
                  <a:lnTo>
                    <a:pt x="2834132" y="9055"/>
                  </a:lnTo>
                  <a:lnTo>
                    <a:pt x="2834132" y="0"/>
                  </a:lnTo>
                  <a:close/>
                </a:path>
                <a:path w="6102984" h="2055495">
                  <a:moveTo>
                    <a:pt x="2868714" y="2046363"/>
                  </a:moveTo>
                  <a:lnTo>
                    <a:pt x="2841548" y="2046363"/>
                  </a:lnTo>
                  <a:lnTo>
                    <a:pt x="2841548" y="2055418"/>
                  </a:lnTo>
                  <a:lnTo>
                    <a:pt x="2868714" y="2055418"/>
                  </a:lnTo>
                  <a:lnTo>
                    <a:pt x="2868714" y="2046363"/>
                  </a:lnTo>
                  <a:close/>
                </a:path>
                <a:path w="6102984" h="2055495">
                  <a:moveTo>
                    <a:pt x="2879407" y="0"/>
                  </a:moveTo>
                  <a:lnTo>
                    <a:pt x="2852242" y="0"/>
                  </a:lnTo>
                  <a:lnTo>
                    <a:pt x="2852242" y="9055"/>
                  </a:lnTo>
                  <a:lnTo>
                    <a:pt x="2879407" y="9055"/>
                  </a:lnTo>
                  <a:lnTo>
                    <a:pt x="2879407" y="0"/>
                  </a:lnTo>
                  <a:close/>
                </a:path>
                <a:path w="6102984" h="2055495">
                  <a:moveTo>
                    <a:pt x="2913989" y="2046363"/>
                  </a:moveTo>
                  <a:lnTo>
                    <a:pt x="2886824" y="2046363"/>
                  </a:lnTo>
                  <a:lnTo>
                    <a:pt x="2886824" y="2055418"/>
                  </a:lnTo>
                  <a:lnTo>
                    <a:pt x="2913989" y="2055418"/>
                  </a:lnTo>
                  <a:lnTo>
                    <a:pt x="2913989" y="2046363"/>
                  </a:lnTo>
                  <a:close/>
                </a:path>
                <a:path w="6102984" h="2055495">
                  <a:moveTo>
                    <a:pt x="2924670" y="0"/>
                  </a:moveTo>
                  <a:lnTo>
                    <a:pt x="2897505" y="0"/>
                  </a:lnTo>
                  <a:lnTo>
                    <a:pt x="2897505" y="9055"/>
                  </a:lnTo>
                  <a:lnTo>
                    <a:pt x="2924670" y="9055"/>
                  </a:lnTo>
                  <a:lnTo>
                    <a:pt x="2924670" y="0"/>
                  </a:lnTo>
                  <a:close/>
                </a:path>
                <a:path w="6102984" h="2055495">
                  <a:moveTo>
                    <a:pt x="2959265" y="2046363"/>
                  </a:moveTo>
                  <a:lnTo>
                    <a:pt x="2932099" y="2046363"/>
                  </a:lnTo>
                  <a:lnTo>
                    <a:pt x="2932099" y="2055418"/>
                  </a:lnTo>
                  <a:lnTo>
                    <a:pt x="2959265" y="2055418"/>
                  </a:lnTo>
                  <a:lnTo>
                    <a:pt x="2959265" y="2046363"/>
                  </a:lnTo>
                  <a:close/>
                </a:path>
                <a:path w="6102984" h="2055495">
                  <a:moveTo>
                    <a:pt x="2969945" y="0"/>
                  </a:moveTo>
                  <a:lnTo>
                    <a:pt x="2942780" y="0"/>
                  </a:lnTo>
                  <a:lnTo>
                    <a:pt x="2942780" y="9055"/>
                  </a:lnTo>
                  <a:lnTo>
                    <a:pt x="2969945" y="9055"/>
                  </a:lnTo>
                  <a:lnTo>
                    <a:pt x="2969945" y="0"/>
                  </a:lnTo>
                  <a:close/>
                </a:path>
                <a:path w="6102984" h="2055495">
                  <a:moveTo>
                    <a:pt x="3004540" y="2046363"/>
                  </a:moveTo>
                  <a:lnTo>
                    <a:pt x="2977375" y="2046363"/>
                  </a:lnTo>
                  <a:lnTo>
                    <a:pt x="2977375" y="2055418"/>
                  </a:lnTo>
                  <a:lnTo>
                    <a:pt x="3004540" y="2055418"/>
                  </a:lnTo>
                  <a:lnTo>
                    <a:pt x="3004540" y="2046363"/>
                  </a:lnTo>
                  <a:close/>
                </a:path>
                <a:path w="6102984" h="2055495">
                  <a:moveTo>
                    <a:pt x="3015221" y="0"/>
                  </a:moveTo>
                  <a:lnTo>
                    <a:pt x="2988056" y="0"/>
                  </a:lnTo>
                  <a:lnTo>
                    <a:pt x="2988056" y="9055"/>
                  </a:lnTo>
                  <a:lnTo>
                    <a:pt x="3015221" y="9055"/>
                  </a:lnTo>
                  <a:lnTo>
                    <a:pt x="3015221" y="0"/>
                  </a:lnTo>
                  <a:close/>
                </a:path>
                <a:path w="6102984" h="2055495">
                  <a:moveTo>
                    <a:pt x="3049816" y="2046363"/>
                  </a:moveTo>
                  <a:lnTo>
                    <a:pt x="3022650" y="2046363"/>
                  </a:lnTo>
                  <a:lnTo>
                    <a:pt x="3022650" y="2055418"/>
                  </a:lnTo>
                  <a:lnTo>
                    <a:pt x="3049816" y="2055418"/>
                  </a:lnTo>
                  <a:lnTo>
                    <a:pt x="3049816" y="2046363"/>
                  </a:lnTo>
                  <a:close/>
                </a:path>
                <a:path w="6102984" h="2055495">
                  <a:moveTo>
                    <a:pt x="3060496" y="0"/>
                  </a:moveTo>
                  <a:lnTo>
                    <a:pt x="3033331" y="0"/>
                  </a:lnTo>
                  <a:lnTo>
                    <a:pt x="3033331" y="9055"/>
                  </a:lnTo>
                  <a:lnTo>
                    <a:pt x="3060496" y="9055"/>
                  </a:lnTo>
                  <a:lnTo>
                    <a:pt x="3060496" y="0"/>
                  </a:lnTo>
                  <a:close/>
                </a:path>
                <a:path w="6102984" h="2055495">
                  <a:moveTo>
                    <a:pt x="3095091" y="2046363"/>
                  </a:moveTo>
                  <a:lnTo>
                    <a:pt x="3067926" y="2046363"/>
                  </a:lnTo>
                  <a:lnTo>
                    <a:pt x="3067926" y="2055418"/>
                  </a:lnTo>
                  <a:lnTo>
                    <a:pt x="3095091" y="2055418"/>
                  </a:lnTo>
                  <a:lnTo>
                    <a:pt x="3095091" y="2046363"/>
                  </a:lnTo>
                  <a:close/>
                </a:path>
                <a:path w="6102984" h="2055495">
                  <a:moveTo>
                    <a:pt x="3105772" y="0"/>
                  </a:moveTo>
                  <a:lnTo>
                    <a:pt x="3078607" y="0"/>
                  </a:lnTo>
                  <a:lnTo>
                    <a:pt x="3078607" y="9055"/>
                  </a:lnTo>
                  <a:lnTo>
                    <a:pt x="3105772" y="9055"/>
                  </a:lnTo>
                  <a:lnTo>
                    <a:pt x="3105772" y="0"/>
                  </a:lnTo>
                  <a:close/>
                </a:path>
                <a:path w="6102984" h="2055495">
                  <a:moveTo>
                    <a:pt x="3140354" y="2046363"/>
                  </a:moveTo>
                  <a:lnTo>
                    <a:pt x="3113189" y="2046363"/>
                  </a:lnTo>
                  <a:lnTo>
                    <a:pt x="3113189" y="2055418"/>
                  </a:lnTo>
                  <a:lnTo>
                    <a:pt x="3140354" y="2055418"/>
                  </a:lnTo>
                  <a:lnTo>
                    <a:pt x="3140354" y="2046363"/>
                  </a:lnTo>
                  <a:close/>
                </a:path>
                <a:path w="6102984" h="2055495">
                  <a:moveTo>
                    <a:pt x="3151047" y="0"/>
                  </a:moveTo>
                  <a:lnTo>
                    <a:pt x="3123882" y="0"/>
                  </a:lnTo>
                  <a:lnTo>
                    <a:pt x="3123882" y="9055"/>
                  </a:lnTo>
                  <a:lnTo>
                    <a:pt x="3151047" y="9055"/>
                  </a:lnTo>
                  <a:lnTo>
                    <a:pt x="3151047" y="0"/>
                  </a:lnTo>
                  <a:close/>
                </a:path>
                <a:path w="6102984" h="2055495">
                  <a:moveTo>
                    <a:pt x="3185630" y="2046363"/>
                  </a:moveTo>
                  <a:lnTo>
                    <a:pt x="3158464" y="2046363"/>
                  </a:lnTo>
                  <a:lnTo>
                    <a:pt x="3158464" y="2055418"/>
                  </a:lnTo>
                  <a:lnTo>
                    <a:pt x="3185630" y="2055418"/>
                  </a:lnTo>
                  <a:lnTo>
                    <a:pt x="3185630" y="2046363"/>
                  </a:lnTo>
                  <a:close/>
                </a:path>
                <a:path w="6102984" h="2055495">
                  <a:moveTo>
                    <a:pt x="3196310" y="0"/>
                  </a:moveTo>
                  <a:lnTo>
                    <a:pt x="3169158" y="0"/>
                  </a:lnTo>
                  <a:lnTo>
                    <a:pt x="3169158" y="9055"/>
                  </a:lnTo>
                  <a:lnTo>
                    <a:pt x="3196310" y="9055"/>
                  </a:lnTo>
                  <a:lnTo>
                    <a:pt x="3196310" y="0"/>
                  </a:lnTo>
                  <a:close/>
                </a:path>
                <a:path w="6102984" h="2055495">
                  <a:moveTo>
                    <a:pt x="3230905" y="2046363"/>
                  </a:moveTo>
                  <a:lnTo>
                    <a:pt x="3203740" y="2046363"/>
                  </a:lnTo>
                  <a:lnTo>
                    <a:pt x="3203740" y="2055418"/>
                  </a:lnTo>
                  <a:lnTo>
                    <a:pt x="3230905" y="2055418"/>
                  </a:lnTo>
                  <a:lnTo>
                    <a:pt x="3230905" y="2046363"/>
                  </a:lnTo>
                  <a:close/>
                </a:path>
                <a:path w="6102984" h="2055495">
                  <a:moveTo>
                    <a:pt x="3241586" y="0"/>
                  </a:moveTo>
                  <a:lnTo>
                    <a:pt x="3214420" y="0"/>
                  </a:lnTo>
                  <a:lnTo>
                    <a:pt x="3214420" y="9055"/>
                  </a:lnTo>
                  <a:lnTo>
                    <a:pt x="3241586" y="9055"/>
                  </a:lnTo>
                  <a:lnTo>
                    <a:pt x="3241586" y="0"/>
                  </a:lnTo>
                  <a:close/>
                </a:path>
                <a:path w="6102984" h="2055495">
                  <a:moveTo>
                    <a:pt x="3276181" y="2046363"/>
                  </a:moveTo>
                  <a:lnTo>
                    <a:pt x="3249015" y="2046363"/>
                  </a:lnTo>
                  <a:lnTo>
                    <a:pt x="3249015" y="2055418"/>
                  </a:lnTo>
                  <a:lnTo>
                    <a:pt x="3276181" y="2055418"/>
                  </a:lnTo>
                  <a:lnTo>
                    <a:pt x="3276181" y="2046363"/>
                  </a:lnTo>
                  <a:close/>
                </a:path>
                <a:path w="6102984" h="2055495">
                  <a:moveTo>
                    <a:pt x="3286861" y="0"/>
                  </a:moveTo>
                  <a:lnTo>
                    <a:pt x="3259696" y="0"/>
                  </a:lnTo>
                  <a:lnTo>
                    <a:pt x="3259696" y="9055"/>
                  </a:lnTo>
                  <a:lnTo>
                    <a:pt x="3286861" y="9055"/>
                  </a:lnTo>
                  <a:lnTo>
                    <a:pt x="3286861" y="0"/>
                  </a:lnTo>
                  <a:close/>
                </a:path>
                <a:path w="6102984" h="2055495">
                  <a:moveTo>
                    <a:pt x="3321456" y="2046363"/>
                  </a:moveTo>
                  <a:lnTo>
                    <a:pt x="3294291" y="2046363"/>
                  </a:lnTo>
                  <a:lnTo>
                    <a:pt x="3294291" y="2055418"/>
                  </a:lnTo>
                  <a:lnTo>
                    <a:pt x="3321456" y="2055418"/>
                  </a:lnTo>
                  <a:lnTo>
                    <a:pt x="3321456" y="2046363"/>
                  </a:lnTo>
                  <a:close/>
                </a:path>
                <a:path w="6102984" h="2055495">
                  <a:moveTo>
                    <a:pt x="3332137" y="0"/>
                  </a:moveTo>
                  <a:lnTo>
                    <a:pt x="3304971" y="0"/>
                  </a:lnTo>
                  <a:lnTo>
                    <a:pt x="3304971" y="9055"/>
                  </a:lnTo>
                  <a:lnTo>
                    <a:pt x="3332137" y="9055"/>
                  </a:lnTo>
                  <a:lnTo>
                    <a:pt x="3332137" y="0"/>
                  </a:lnTo>
                  <a:close/>
                </a:path>
                <a:path w="6102984" h="2055495">
                  <a:moveTo>
                    <a:pt x="3366732" y="2046363"/>
                  </a:moveTo>
                  <a:lnTo>
                    <a:pt x="3339566" y="2046363"/>
                  </a:lnTo>
                  <a:lnTo>
                    <a:pt x="3339566" y="2055418"/>
                  </a:lnTo>
                  <a:lnTo>
                    <a:pt x="3366732" y="2055418"/>
                  </a:lnTo>
                  <a:lnTo>
                    <a:pt x="3366732" y="2046363"/>
                  </a:lnTo>
                  <a:close/>
                </a:path>
                <a:path w="6102984" h="2055495">
                  <a:moveTo>
                    <a:pt x="3377412" y="0"/>
                  </a:moveTo>
                  <a:lnTo>
                    <a:pt x="3350247" y="0"/>
                  </a:lnTo>
                  <a:lnTo>
                    <a:pt x="3350247" y="9055"/>
                  </a:lnTo>
                  <a:lnTo>
                    <a:pt x="3377412" y="9055"/>
                  </a:lnTo>
                  <a:lnTo>
                    <a:pt x="3377412" y="0"/>
                  </a:lnTo>
                  <a:close/>
                </a:path>
                <a:path w="6102984" h="2055495">
                  <a:moveTo>
                    <a:pt x="3411994" y="2046363"/>
                  </a:moveTo>
                  <a:lnTo>
                    <a:pt x="3384842" y="2046363"/>
                  </a:lnTo>
                  <a:lnTo>
                    <a:pt x="3384842" y="2055418"/>
                  </a:lnTo>
                  <a:lnTo>
                    <a:pt x="3411994" y="2055418"/>
                  </a:lnTo>
                  <a:lnTo>
                    <a:pt x="3411994" y="2046363"/>
                  </a:lnTo>
                  <a:close/>
                </a:path>
                <a:path w="6102984" h="2055495">
                  <a:moveTo>
                    <a:pt x="3422688" y="0"/>
                  </a:moveTo>
                  <a:lnTo>
                    <a:pt x="3395522" y="0"/>
                  </a:lnTo>
                  <a:lnTo>
                    <a:pt x="3395522" y="9055"/>
                  </a:lnTo>
                  <a:lnTo>
                    <a:pt x="3422688" y="9055"/>
                  </a:lnTo>
                  <a:lnTo>
                    <a:pt x="3422688" y="0"/>
                  </a:lnTo>
                  <a:close/>
                </a:path>
                <a:path w="6102984" h="2055495">
                  <a:moveTo>
                    <a:pt x="3457270" y="2046363"/>
                  </a:moveTo>
                  <a:lnTo>
                    <a:pt x="3430105" y="2046363"/>
                  </a:lnTo>
                  <a:lnTo>
                    <a:pt x="3430105" y="2055418"/>
                  </a:lnTo>
                  <a:lnTo>
                    <a:pt x="3457270" y="2055418"/>
                  </a:lnTo>
                  <a:lnTo>
                    <a:pt x="3457270" y="2046363"/>
                  </a:lnTo>
                  <a:close/>
                </a:path>
                <a:path w="6102984" h="2055495">
                  <a:moveTo>
                    <a:pt x="3467963" y="0"/>
                  </a:moveTo>
                  <a:lnTo>
                    <a:pt x="3440798" y="0"/>
                  </a:lnTo>
                  <a:lnTo>
                    <a:pt x="3440798" y="9055"/>
                  </a:lnTo>
                  <a:lnTo>
                    <a:pt x="3467963" y="9055"/>
                  </a:lnTo>
                  <a:lnTo>
                    <a:pt x="3467963" y="0"/>
                  </a:lnTo>
                  <a:close/>
                </a:path>
                <a:path w="6102984" h="2055495">
                  <a:moveTo>
                    <a:pt x="3502545" y="2046363"/>
                  </a:moveTo>
                  <a:lnTo>
                    <a:pt x="3475380" y="2046363"/>
                  </a:lnTo>
                  <a:lnTo>
                    <a:pt x="3475380" y="2055418"/>
                  </a:lnTo>
                  <a:lnTo>
                    <a:pt x="3502545" y="2055418"/>
                  </a:lnTo>
                  <a:lnTo>
                    <a:pt x="3502545" y="2046363"/>
                  </a:lnTo>
                  <a:close/>
                </a:path>
                <a:path w="6102984" h="2055495">
                  <a:moveTo>
                    <a:pt x="3513226" y="0"/>
                  </a:moveTo>
                  <a:lnTo>
                    <a:pt x="3486061" y="0"/>
                  </a:lnTo>
                  <a:lnTo>
                    <a:pt x="3486061" y="9055"/>
                  </a:lnTo>
                  <a:lnTo>
                    <a:pt x="3513226" y="9055"/>
                  </a:lnTo>
                  <a:lnTo>
                    <a:pt x="3513226" y="0"/>
                  </a:lnTo>
                  <a:close/>
                </a:path>
                <a:path w="6102984" h="2055495">
                  <a:moveTo>
                    <a:pt x="3547821" y="2046363"/>
                  </a:moveTo>
                  <a:lnTo>
                    <a:pt x="3520656" y="2046363"/>
                  </a:lnTo>
                  <a:lnTo>
                    <a:pt x="3520656" y="2055418"/>
                  </a:lnTo>
                  <a:lnTo>
                    <a:pt x="3547821" y="2055418"/>
                  </a:lnTo>
                  <a:lnTo>
                    <a:pt x="3547821" y="2046363"/>
                  </a:lnTo>
                  <a:close/>
                </a:path>
                <a:path w="6102984" h="2055495">
                  <a:moveTo>
                    <a:pt x="3558502" y="0"/>
                  </a:moveTo>
                  <a:lnTo>
                    <a:pt x="3531336" y="0"/>
                  </a:lnTo>
                  <a:lnTo>
                    <a:pt x="3531336" y="9055"/>
                  </a:lnTo>
                  <a:lnTo>
                    <a:pt x="3558502" y="9055"/>
                  </a:lnTo>
                  <a:lnTo>
                    <a:pt x="3558502" y="0"/>
                  </a:lnTo>
                  <a:close/>
                </a:path>
                <a:path w="6102984" h="2055495">
                  <a:moveTo>
                    <a:pt x="3593096" y="2046363"/>
                  </a:moveTo>
                  <a:lnTo>
                    <a:pt x="3565931" y="2046363"/>
                  </a:lnTo>
                  <a:lnTo>
                    <a:pt x="3565931" y="2055418"/>
                  </a:lnTo>
                  <a:lnTo>
                    <a:pt x="3593096" y="2055418"/>
                  </a:lnTo>
                  <a:lnTo>
                    <a:pt x="3593096" y="2046363"/>
                  </a:lnTo>
                  <a:close/>
                </a:path>
                <a:path w="6102984" h="2055495">
                  <a:moveTo>
                    <a:pt x="3603777" y="0"/>
                  </a:moveTo>
                  <a:lnTo>
                    <a:pt x="3576612" y="0"/>
                  </a:lnTo>
                  <a:lnTo>
                    <a:pt x="3576612" y="9055"/>
                  </a:lnTo>
                  <a:lnTo>
                    <a:pt x="3603777" y="9055"/>
                  </a:lnTo>
                  <a:lnTo>
                    <a:pt x="3603777" y="0"/>
                  </a:lnTo>
                  <a:close/>
                </a:path>
                <a:path w="6102984" h="2055495">
                  <a:moveTo>
                    <a:pt x="3638372" y="2046363"/>
                  </a:moveTo>
                  <a:lnTo>
                    <a:pt x="3611207" y="2046363"/>
                  </a:lnTo>
                  <a:lnTo>
                    <a:pt x="3611207" y="2055418"/>
                  </a:lnTo>
                  <a:lnTo>
                    <a:pt x="3638372" y="2055418"/>
                  </a:lnTo>
                  <a:lnTo>
                    <a:pt x="3638372" y="2046363"/>
                  </a:lnTo>
                  <a:close/>
                </a:path>
                <a:path w="6102984" h="2055495">
                  <a:moveTo>
                    <a:pt x="3649053" y="0"/>
                  </a:moveTo>
                  <a:lnTo>
                    <a:pt x="3621887" y="0"/>
                  </a:lnTo>
                  <a:lnTo>
                    <a:pt x="3621887" y="9055"/>
                  </a:lnTo>
                  <a:lnTo>
                    <a:pt x="3649053" y="9055"/>
                  </a:lnTo>
                  <a:lnTo>
                    <a:pt x="3649053" y="0"/>
                  </a:lnTo>
                  <a:close/>
                </a:path>
                <a:path w="6102984" h="2055495">
                  <a:moveTo>
                    <a:pt x="3683647" y="2046363"/>
                  </a:moveTo>
                  <a:lnTo>
                    <a:pt x="3656482" y="2046363"/>
                  </a:lnTo>
                  <a:lnTo>
                    <a:pt x="3656482" y="2055418"/>
                  </a:lnTo>
                  <a:lnTo>
                    <a:pt x="3683647" y="2055418"/>
                  </a:lnTo>
                  <a:lnTo>
                    <a:pt x="3683647" y="2046363"/>
                  </a:lnTo>
                  <a:close/>
                </a:path>
                <a:path w="6102984" h="2055495">
                  <a:moveTo>
                    <a:pt x="3694328" y="0"/>
                  </a:moveTo>
                  <a:lnTo>
                    <a:pt x="3667163" y="0"/>
                  </a:lnTo>
                  <a:lnTo>
                    <a:pt x="3667163" y="9055"/>
                  </a:lnTo>
                  <a:lnTo>
                    <a:pt x="3694328" y="9055"/>
                  </a:lnTo>
                  <a:lnTo>
                    <a:pt x="3694328" y="0"/>
                  </a:lnTo>
                  <a:close/>
                </a:path>
                <a:path w="6102984" h="2055495">
                  <a:moveTo>
                    <a:pt x="3728910" y="2046363"/>
                  </a:moveTo>
                  <a:lnTo>
                    <a:pt x="3701745" y="2046363"/>
                  </a:lnTo>
                  <a:lnTo>
                    <a:pt x="3701745" y="2055418"/>
                  </a:lnTo>
                  <a:lnTo>
                    <a:pt x="3728910" y="2055418"/>
                  </a:lnTo>
                  <a:lnTo>
                    <a:pt x="3728910" y="2046363"/>
                  </a:lnTo>
                  <a:close/>
                </a:path>
                <a:path w="6102984" h="2055495">
                  <a:moveTo>
                    <a:pt x="3739604" y="0"/>
                  </a:moveTo>
                  <a:lnTo>
                    <a:pt x="3712438" y="0"/>
                  </a:lnTo>
                  <a:lnTo>
                    <a:pt x="3712438" y="9055"/>
                  </a:lnTo>
                  <a:lnTo>
                    <a:pt x="3739604" y="9055"/>
                  </a:lnTo>
                  <a:lnTo>
                    <a:pt x="3739604" y="0"/>
                  </a:lnTo>
                  <a:close/>
                </a:path>
                <a:path w="6102984" h="2055495">
                  <a:moveTo>
                    <a:pt x="3774186" y="2046363"/>
                  </a:moveTo>
                  <a:lnTo>
                    <a:pt x="3747020" y="2046363"/>
                  </a:lnTo>
                  <a:lnTo>
                    <a:pt x="3747020" y="2055418"/>
                  </a:lnTo>
                  <a:lnTo>
                    <a:pt x="3774186" y="2055418"/>
                  </a:lnTo>
                  <a:lnTo>
                    <a:pt x="3774186" y="2046363"/>
                  </a:lnTo>
                  <a:close/>
                </a:path>
                <a:path w="6102984" h="2055495">
                  <a:moveTo>
                    <a:pt x="3784866" y="0"/>
                  </a:moveTo>
                  <a:lnTo>
                    <a:pt x="3757714" y="0"/>
                  </a:lnTo>
                  <a:lnTo>
                    <a:pt x="3757714" y="9055"/>
                  </a:lnTo>
                  <a:lnTo>
                    <a:pt x="3784866" y="9055"/>
                  </a:lnTo>
                  <a:lnTo>
                    <a:pt x="3784866" y="0"/>
                  </a:lnTo>
                  <a:close/>
                </a:path>
                <a:path w="6102984" h="2055495">
                  <a:moveTo>
                    <a:pt x="3819461" y="2046363"/>
                  </a:moveTo>
                  <a:lnTo>
                    <a:pt x="3792296" y="2046363"/>
                  </a:lnTo>
                  <a:lnTo>
                    <a:pt x="3792296" y="2055418"/>
                  </a:lnTo>
                  <a:lnTo>
                    <a:pt x="3819461" y="2055418"/>
                  </a:lnTo>
                  <a:lnTo>
                    <a:pt x="3819461" y="2046363"/>
                  </a:lnTo>
                  <a:close/>
                </a:path>
                <a:path w="6102984" h="2055495">
                  <a:moveTo>
                    <a:pt x="3830142" y="0"/>
                  </a:moveTo>
                  <a:lnTo>
                    <a:pt x="3802977" y="0"/>
                  </a:lnTo>
                  <a:lnTo>
                    <a:pt x="3802977" y="9055"/>
                  </a:lnTo>
                  <a:lnTo>
                    <a:pt x="3830142" y="9055"/>
                  </a:lnTo>
                  <a:lnTo>
                    <a:pt x="3830142" y="0"/>
                  </a:lnTo>
                  <a:close/>
                </a:path>
                <a:path w="6102984" h="2055495">
                  <a:moveTo>
                    <a:pt x="3864737" y="2046363"/>
                  </a:moveTo>
                  <a:lnTo>
                    <a:pt x="3837571" y="2046363"/>
                  </a:lnTo>
                  <a:lnTo>
                    <a:pt x="3837571" y="2055418"/>
                  </a:lnTo>
                  <a:lnTo>
                    <a:pt x="3864737" y="2055418"/>
                  </a:lnTo>
                  <a:lnTo>
                    <a:pt x="3864737" y="2046363"/>
                  </a:lnTo>
                  <a:close/>
                </a:path>
                <a:path w="6102984" h="2055495">
                  <a:moveTo>
                    <a:pt x="3875417" y="0"/>
                  </a:moveTo>
                  <a:lnTo>
                    <a:pt x="3848252" y="0"/>
                  </a:lnTo>
                  <a:lnTo>
                    <a:pt x="3848252" y="9055"/>
                  </a:lnTo>
                  <a:lnTo>
                    <a:pt x="3875417" y="9055"/>
                  </a:lnTo>
                  <a:lnTo>
                    <a:pt x="3875417" y="0"/>
                  </a:lnTo>
                  <a:close/>
                </a:path>
                <a:path w="6102984" h="2055495">
                  <a:moveTo>
                    <a:pt x="3910012" y="2046363"/>
                  </a:moveTo>
                  <a:lnTo>
                    <a:pt x="3882847" y="2046363"/>
                  </a:lnTo>
                  <a:lnTo>
                    <a:pt x="3882847" y="2055418"/>
                  </a:lnTo>
                  <a:lnTo>
                    <a:pt x="3910012" y="2055418"/>
                  </a:lnTo>
                  <a:lnTo>
                    <a:pt x="3910012" y="2046363"/>
                  </a:lnTo>
                  <a:close/>
                </a:path>
                <a:path w="6102984" h="2055495">
                  <a:moveTo>
                    <a:pt x="3920693" y="0"/>
                  </a:moveTo>
                  <a:lnTo>
                    <a:pt x="3893528" y="0"/>
                  </a:lnTo>
                  <a:lnTo>
                    <a:pt x="3893528" y="9055"/>
                  </a:lnTo>
                  <a:lnTo>
                    <a:pt x="3920693" y="9055"/>
                  </a:lnTo>
                  <a:lnTo>
                    <a:pt x="3920693" y="0"/>
                  </a:lnTo>
                  <a:close/>
                </a:path>
                <a:path w="6102984" h="2055495">
                  <a:moveTo>
                    <a:pt x="3955288" y="2046363"/>
                  </a:moveTo>
                  <a:lnTo>
                    <a:pt x="3928122" y="2046363"/>
                  </a:lnTo>
                  <a:lnTo>
                    <a:pt x="3928122" y="2055418"/>
                  </a:lnTo>
                  <a:lnTo>
                    <a:pt x="3955288" y="2055418"/>
                  </a:lnTo>
                  <a:lnTo>
                    <a:pt x="3955288" y="2046363"/>
                  </a:lnTo>
                  <a:close/>
                </a:path>
                <a:path w="6102984" h="2055495">
                  <a:moveTo>
                    <a:pt x="3965968" y="0"/>
                  </a:moveTo>
                  <a:lnTo>
                    <a:pt x="3938803" y="0"/>
                  </a:lnTo>
                  <a:lnTo>
                    <a:pt x="3938803" y="9055"/>
                  </a:lnTo>
                  <a:lnTo>
                    <a:pt x="3965968" y="9055"/>
                  </a:lnTo>
                  <a:lnTo>
                    <a:pt x="3965968" y="0"/>
                  </a:lnTo>
                  <a:close/>
                </a:path>
                <a:path w="6102984" h="2055495">
                  <a:moveTo>
                    <a:pt x="4000550" y="2046363"/>
                  </a:moveTo>
                  <a:lnTo>
                    <a:pt x="3973398" y="2046363"/>
                  </a:lnTo>
                  <a:lnTo>
                    <a:pt x="3973398" y="2055418"/>
                  </a:lnTo>
                  <a:lnTo>
                    <a:pt x="4000550" y="2055418"/>
                  </a:lnTo>
                  <a:lnTo>
                    <a:pt x="4000550" y="2046363"/>
                  </a:lnTo>
                  <a:close/>
                </a:path>
                <a:path w="6102984" h="2055495">
                  <a:moveTo>
                    <a:pt x="4011244" y="0"/>
                  </a:moveTo>
                  <a:lnTo>
                    <a:pt x="3984079" y="0"/>
                  </a:lnTo>
                  <a:lnTo>
                    <a:pt x="3984079" y="9055"/>
                  </a:lnTo>
                  <a:lnTo>
                    <a:pt x="4011244" y="9055"/>
                  </a:lnTo>
                  <a:lnTo>
                    <a:pt x="4011244" y="0"/>
                  </a:lnTo>
                  <a:close/>
                </a:path>
                <a:path w="6102984" h="2055495">
                  <a:moveTo>
                    <a:pt x="4045826" y="2046363"/>
                  </a:moveTo>
                  <a:lnTo>
                    <a:pt x="4018661" y="2046363"/>
                  </a:lnTo>
                  <a:lnTo>
                    <a:pt x="4018661" y="2055418"/>
                  </a:lnTo>
                  <a:lnTo>
                    <a:pt x="4045826" y="2055418"/>
                  </a:lnTo>
                  <a:lnTo>
                    <a:pt x="4045826" y="2046363"/>
                  </a:lnTo>
                  <a:close/>
                </a:path>
                <a:path w="6102984" h="2055495">
                  <a:moveTo>
                    <a:pt x="4056519" y="0"/>
                  </a:moveTo>
                  <a:lnTo>
                    <a:pt x="4029354" y="0"/>
                  </a:lnTo>
                  <a:lnTo>
                    <a:pt x="4029354" y="9055"/>
                  </a:lnTo>
                  <a:lnTo>
                    <a:pt x="4056519" y="9055"/>
                  </a:lnTo>
                  <a:lnTo>
                    <a:pt x="4056519" y="0"/>
                  </a:lnTo>
                  <a:close/>
                </a:path>
                <a:path w="6102984" h="2055495">
                  <a:moveTo>
                    <a:pt x="4091101" y="2046363"/>
                  </a:moveTo>
                  <a:lnTo>
                    <a:pt x="4063936" y="2046363"/>
                  </a:lnTo>
                  <a:lnTo>
                    <a:pt x="4063936" y="2055418"/>
                  </a:lnTo>
                  <a:lnTo>
                    <a:pt x="4091101" y="2055418"/>
                  </a:lnTo>
                  <a:lnTo>
                    <a:pt x="4091101" y="2046363"/>
                  </a:lnTo>
                  <a:close/>
                </a:path>
                <a:path w="6102984" h="2055495">
                  <a:moveTo>
                    <a:pt x="4101782" y="0"/>
                  </a:moveTo>
                  <a:lnTo>
                    <a:pt x="4074630" y="0"/>
                  </a:lnTo>
                  <a:lnTo>
                    <a:pt x="4074630" y="9055"/>
                  </a:lnTo>
                  <a:lnTo>
                    <a:pt x="4101782" y="9055"/>
                  </a:lnTo>
                  <a:lnTo>
                    <a:pt x="4101782" y="0"/>
                  </a:lnTo>
                  <a:close/>
                </a:path>
                <a:path w="6102984" h="2055495">
                  <a:moveTo>
                    <a:pt x="4136377" y="2046363"/>
                  </a:moveTo>
                  <a:lnTo>
                    <a:pt x="4109212" y="2046363"/>
                  </a:lnTo>
                  <a:lnTo>
                    <a:pt x="4109212" y="2055418"/>
                  </a:lnTo>
                  <a:lnTo>
                    <a:pt x="4136377" y="2055418"/>
                  </a:lnTo>
                  <a:lnTo>
                    <a:pt x="4136377" y="2046363"/>
                  </a:lnTo>
                  <a:close/>
                </a:path>
                <a:path w="6102984" h="2055495">
                  <a:moveTo>
                    <a:pt x="4147058" y="0"/>
                  </a:moveTo>
                  <a:lnTo>
                    <a:pt x="4119892" y="0"/>
                  </a:lnTo>
                  <a:lnTo>
                    <a:pt x="4119892" y="9055"/>
                  </a:lnTo>
                  <a:lnTo>
                    <a:pt x="4147058" y="9055"/>
                  </a:lnTo>
                  <a:lnTo>
                    <a:pt x="4147058" y="0"/>
                  </a:lnTo>
                  <a:close/>
                </a:path>
                <a:path w="6102984" h="2055495">
                  <a:moveTo>
                    <a:pt x="4181652" y="2046363"/>
                  </a:moveTo>
                  <a:lnTo>
                    <a:pt x="4154487" y="2046363"/>
                  </a:lnTo>
                  <a:lnTo>
                    <a:pt x="4154487" y="2055418"/>
                  </a:lnTo>
                  <a:lnTo>
                    <a:pt x="4181652" y="2055418"/>
                  </a:lnTo>
                  <a:lnTo>
                    <a:pt x="4181652" y="2046363"/>
                  </a:lnTo>
                  <a:close/>
                </a:path>
                <a:path w="6102984" h="2055495">
                  <a:moveTo>
                    <a:pt x="4192333" y="0"/>
                  </a:moveTo>
                  <a:lnTo>
                    <a:pt x="4165168" y="0"/>
                  </a:lnTo>
                  <a:lnTo>
                    <a:pt x="4165168" y="9055"/>
                  </a:lnTo>
                  <a:lnTo>
                    <a:pt x="4192333" y="9055"/>
                  </a:lnTo>
                  <a:lnTo>
                    <a:pt x="4192333" y="0"/>
                  </a:lnTo>
                  <a:close/>
                </a:path>
                <a:path w="6102984" h="2055495">
                  <a:moveTo>
                    <a:pt x="4226928" y="2046363"/>
                  </a:moveTo>
                  <a:lnTo>
                    <a:pt x="4199763" y="2046363"/>
                  </a:lnTo>
                  <a:lnTo>
                    <a:pt x="4199763" y="2055418"/>
                  </a:lnTo>
                  <a:lnTo>
                    <a:pt x="4226928" y="2055418"/>
                  </a:lnTo>
                  <a:lnTo>
                    <a:pt x="4226928" y="2046363"/>
                  </a:lnTo>
                  <a:close/>
                </a:path>
                <a:path w="6102984" h="2055495">
                  <a:moveTo>
                    <a:pt x="4237609" y="0"/>
                  </a:moveTo>
                  <a:lnTo>
                    <a:pt x="4210443" y="0"/>
                  </a:lnTo>
                  <a:lnTo>
                    <a:pt x="4210443" y="9055"/>
                  </a:lnTo>
                  <a:lnTo>
                    <a:pt x="4237609" y="9055"/>
                  </a:lnTo>
                  <a:lnTo>
                    <a:pt x="4237609" y="0"/>
                  </a:lnTo>
                  <a:close/>
                </a:path>
                <a:path w="6102984" h="2055495">
                  <a:moveTo>
                    <a:pt x="4272204" y="2046363"/>
                  </a:moveTo>
                  <a:lnTo>
                    <a:pt x="4245038" y="2046363"/>
                  </a:lnTo>
                  <a:lnTo>
                    <a:pt x="4245038" y="2055418"/>
                  </a:lnTo>
                  <a:lnTo>
                    <a:pt x="4272204" y="2055418"/>
                  </a:lnTo>
                  <a:lnTo>
                    <a:pt x="4272204" y="2046363"/>
                  </a:lnTo>
                  <a:close/>
                </a:path>
                <a:path w="6102984" h="2055495">
                  <a:moveTo>
                    <a:pt x="4282884" y="0"/>
                  </a:moveTo>
                  <a:lnTo>
                    <a:pt x="4255719" y="0"/>
                  </a:lnTo>
                  <a:lnTo>
                    <a:pt x="4255719" y="9055"/>
                  </a:lnTo>
                  <a:lnTo>
                    <a:pt x="4282884" y="9055"/>
                  </a:lnTo>
                  <a:lnTo>
                    <a:pt x="4282884" y="0"/>
                  </a:lnTo>
                  <a:close/>
                </a:path>
                <a:path w="6102984" h="2055495">
                  <a:moveTo>
                    <a:pt x="4317466" y="2046363"/>
                  </a:moveTo>
                  <a:lnTo>
                    <a:pt x="4290301" y="2046363"/>
                  </a:lnTo>
                  <a:lnTo>
                    <a:pt x="4290301" y="2055418"/>
                  </a:lnTo>
                  <a:lnTo>
                    <a:pt x="4317466" y="2055418"/>
                  </a:lnTo>
                  <a:lnTo>
                    <a:pt x="4317466" y="2046363"/>
                  </a:lnTo>
                  <a:close/>
                </a:path>
                <a:path w="6102984" h="2055495">
                  <a:moveTo>
                    <a:pt x="4328160" y="0"/>
                  </a:moveTo>
                  <a:lnTo>
                    <a:pt x="4300994" y="0"/>
                  </a:lnTo>
                  <a:lnTo>
                    <a:pt x="4300994" y="9055"/>
                  </a:lnTo>
                  <a:lnTo>
                    <a:pt x="4328160" y="9055"/>
                  </a:lnTo>
                  <a:lnTo>
                    <a:pt x="4328160" y="0"/>
                  </a:lnTo>
                  <a:close/>
                </a:path>
                <a:path w="6102984" h="2055495">
                  <a:moveTo>
                    <a:pt x="4362742" y="2046363"/>
                  </a:moveTo>
                  <a:lnTo>
                    <a:pt x="4335577" y="2046363"/>
                  </a:lnTo>
                  <a:lnTo>
                    <a:pt x="4335577" y="2055418"/>
                  </a:lnTo>
                  <a:lnTo>
                    <a:pt x="4362742" y="2055418"/>
                  </a:lnTo>
                  <a:lnTo>
                    <a:pt x="4362742" y="2046363"/>
                  </a:lnTo>
                  <a:close/>
                </a:path>
                <a:path w="6102984" h="2055495">
                  <a:moveTo>
                    <a:pt x="4373435" y="0"/>
                  </a:moveTo>
                  <a:lnTo>
                    <a:pt x="4346270" y="0"/>
                  </a:lnTo>
                  <a:lnTo>
                    <a:pt x="4346270" y="9055"/>
                  </a:lnTo>
                  <a:lnTo>
                    <a:pt x="4373435" y="9055"/>
                  </a:lnTo>
                  <a:lnTo>
                    <a:pt x="4373435" y="0"/>
                  </a:lnTo>
                  <a:close/>
                </a:path>
                <a:path w="6102984" h="2055495">
                  <a:moveTo>
                    <a:pt x="4408017" y="2046363"/>
                  </a:moveTo>
                  <a:lnTo>
                    <a:pt x="4380852" y="2046363"/>
                  </a:lnTo>
                  <a:lnTo>
                    <a:pt x="4380852" y="2055418"/>
                  </a:lnTo>
                  <a:lnTo>
                    <a:pt x="4408017" y="2055418"/>
                  </a:lnTo>
                  <a:lnTo>
                    <a:pt x="4408017" y="2046363"/>
                  </a:lnTo>
                  <a:close/>
                </a:path>
                <a:path w="6102984" h="2055495">
                  <a:moveTo>
                    <a:pt x="4418698" y="0"/>
                  </a:moveTo>
                  <a:lnTo>
                    <a:pt x="4391533" y="0"/>
                  </a:lnTo>
                  <a:lnTo>
                    <a:pt x="4391533" y="9055"/>
                  </a:lnTo>
                  <a:lnTo>
                    <a:pt x="4418698" y="9055"/>
                  </a:lnTo>
                  <a:lnTo>
                    <a:pt x="4418698" y="0"/>
                  </a:lnTo>
                  <a:close/>
                </a:path>
                <a:path w="6102984" h="2055495">
                  <a:moveTo>
                    <a:pt x="4453293" y="2046363"/>
                  </a:moveTo>
                  <a:lnTo>
                    <a:pt x="4426128" y="2046363"/>
                  </a:lnTo>
                  <a:lnTo>
                    <a:pt x="4426128" y="2055418"/>
                  </a:lnTo>
                  <a:lnTo>
                    <a:pt x="4453293" y="2055418"/>
                  </a:lnTo>
                  <a:lnTo>
                    <a:pt x="4453293" y="2046363"/>
                  </a:lnTo>
                  <a:close/>
                </a:path>
                <a:path w="6102984" h="2055495">
                  <a:moveTo>
                    <a:pt x="4463974" y="0"/>
                  </a:moveTo>
                  <a:lnTo>
                    <a:pt x="4436808" y="0"/>
                  </a:lnTo>
                  <a:lnTo>
                    <a:pt x="4436808" y="9055"/>
                  </a:lnTo>
                  <a:lnTo>
                    <a:pt x="4463974" y="9055"/>
                  </a:lnTo>
                  <a:lnTo>
                    <a:pt x="4463974" y="0"/>
                  </a:lnTo>
                  <a:close/>
                </a:path>
                <a:path w="6102984" h="2055495">
                  <a:moveTo>
                    <a:pt x="4498568" y="2046363"/>
                  </a:moveTo>
                  <a:lnTo>
                    <a:pt x="4471403" y="2046363"/>
                  </a:lnTo>
                  <a:lnTo>
                    <a:pt x="4471403" y="2055418"/>
                  </a:lnTo>
                  <a:lnTo>
                    <a:pt x="4498568" y="2055418"/>
                  </a:lnTo>
                  <a:lnTo>
                    <a:pt x="4498568" y="2046363"/>
                  </a:lnTo>
                  <a:close/>
                </a:path>
                <a:path w="6102984" h="2055495">
                  <a:moveTo>
                    <a:pt x="4509249" y="0"/>
                  </a:moveTo>
                  <a:lnTo>
                    <a:pt x="4482084" y="0"/>
                  </a:lnTo>
                  <a:lnTo>
                    <a:pt x="4482084" y="9055"/>
                  </a:lnTo>
                  <a:lnTo>
                    <a:pt x="4509249" y="9055"/>
                  </a:lnTo>
                  <a:lnTo>
                    <a:pt x="4509249" y="0"/>
                  </a:lnTo>
                  <a:close/>
                </a:path>
                <a:path w="6102984" h="2055495">
                  <a:moveTo>
                    <a:pt x="4543844" y="2046363"/>
                  </a:moveTo>
                  <a:lnTo>
                    <a:pt x="4516679" y="2046363"/>
                  </a:lnTo>
                  <a:lnTo>
                    <a:pt x="4516679" y="2055418"/>
                  </a:lnTo>
                  <a:lnTo>
                    <a:pt x="4543844" y="2055418"/>
                  </a:lnTo>
                  <a:lnTo>
                    <a:pt x="4543844" y="2046363"/>
                  </a:lnTo>
                  <a:close/>
                </a:path>
                <a:path w="6102984" h="2055495">
                  <a:moveTo>
                    <a:pt x="4554525" y="0"/>
                  </a:moveTo>
                  <a:lnTo>
                    <a:pt x="4527359" y="0"/>
                  </a:lnTo>
                  <a:lnTo>
                    <a:pt x="4527359" y="9055"/>
                  </a:lnTo>
                  <a:lnTo>
                    <a:pt x="4554525" y="9055"/>
                  </a:lnTo>
                  <a:lnTo>
                    <a:pt x="4554525" y="0"/>
                  </a:lnTo>
                  <a:close/>
                </a:path>
                <a:path w="6102984" h="2055495">
                  <a:moveTo>
                    <a:pt x="4589107" y="2046363"/>
                  </a:moveTo>
                  <a:lnTo>
                    <a:pt x="4561954" y="2046363"/>
                  </a:lnTo>
                  <a:lnTo>
                    <a:pt x="4561954" y="2055418"/>
                  </a:lnTo>
                  <a:lnTo>
                    <a:pt x="4589107" y="2055418"/>
                  </a:lnTo>
                  <a:lnTo>
                    <a:pt x="4589107" y="2046363"/>
                  </a:lnTo>
                  <a:close/>
                </a:path>
                <a:path w="6102984" h="2055495">
                  <a:moveTo>
                    <a:pt x="4599800" y="0"/>
                  </a:moveTo>
                  <a:lnTo>
                    <a:pt x="4572635" y="0"/>
                  </a:lnTo>
                  <a:lnTo>
                    <a:pt x="4572635" y="9055"/>
                  </a:lnTo>
                  <a:lnTo>
                    <a:pt x="4599800" y="9055"/>
                  </a:lnTo>
                  <a:lnTo>
                    <a:pt x="4599800" y="0"/>
                  </a:lnTo>
                  <a:close/>
                </a:path>
                <a:path w="6102984" h="2055495">
                  <a:moveTo>
                    <a:pt x="4634382" y="2046363"/>
                  </a:moveTo>
                  <a:lnTo>
                    <a:pt x="4607217" y="2046363"/>
                  </a:lnTo>
                  <a:lnTo>
                    <a:pt x="4607217" y="2055418"/>
                  </a:lnTo>
                  <a:lnTo>
                    <a:pt x="4634382" y="2055418"/>
                  </a:lnTo>
                  <a:lnTo>
                    <a:pt x="4634382" y="2046363"/>
                  </a:lnTo>
                  <a:close/>
                </a:path>
                <a:path w="6102984" h="2055495">
                  <a:moveTo>
                    <a:pt x="4645076" y="0"/>
                  </a:moveTo>
                  <a:lnTo>
                    <a:pt x="4617910" y="0"/>
                  </a:lnTo>
                  <a:lnTo>
                    <a:pt x="4617910" y="9055"/>
                  </a:lnTo>
                  <a:lnTo>
                    <a:pt x="4645076" y="9055"/>
                  </a:lnTo>
                  <a:lnTo>
                    <a:pt x="4645076" y="0"/>
                  </a:lnTo>
                  <a:close/>
                </a:path>
                <a:path w="6102984" h="2055495">
                  <a:moveTo>
                    <a:pt x="4679658" y="2046363"/>
                  </a:moveTo>
                  <a:lnTo>
                    <a:pt x="4652492" y="2046363"/>
                  </a:lnTo>
                  <a:lnTo>
                    <a:pt x="4652492" y="2055418"/>
                  </a:lnTo>
                  <a:lnTo>
                    <a:pt x="4679658" y="2055418"/>
                  </a:lnTo>
                  <a:lnTo>
                    <a:pt x="4679658" y="2046363"/>
                  </a:lnTo>
                  <a:close/>
                </a:path>
                <a:path w="6102984" h="2055495">
                  <a:moveTo>
                    <a:pt x="4690338" y="0"/>
                  </a:moveTo>
                  <a:lnTo>
                    <a:pt x="4663186" y="0"/>
                  </a:lnTo>
                  <a:lnTo>
                    <a:pt x="4663186" y="9055"/>
                  </a:lnTo>
                  <a:lnTo>
                    <a:pt x="4690338" y="9055"/>
                  </a:lnTo>
                  <a:lnTo>
                    <a:pt x="4690338" y="0"/>
                  </a:lnTo>
                  <a:close/>
                </a:path>
                <a:path w="6102984" h="2055495">
                  <a:moveTo>
                    <a:pt x="4724933" y="2046363"/>
                  </a:moveTo>
                  <a:lnTo>
                    <a:pt x="4697768" y="2046363"/>
                  </a:lnTo>
                  <a:lnTo>
                    <a:pt x="4697768" y="2055418"/>
                  </a:lnTo>
                  <a:lnTo>
                    <a:pt x="4724933" y="2055418"/>
                  </a:lnTo>
                  <a:lnTo>
                    <a:pt x="4724933" y="2046363"/>
                  </a:lnTo>
                  <a:close/>
                </a:path>
                <a:path w="6102984" h="2055495">
                  <a:moveTo>
                    <a:pt x="4735614" y="0"/>
                  </a:moveTo>
                  <a:lnTo>
                    <a:pt x="4708449" y="0"/>
                  </a:lnTo>
                  <a:lnTo>
                    <a:pt x="4708449" y="9055"/>
                  </a:lnTo>
                  <a:lnTo>
                    <a:pt x="4735614" y="9055"/>
                  </a:lnTo>
                  <a:lnTo>
                    <a:pt x="4735614" y="0"/>
                  </a:lnTo>
                  <a:close/>
                </a:path>
                <a:path w="6102984" h="2055495">
                  <a:moveTo>
                    <a:pt x="4770209" y="2046363"/>
                  </a:moveTo>
                  <a:lnTo>
                    <a:pt x="4743043" y="2046363"/>
                  </a:lnTo>
                  <a:lnTo>
                    <a:pt x="4743043" y="2055418"/>
                  </a:lnTo>
                  <a:lnTo>
                    <a:pt x="4770209" y="2055418"/>
                  </a:lnTo>
                  <a:lnTo>
                    <a:pt x="4770209" y="2046363"/>
                  </a:lnTo>
                  <a:close/>
                </a:path>
                <a:path w="6102984" h="2055495">
                  <a:moveTo>
                    <a:pt x="4780889" y="0"/>
                  </a:moveTo>
                  <a:lnTo>
                    <a:pt x="4753724" y="0"/>
                  </a:lnTo>
                  <a:lnTo>
                    <a:pt x="4753724" y="9055"/>
                  </a:lnTo>
                  <a:lnTo>
                    <a:pt x="4780889" y="9055"/>
                  </a:lnTo>
                  <a:lnTo>
                    <a:pt x="4780889" y="0"/>
                  </a:lnTo>
                  <a:close/>
                </a:path>
                <a:path w="6102984" h="2055495">
                  <a:moveTo>
                    <a:pt x="4815484" y="2046363"/>
                  </a:moveTo>
                  <a:lnTo>
                    <a:pt x="4788319" y="2046363"/>
                  </a:lnTo>
                  <a:lnTo>
                    <a:pt x="4788319" y="2055418"/>
                  </a:lnTo>
                  <a:lnTo>
                    <a:pt x="4815484" y="2055418"/>
                  </a:lnTo>
                  <a:lnTo>
                    <a:pt x="4815484" y="2046363"/>
                  </a:lnTo>
                  <a:close/>
                </a:path>
                <a:path w="6102984" h="2055495">
                  <a:moveTo>
                    <a:pt x="4826165" y="0"/>
                  </a:moveTo>
                  <a:lnTo>
                    <a:pt x="4799000" y="0"/>
                  </a:lnTo>
                  <a:lnTo>
                    <a:pt x="4799000" y="9055"/>
                  </a:lnTo>
                  <a:lnTo>
                    <a:pt x="4826165" y="9055"/>
                  </a:lnTo>
                  <a:lnTo>
                    <a:pt x="4826165" y="0"/>
                  </a:lnTo>
                  <a:close/>
                </a:path>
                <a:path w="6102984" h="2055495">
                  <a:moveTo>
                    <a:pt x="4860760" y="2046363"/>
                  </a:moveTo>
                  <a:lnTo>
                    <a:pt x="4833594" y="2046363"/>
                  </a:lnTo>
                  <a:lnTo>
                    <a:pt x="4833594" y="2055418"/>
                  </a:lnTo>
                  <a:lnTo>
                    <a:pt x="4860760" y="2055418"/>
                  </a:lnTo>
                  <a:lnTo>
                    <a:pt x="4860760" y="2046363"/>
                  </a:lnTo>
                  <a:close/>
                </a:path>
                <a:path w="6102984" h="2055495">
                  <a:moveTo>
                    <a:pt x="4871440" y="0"/>
                  </a:moveTo>
                  <a:lnTo>
                    <a:pt x="4844275" y="0"/>
                  </a:lnTo>
                  <a:lnTo>
                    <a:pt x="4844275" y="9055"/>
                  </a:lnTo>
                  <a:lnTo>
                    <a:pt x="4871440" y="9055"/>
                  </a:lnTo>
                  <a:lnTo>
                    <a:pt x="4871440" y="0"/>
                  </a:lnTo>
                  <a:close/>
                </a:path>
                <a:path w="6102984" h="2055495">
                  <a:moveTo>
                    <a:pt x="4906022" y="2046363"/>
                  </a:moveTo>
                  <a:lnTo>
                    <a:pt x="4878870" y="2046363"/>
                  </a:lnTo>
                  <a:lnTo>
                    <a:pt x="4878870" y="2055418"/>
                  </a:lnTo>
                  <a:lnTo>
                    <a:pt x="4906022" y="2055418"/>
                  </a:lnTo>
                  <a:lnTo>
                    <a:pt x="4906022" y="2046363"/>
                  </a:lnTo>
                  <a:close/>
                </a:path>
                <a:path w="6102984" h="2055495">
                  <a:moveTo>
                    <a:pt x="4916716" y="0"/>
                  </a:moveTo>
                  <a:lnTo>
                    <a:pt x="4889551" y="0"/>
                  </a:lnTo>
                  <a:lnTo>
                    <a:pt x="4889551" y="9055"/>
                  </a:lnTo>
                  <a:lnTo>
                    <a:pt x="4916716" y="9055"/>
                  </a:lnTo>
                  <a:lnTo>
                    <a:pt x="4916716" y="0"/>
                  </a:lnTo>
                  <a:close/>
                </a:path>
                <a:path w="6102984" h="2055495">
                  <a:moveTo>
                    <a:pt x="4951298" y="2046363"/>
                  </a:moveTo>
                  <a:lnTo>
                    <a:pt x="4924133" y="2046363"/>
                  </a:lnTo>
                  <a:lnTo>
                    <a:pt x="4924133" y="2055418"/>
                  </a:lnTo>
                  <a:lnTo>
                    <a:pt x="4951298" y="2055418"/>
                  </a:lnTo>
                  <a:lnTo>
                    <a:pt x="4951298" y="2046363"/>
                  </a:lnTo>
                  <a:close/>
                </a:path>
                <a:path w="6102984" h="2055495">
                  <a:moveTo>
                    <a:pt x="4961991" y="0"/>
                  </a:moveTo>
                  <a:lnTo>
                    <a:pt x="4934826" y="0"/>
                  </a:lnTo>
                  <a:lnTo>
                    <a:pt x="4934826" y="9055"/>
                  </a:lnTo>
                  <a:lnTo>
                    <a:pt x="4961991" y="9055"/>
                  </a:lnTo>
                  <a:lnTo>
                    <a:pt x="4961991" y="0"/>
                  </a:lnTo>
                  <a:close/>
                </a:path>
                <a:path w="6102984" h="2055495">
                  <a:moveTo>
                    <a:pt x="4996573" y="2046363"/>
                  </a:moveTo>
                  <a:lnTo>
                    <a:pt x="4969408" y="2046363"/>
                  </a:lnTo>
                  <a:lnTo>
                    <a:pt x="4969408" y="2055418"/>
                  </a:lnTo>
                  <a:lnTo>
                    <a:pt x="4996573" y="2055418"/>
                  </a:lnTo>
                  <a:lnTo>
                    <a:pt x="4996573" y="2046363"/>
                  </a:lnTo>
                  <a:close/>
                </a:path>
                <a:path w="6102984" h="2055495">
                  <a:moveTo>
                    <a:pt x="5007254" y="0"/>
                  </a:moveTo>
                  <a:lnTo>
                    <a:pt x="4980089" y="0"/>
                  </a:lnTo>
                  <a:lnTo>
                    <a:pt x="4980089" y="9055"/>
                  </a:lnTo>
                  <a:lnTo>
                    <a:pt x="5007254" y="9055"/>
                  </a:lnTo>
                  <a:lnTo>
                    <a:pt x="5007254" y="0"/>
                  </a:lnTo>
                  <a:close/>
                </a:path>
                <a:path w="6102984" h="2055495">
                  <a:moveTo>
                    <a:pt x="5041849" y="2046363"/>
                  </a:moveTo>
                  <a:lnTo>
                    <a:pt x="5014684" y="2046363"/>
                  </a:lnTo>
                  <a:lnTo>
                    <a:pt x="5014684" y="2055418"/>
                  </a:lnTo>
                  <a:lnTo>
                    <a:pt x="5041849" y="2055418"/>
                  </a:lnTo>
                  <a:lnTo>
                    <a:pt x="5041849" y="2046363"/>
                  </a:lnTo>
                  <a:close/>
                </a:path>
                <a:path w="6102984" h="2055495">
                  <a:moveTo>
                    <a:pt x="5052530" y="0"/>
                  </a:moveTo>
                  <a:lnTo>
                    <a:pt x="5025364" y="0"/>
                  </a:lnTo>
                  <a:lnTo>
                    <a:pt x="5025364" y="9055"/>
                  </a:lnTo>
                  <a:lnTo>
                    <a:pt x="5052530" y="9055"/>
                  </a:lnTo>
                  <a:lnTo>
                    <a:pt x="5052530" y="0"/>
                  </a:lnTo>
                  <a:close/>
                </a:path>
                <a:path w="6102984" h="2055495">
                  <a:moveTo>
                    <a:pt x="5087124" y="2046363"/>
                  </a:moveTo>
                  <a:lnTo>
                    <a:pt x="5059959" y="2046363"/>
                  </a:lnTo>
                  <a:lnTo>
                    <a:pt x="5059959" y="2055418"/>
                  </a:lnTo>
                  <a:lnTo>
                    <a:pt x="5087124" y="2055418"/>
                  </a:lnTo>
                  <a:lnTo>
                    <a:pt x="5087124" y="2046363"/>
                  </a:lnTo>
                  <a:close/>
                </a:path>
                <a:path w="6102984" h="2055495">
                  <a:moveTo>
                    <a:pt x="5097805" y="0"/>
                  </a:moveTo>
                  <a:lnTo>
                    <a:pt x="5070640" y="0"/>
                  </a:lnTo>
                  <a:lnTo>
                    <a:pt x="5070640" y="9055"/>
                  </a:lnTo>
                  <a:lnTo>
                    <a:pt x="5097805" y="9055"/>
                  </a:lnTo>
                  <a:lnTo>
                    <a:pt x="5097805" y="0"/>
                  </a:lnTo>
                  <a:close/>
                </a:path>
                <a:path w="6102984" h="2055495">
                  <a:moveTo>
                    <a:pt x="5132400" y="2046363"/>
                  </a:moveTo>
                  <a:lnTo>
                    <a:pt x="5105235" y="2046363"/>
                  </a:lnTo>
                  <a:lnTo>
                    <a:pt x="5105235" y="2055418"/>
                  </a:lnTo>
                  <a:lnTo>
                    <a:pt x="5132400" y="2055418"/>
                  </a:lnTo>
                  <a:lnTo>
                    <a:pt x="5132400" y="2046363"/>
                  </a:lnTo>
                  <a:close/>
                </a:path>
                <a:path w="6102984" h="2055495">
                  <a:moveTo>
                    <a:pt x="5143081" y="0"/>
                  </a:moveTo>
                  <a:lnTo>
                    <a:pt x="5115915" y="0"/>
                  </a:lnTo>
                  <a:lnTo>
                    <a:pt x="5115915" y="9055"/>
                  </a:lnTo>
                  <a:lnTo>
                    <a:pt x="5143081" y="9055"/>
                  </a:lnTo>
                  <a:lnTo>
                    <a:pt x="5143081" y="0"/>
                  </a:lnTo>
                  <a:close/>
                </a:path>
                <a:path w="6102984" h="2055495">
                  <a:moveTo>
                    <a:pt x="5177663" y="2046363"/>
                  </a:moveTo>
                  <a:lnTo>
                    <a:pt x="5150510" y="2046363"/>
                  </a:lnTo>
                  <a:lnTo>
                    <a:pt x="5150510" y="2055418"/>
                  </a:lnTo>
                  <a:lnTo>
                    <a:pt x="5177663" y="2055418"/>
                  </a:lnTo>
                  <a:lnTo>
                    <a:pt x="5177663" y="2046363"/>
                  </a:lnTo>
                  <a:close/>
                </a:path>
                <a:path w="6102984" h="2055495">
                  <a:moveTo>
                    <a:pt x="5188356" y="0"/>
                  </a:moveTo>
                  <a:lnTo>
                    <a:pt x="5161191" y="0"/>
                  </a:lnTo>
                  <a:lnTo>
                    <a:pt x="5161191" y="9055"/>
                  </a:lnTo>
                  <a:lnTo>
                    <a:pt x="5188356" y="9055"/>
                  </a:lnTo>
                  <a:lnTo>
                    <a:pt x="5188356" y="0"/>
                  </a:lnTo>
                  <a:close/>
                </a:path>
                <a:path w="6102984" h="2055495">
                  <a:moveTo>
                    <a:pt x="5222938" y="2046363"/>
                  </a:moveTo>
                  <a:lnTo>
                    <a:pt x="5195773" y="2046363"/>
                  </a:lnTo>
                  <a:lnTo>
                    <a:pt x="5195773" y="2055418"/>
                  </a:lnTo>
                  <a:lnTo>
                    <a:pt x="5222938" y="2055418"/>
                  </a:lnTo>
                  <a:lnTo>
                    <a:pt x="5222938" y="2046363"/>
                  </a:lnTo>
                  <a:close/>
                </a:path>
                <a:path w="6102984" h="2055495">
                  <a:moveTo>
                    <a:pt x="5233632" y="0"/>
                  </a:moveTo>
                  <a:lnTo>
                    <a:pt x="5206466" y="0"/>
                  </a:lnTo>
                  <a:lnTo>
                    <a:pt x="5206466" y="9055"/>
                  </a:lnTo>
                  <a:lnTo>
                    <a:pt x="5233632" y="9055"/>
                  </a:lnTo>
                  <a:lnTo>
                    <a:pt x="5233632" y="0"/>
                  </a:lnTo>
                  <a:close/>
                </a:path>
                <a:path w="6102984" h="2055495">
                  <a:moveTo>
                    <a:pt x="5268214" y="2046363"/>
                  </a:moveTo>
                  <a:lnTo>
                    <a:pt x="5241048" y="2046363"/>
                  </a:lnTo>
                  <a:lnTo>
                    <a:pt x="5241048" y="2055418"/>
                  </a:lnTo>
                  <a:lnTo>
                    <a:pt x="5268214" y="2055418"/>
                  </a:lnTo>
                  <a:lnTo>
                    <a:pt x="5268214" y="2046363"/>
                  </a:lnTo>
                  <a:close/>
                </a:path>
                <a:path w="6102984" h="2055495">
                  <a:moveTo>
                    <a:pt x="5278894" y="0"/>
                  </a:moveTo>
                  <a:lnTo>
                    <a:pt x="5251742" y="0"/>
                  </a:lnTo>
                  <a:lnTo>
                    <a:pt x="5251742" y="9055"/>
                  </a:lnTo>
                  <a:lnTo>
                    <a:pt x="5278894" y="9055"/>
                  </a:lnTo>
                  <a:lnTo>
                    <a:pt x="5278894" y="0"/>
                  </a:lnTo>
                  <a:close/>
                </a:path>
                <a:path w="6102984" h="2055495">
                  <a:moveTo>
                    <a:pt x="5313489" y="2046363"/>
                  </a:moveTo>
                  <a:lnTo>
                    <a:pt x="5286324" y="2046363"/>
                  </a:lnTo>
                  <a:lnTo>
                    <a:pt x="5286324" y="2055418"/>
                  </a:lnTo>
                  <a:lnTo>
                    <a:pt x="5313489" y="2055418"/>
                  </a:lnTo>
                  <a:lnTo>
                    <a:pt x="5313489" y="2046363"/>
                  </a:lnTo>
                  <a:close/>
                </a:path>
                <a:path w="6102984" h="2055495">
                  <a:moveTo>
                    <a:pt x="5324170" y="0"/>
                  </a:moveTo>
                  <a:lnTo>
                    <a:pt x="5297005" y="0"/>
                  </a:lnTo>
                  <a:lnTo>
                    <a:pt x="5297005" y="9055"/>
                  </a:lnTo>
                  <a:lnTo>
                    <a:pt x="5324170" y="9055"/>
                  </a:lnTo>
                  <a:lnTo>
                    <a:pt x="5324170" y="0"/>
                  </a:lnTo>
                  <a:close/>
                </a:path>
                <a:path w="6102984" h="2055495">
                  <a:moveTo>
                    <a:pt x="5358765" y="2046363"/>
                  </a:moveTo>
                  <a:lnTo>
                    <a:pt x="5331599" y="2046363"/>
                  </a:lnTo>
                  <a:lnTo>
                    <a:pt x="5331599" y="2055418"/>
                  </a:lnTo>
                  <a:lnTo>
                    <a:pt x="5358765" y="2055418"/>
                  </a:lnTo>
                  <a:lnTo>
                    <a:pt x="5358765" y="2046363"/>
                  </a:lnTo>
                  <a:close/>
                </a:path>
                <a:path w="6102984" h="2055495">
                  <a:moveTo>
                    <a:pt x="5369445" y="0"/>
                  </a:moveTo>
                  <a:lnTo>
                    <a:pt x="5342280" y="0"/>
                  </a:lnTo>
                  <a:lnTo>
                    <a:pt x="5342280" y="9055"/>
                  </a:lnTo>
                  <a:lnTo>
                    <a:pt x="5369445" y="9055"/>
                  </a:lnTo>
                  <a:lnTo>
                    <a:pt x="5369445" y="0"/>
                  </a:lnTo>
                  <a:close/>
                </a:path>
                <a:path w="6102984" h="2055495">
                  <a:moveTo>
                    <a:pt x="5404040" y="2046363"/>
                  </a:moveTo>
                  <a:lnTo>
                    <a:pt x="5376875" y="2046363"/>
                  </a:lnTo>
                  <a:lnTo>
                    <a:pt x="5376875" y="2055418"/>
                  </a:lnTo>
                  <a:lnTo>
                    <a:pt x="5404040" y="2055418"/>
                  </a:lnTo>
                  <a:lnTo>
                    <a:pt x="5404040" y="2046363"/>
                  </a:lnTo>
                  <a:close/>
                </a:path>
                <a:path w="6102984" h="2055495">
                  <a:moveTo>
                    <a:pt x="5414721" y="0"/>
                  </a:moveTo>
                  <a:lnTo>
                    <a:pt x="5387556" y="0"/>
                  </a:lnTo>
                  <a:lnTo>
                    <a:pt x="5387556" y="9055"/>
                  </a:lnTo>
                  <a:lnTo>
                    <a:pt x="5414721" y="9055"/>
                  </a:lnTo>
                  <a:lnTo>
                    <a:pt x="5414721" y="0"/>
                  </a:lnTo>
                  <a:close/>
                </a:path>
                <a:path w="6102984" h="2055495">
                  <a:moveTo>
                    <a:pt x="5449316" y="2046363"/>
                  </a:moveTo>
                  <a:lnTo>
                    <a:pt x="5422150" y="2046363"/>
                  </a:lnTo>
                  <a:lnTo>
                    <a:pt x="5422150" y="2055418"/>
                  </a:lnTo>
                  <a:lnTo>
                    <a:pt x="5449316" y="2055418"/>
                  </a:lnTo>
                  <a:lnTo>
                    <a:pt x="5449316" y="2046363"/>
                  </a:lnTo>
                  <a:close/>
                </a:path>
                <a:path w="6102984" h="2055495">
                  <a:moveTo>
                    <a:pt x="5459996" y="0"/>
                  </a:moveTo>
                  <a:lnTo>
                    <a:pt x="5432831" y="0"/>
                  </a:lnTo>
                  <a:lnTo>
                    <a:pt x="5432831" y="9055"/>
                  </a:lnTo>
                  <a:lnTo>
                    <a:pt x="5459996" y="9055"/>
                  </a:lnTo>
                  <a:lnTo>
                    <a:pt x="5459996" y="0"/>
                  </a:lnTo>
                  <a:close/>
                </a:path>
                <a:path w="6102984" h="2055495">
                  <a:moveTo>
                    <a:pt x="5494579" y="2046363"/>
                  </a:moveTo>
                  <a:lnTo>
                    <a:pt x="5467426" y="2046363"/>
                  </a:lnTo>
                  <a:lnTo>
                    <a:pt x="5467426" y="2055418"/>
                  </a:lnTo>
                  <a:lnTo>
                    <a:pt x="5494579" y="2055418"/>
                  </a:lnTo>
                  <a:lnTo>
                    <a:pt x="5494579" y="2046363"/>
                  </a:lnTo>
                  <a:close/>
                </a:path>
                <a:path w="6102984" h="2055495">
                  <a:moveTo>
                    <a:pt x="5505272" y="0"/>
                  </a:moveTo>
                  <a:lnTo>
                    <a:pt x="5478107" y="0"/>
                  </a:lnTo>
                  <a:lnTo>
                    <a:pt x="5478107" y="9055"/>
                  </a:lnTo>
                  <a:lnTo>
                    <a:pt x="5505272" y="9055"/>
                  </a:lnTo>
                  <a:lnTo>
                    <a:pt x="5505272" y="0"/>
                  </a:lnTo>
                  <a:close/>
                </a:path>
                <a:path w="6102984" h="2055495">
                  <a:moveTo>
                    <a:pt x="5539854" y="2046363"/>
                  </a:moveTo>
                  <a:lnTo>
                    <a:pt x="5512689" y="2046363"/>
                  </a:lnTo>
                  <a:lnTo>
                    <a:pt x="5512689" y="2055418"/>
                  </a:lnTo>
                  <a:lnTo>
                    <a:pt x="5539854" y="2055418"/>
                  </a:lnTo>
                  <a:lnTo>
                    <a:pt x="5539854" y="2046363"/>
                  </a:lnTo>
                  <a:close/>
                </a:path>
                <a:path w="6102984" h="2055495">
                  <a:moveTo>
                    <a:pt x="5550547" y="0"/>
                  </a:moveTo>
                  <a:lnTo>
                    <a:pt x="5523382" y="0"/>
                  </a:lnTo>
                  <a:lnTo>
                    <a:pt x="5523382" y="9055"/>
                  </a:lnTo>
                  <a:lnTo>
                    <a:pt x="5550547" y="9055"/>
                  </a:lnTo>
                  <a:lnTo>
                    <a:pt x="5550547" y="0"/>
                  </a:lnTo>
                  <a:close/>
                </a:path>
                <a:path w="6102984" h="2055495">
                  <a:moveTo>
                    <a:pt x="5585130" y="2046363"/>
                  </a:moveTo>
                  <a:lnTo>
                    <a:pt x="5557964" y="2046363"/>
                  </a:lnTo>
                  <a:lnTo>
                    <a:pt x="5557964" y="2055418"/>
                  </a:lnTo>
                  <a:lnTo>
                    <a:pt x="5585130" y="2055418"/>
                  </a:lnTo>
                  <a:lnTo>
                    <a:pt x="5585130" y="2046363"/>
                  </a:lnTo>
                  <a:close/>
                </a:path>
                <a:path w="6102984" h="2055495">
                  <a:moveTo>
                    <a:pt x="5595810" y="0"/>
                  </a:moveTo>
                  <a:lnTo>
                    <a:pt x="5568645" y="0"/>
                  </a:lnTo>
                  <a:lnTo>
                    <a:pt x="5568645" y="9055"/>
                  </a:lnTo>
                  <a:lnTo>
                    <a:pt x="5595810" y="9055"/>
                  </a:lnTo>
                  <a:lnTo>
                    <a:pt x="5595810" y="0"/>
                  </a:lnTo>
                  <a:close/>
                </a:path>
                <a:path w="6102984" h="2055495">
                  <a:moveTo>
                    <a:pt x="5630405" y="2046363"/>
                  </a:moveTo>
                  <a:lnTo>
                    <a:pt x="5603240" y="2046363"/>
                  </a:lnTo>
                  <a:lnTo>
                    <a:pt x="5603240" y="2055418"/>
                  </a:lnTo>
                  <a:lnTo>
                    <a:pt x="5630405" y="2055418"/>
                  </a:lnTo>
                  <a:lnTo>
                    <a:pt x="5630405" y="2046363"/>
                  </a:lnTo>
                  <a:close/>
                </a:path>
                <a:path w="6102984" h="2055495">
                  <a:moveTo>
                    <a:pt x="5641086" y="0"/>
                  </a:moveTo>
                  <a:lnTo>
                    <a:pt x="5613920" y="0"/>
                  </a:lnTo>
                  <a:lnTo>
                    <a:pt x="5613920" y="9055"/>
                  </a:lnTo>
                  <a:lnTo>
                    <a:pt x="5641086" y="9055"/>
                  </a:lnTo>
                  <a:lnTo>
                    <a:pt x="5641086" y="0"/>
                  </a:lnTo>
                  <a:close/>
                </a:path>
                <a:path w="6102984" h="2055495">
                  <a:moveTo>
                    <a:pt x="5675681" y="2046363"/>
                  </a:moveTo>
                  <a:lnTo>
                    <a:pt x="5648515" y="2046363"/>
                  </a:lnTo>
                  <a:lnTo>
                    <a:pt x="5648515" y="2055418"/>
                  </a:lnTo>
                  <a:lnTo>
                    <a:pt x="5675681" y="2055418"/>
                  </a:lnTo>
                  <a:lnTo>
                    <a:pt x="5675681" y="2046363"/>
                  </a:lnTo>
                  <a:close/>
                </a:path>
                <a:path w="6102984" h="2055495">
                  <a:moveTo>
                    <a:pt x="5686361" y="0"/>
                  </a:moveTo>
                  <a:lnTo>
                    <a:pt x="5659196" y="0"/>
                  </a:lnTo>
                  <a:lnTo>
                    <a:pt x="5659196" y="9055"/>
                  </a:lnTo>
                  <a:lnTo>
                    <a:pt x="5686361" y="9055"/>
                  </a:lnTo>
                  <a:lnTo>
                    <a:pt x="5686361" y="0"/>
                  </a:lnTo>
                  <a:close/>
                </a:path>
                <a:path w="6102984" h="2055495">
                  <a:moveTo>
                    <a:pt x="5720956" y="2046363"/>
                  </a:moveTo>
                  <a:lnTo>
                    <a:pt x="5693791" y="2046363"/>
                  </a:lnTo>
                  <a:lnTo>
                    <a:pt x="5693791" y="2055418"/>
                  </a:lnTo>
                  <a:lnTo>
                    <a:pt x="5720956" y="2055418"/>
                  </a:lnTo>
                  <a:lnTo>
                    <a:pt x="5720956" y="2046363"/>
                  </a:lnTo>
                  <a:close/>
                </a:path>
                <a:path w="6102984" h="2055495">
                  <a:moveTo>
                    <a:pt x="5731637" y="0"/>
                  </a:moveTo>
                  <a:lnTo>
                    <a:pt x="5704471" y="0"/>
                  </a:lnTo>
                  <a:lnTo>
                    <a:pt x="5704471" y="9055"/>
                  </a:lnTo>
                  <a:lnTo>
                    <a:pt x="5731637" y="9055"/>
                  </a:lnTo>
                  <a:lnTo>
                    <a:pt x="5731637" y="0"/>
                  </a:lnTo>
                  <a:close/>
                </a:path>
                <a:path w="6102984" h="2055495">
                  <a:moveTo>
                    <a:pt x="5766232" y="2046363"/>
                  </a:moveTo>
                  <a:lnTo>
                    <a:pt x="5739066" y="2046363"/>
                  </a:lnTo>
                  <a:lnTo>
                    <a:pt x="5739066" y="2055418"/>
                  </a:lnTo>
                  <a:lnTo>
                    <a:pt x="5766232" y="2055418"/>
                  </a:lnTo>
                  <a:lnTo>
                    <a:pt x="5766232" y="2046363"/>
                  </a:lnTo>
                  <a:close/>
                </a:path>
                <a:path w="6102984" h="2055495">
                  <a:moveTo>
                    <a:pt x="5776912" y="0"/>
                  </a:moveTo>
                  <a:lnTo>
                    <a:pt x="5749747" y="0"/>
                  </a:lnTo>
                  <a:lnTo>
                    <a:pt x="5749747" y="9055"/>
                  </a:lnTo>
                  <a:lnTo>
                    <a:pt x="5776912" y="9055"/>
                  </a:lnTo>
                  <a:lnTo>
                    <a:pt x="5776912" y="0"/>
                  </a:lnTo>
                  <a:close/>
                </a:path>
                <a:path w="6102984" h="2055495">
                  <a:moveTo>
                    <a:pt x="5811494" y="2046363"/>
                  </a:moveTo>
                  <a:lnTo>
                    <a:pt x="5784329" y="2046363"/>
                  </a:lnTo>
                  <a:lnTo>
                    <a:pt x="5784329" y="2055418"/>
                  </a:lnTo>
                  <a:lnTo>
                    <a:pt x="5811494" y="2055418"/>
                  </a:lnTo>
                  <a:lnTo>
                    <a:pt x="5811494" y="2046363"/>
                  </a:lnTo>
                  <a:close/>
                </a:path>
                <a:path w="6102984" h="2055495">
                  <a:moveTo>
                    <a:pt x="5822188" y="0"/>
                  </a:moveTo>
                  <a:lnTo>
                    <a:pt x="5795022" y="0"/>
                  </a:lnTo>
                  <a:lnTo>
                    <a:pt x="5795022" y="9055"/>
                  </a:lnTo>
                  <a:lnTo>
                    <a:pt x="5822188" y="9055"/>
                  </a:lnTo>
                  <a:lnTo>
                    <a:pt x="5822188" y="0"/>
                  </a:lnTo>
                  <a:close/>
                </a:path>
                <a:path w="6102984" h="2055495">
                  <a:moveTo>
                    <a:pt x="5856770" y="2046363"/>
                  </a:moveTo>
                  <a:lnTo>
                    <a:pt x="5829605" y="2046363"/>
                  </a:lnTo>
                  <a:lnTo>
                    <a:pt x="5829605" y="2055418"/>
                  </a:lnTo>
                  <a:lnTo>
                    <a:pt x="5856770" y="2055418"/>
                  </a:lnTo>
                  <a:lnTo>
                    <a:pt x="5856770" y="2046363"/>
                  </a:lnTo>
                  <a:close/>
                </a:path>
                <a:path w="6102984" h="2055495">
                  <a:moveTo>
                    <a:pt x="5867451" y="0"/>
                  </a:moveTo>
                  <a:lnTo>
                    <a:pt x="5840298" y="0"/>
                  </a:lnTo>
                  <a:lnTo>
                    <a:pt x="5840298" y="9055"/>
                  </a:lnTo>
                  <a:lnTo>
                    <a:pt x="5867451" y="9055"/>
                  </a:lnTo>
                  <a:lnTo>
                    <a:pt x="5867451" y="0"/>
                  </a:lnTo>
                  <a:close/>
                </a:path>
                <a:path w="6102984" h="2055495">
                  <a:moveTo>
                    <a:pt x="5902045" y="2046363"/>
                  </a:moveTo>
                  <a:lnTo>
                    <a:pt x="5874880" y="2046363"/>
                  </a:lnTo>
                  <a:lnTo>
                    <a:pt x="5874880" y="2055418"/>
                  </a:lnTo>
                  <a:lnTo>
                    <a:pt x="5902045" y="2055418"/>
                  </a:lnTo>
                  <a:lnTo>
                    <a:pt x="5902045" y="2046363"/>
                  </a:lnTo>
                  <a:close/>
                </a:path>
                <a:path w="6102984" h="2055495">
                  <a:moveTo>
                    <a:pt x="5912726" y="0"/>
                  </a:moveTo>
                  <a:lnTo>
                    <a:pt x="5885561" y="0"/>
                  </a:lnTo>
                  <a:lnTo>
                    <a:pt x="5885561" y="9055"/>
                  </a:lnTo>
                  <a:lnTo>
                    <a:pt x="5912726" y="9055"/>
                  </a:lnTo>
                  <a:lnTo>
                    <a:pt x="5912726" y="0"/>
                  </a:lnTo>
                  <a:close/>
                </a:path>
                <a:path w="6102984" h="2055495">
                  <a:moveTo>
                    <a:pt x="5947321" y="2046363"/>
                  </a:moveTo>
                  <a:lnTo>
                    <a:pt x="5920156" y="2046363"/>
                  </a:lnTo>
                  <a:lnTo>
                    <a:pt x="5920156" y="2055418"/>
                  </a:lnTo>
                  <a:lnTo>
                    <a:pt x="5947321" y="2055418"/>
                  </a:lnTo>
                  <a:lnTo>
                    <a:pt x="5947321" y="2046363"/>
                  </a:lnTo>
                  <a:close/>
                </a:path>
                <a:path w="6102984" h="2055495">
                  <a:moveTo>
                    <a:pt x="5958002" y="0"/>
                  </a:moveTo>
                  <a:lnTo>
                    <a:pt x="5930836" y="0"/>
                  </a:lnTo>
                  <a:lnTo>
                    <a:pt x="5930836" y="9055"/>
                  </a:lnTo>
                  <a:lnTo>
                    <a:pt x="5958002" y="9055"/>
                  </a:lnTo>
                  <a:lnTo>
                    <a:pt x="5958002" y="0"/>
                  </a:lnTo>
                  <a:close/>
                </a:path>
                <a:path w="6102984" h="2055495">
                  <a:moveTo>
                    <a:pt x="5991847" y="2053082"/>
                  </a:moveTo>
                  <a:lnTo>
                    <a:pt x="5990196" y="2044179"/>
                  </a:lnTo>
                  <a:lnTo>
                    <a:pt x="5979541" y="2045754"/>
                  </a:lnTo>
                  <a:lnTo>
                    <a:pt x="5967057" y="2046363"/>
                  </a:lnTo>
                  <a:lnTo>
                    <a:pt x="5965431" y="2046363"/>
                  </a:lnTo>
                  <a:lnTo>
                    <a:pt x="5965431" y="2055418"/>
                  </a:lnTo>
                  <a:lnTo>
                    <a:pt x="5967057" y="2055418"/>
                  </a:lnTo>
                  <a:lnTo>
                    <a:pt x="5980442" y="2054771"/>
                  </a:lnTo>
                  <a:lnTo>
                    <a:pt x="5991847" y="2053082"/>
                  </a:lnTo>
                  <a:close/>
                </a:path>
                <a:path w="6102984" h="2055495">
                  <a:moveTo>
                    <a:pt x="6002452" y="4813"/>
                  </a:moveTo>
                  <a:lnTo>
                    <a:pt x="5993562" y="2578"/>
                  </a:lnTo>
                  <a:lnTo>
                    <a:pt x="5980442" y="647"/>
                  </a:lnTo>
                  <a:lnTo>
                    <a:pt x="5975693" y="419"/>
                  </a:lnTo>
                  <a:lnTo>
                    <a:pt x="5975121" y="9436"/>
                  </a:lnTo>
                  <a:lnTo>
                    <a:pt x="5979541" y="9652"/>
                  </a:lnTo>
                  <a:lnTo>
                    <a:pt x="5991796" y="11468"/>
                  </a:lnTo>
                  <a:lnTo>
                    <a:pt x="6000089" y="13550"/>
                  </a:lnTo>
                  <a:lnTo>
                    <a:pt x="6002452" y="4813"/>
                  </a:lnTo>
                  <a:close/>
                </a:path>
                <a:path w="6102984" h="2055495">
                  <a:moveTo>
                    <a:pt x="6034773" y="2037194"/>
                  </a:moveTo>
                  <a:lnTo>
                    <a:pt x="6030252" y="2029358"/>
                  </a:lnTo>
                  <a:lnTo>
                    <a:pt x="6026874" y="2031377"/>
                  </a:lnTo>
                  <a:lnTo>
                    <a:pt x="6015571" y="2036711"/>
                  </a:lnTo>
                  <a:lnTo>
                    <a:pt x="6006985" y="2039785"/>
                  </a:lnTo>
                  <a:lnTo>
                    <a:pt x="6009830" y="2048370"/>
                  </a:lnTo>
                  <a:lnTo>
                    <a:pt x="6019038" y="2045081"/>
                  </a:lnTo>
                  <a:lnTo>
                    <a:pt x="6031154" y="2039353"/>
                  </a:lnTo>
                  <a:lnTo>
                    <a:pt x="6034773" y="2037194"/>
                  </a:lnTo>
                  <a:close/>
                </a:path>
                <a:path w="6102984" h="2055495">
                  <a:moveTo>
                    <a:pt x="6043917" y="23888"/>
                  </a:moveTo>
                  <a:lnTo>
                    <a:pt x="6042533" y="22860"/>
                  </a:lnTo>
                  <a:lnTo>
                    <a:pt x="6031154" y="16052"/>
                  </a:lnTo>
                  <a:lnTo>
                    <a:pt x="6020143" y="10858"/>
                  </a:lnTo>
                  <a:lnTo>
                    <a:pt x="6016612" y="19189"/>
                  </a:lnTo>
                  <a:lnTo>
                    <a:pt x="6026874" y="24041"/>
                  </a:lnTo>
                  <a:lnTo>
                    <a:pt x="6037504" y="30391"/>
                  </a:lnTo>
                  <a:lnTo>
                    <a:pt x="6038786" y="31356"/>
                  </a:lnTo>
                  <a:lnTo>
                    <a:pt x="6043917" y="23888"/>
                  </a:lnTo>
                  <a:close/>
                </a:path>
                <a:path w="6102984" h="2055495">
                  <a:moveTo>
                    <a:pt x="6070016" y="2008009"/>
                  </a:moveTo>
                  <a:lnTo>
                    <a:pt x="6063158" y="2002116"/>
                  </a:lnTo>
                  <a:lnTo>
                    <a:pt x="6056693" y="2009228"/>
                  </a:lnTo>
                  <a:lnTo>
                    <a:pt x="6047435" y="2017636"/>
                  </a:lnTo>
                  <a:lnTo>
                    <a:pt x="6044438" y="2019858"/>
                  </a:lnTo>
                  <a:lnTo>
                    <a:pt x="6049962" y="2027021"/>
                  </a:lnTo>
                  <a:lnTo>
                    <a:pt x="6053175" y="2024634"/>
                  </a:lnTo>
                  <a:lnTo>
                    <a:pt x="6063094" y="2015629"/>
                  </a:lnTo>
                  <a:lnTo>
                    <a:pt x="6070016" y="2008009"/>
                  </a:lnTo>
                  <a:close/>
                </a:path>
                <a:path w="6102984" h="2055495">
                  <a:moveTo>
                    <a:pt x="6076734" y="55930"/>
                  </a:moveTo>
                  <a:lnTo>
                    <a:pt x="6072098" y="49695"/>
                  </a:lnTo>
                  <a:lnTo>
                    <a:pt x="6063094" y="39776"/>
                  </a:lnTo>
                  <a:lnTo>
                    <a:pt x="6058268" y="35394"/>
                  </a:lnTo>
                  <a:lnTo>
                    <a:pt x="6052197" y="42100"/>
                  </a:lnTo>
                  <a:lnTo>
                    <a:pt x="6056693" y="46177"/>
                  </a:lnTo>
                  <a:lnTo>
                    <a:pt x="6065101" y="55435"/>
                  </a:lnTo>
                  <a:lnTo>
                    <a:pt x="6069419" y="61264"/>
                  </a:lnTo>
                  <a:lnTo>
                    <a:pt x="6076734" y="55930"/>
                  </a:lnTo>
                  <a:close/>
                </a:path>
                <a:path w="6102984" h="2055495">
                  <a:moveTo>
                    <a:pt x="6093358" y="1969274"/>
                  </a:moveTo>
                  <a:lnTo>
                    <a:pt x="6084938" y="1965972"/>
                  </a:lnTo>
                  <a:lnTo>
                    <a:pt x="6084176" y="1968106"/>
                  </a:lnTo>
                  <a:lnTo>
                    <a:pt x="6078842" y="1979409"/>
                  </a:lnTo>
                  <a:lnTo>
                    <a:pt x="6073457" y="1988400"/>
                  </a:lnTo>
                  <a:lnTo>
                    <a:pt x="6081052" y="1993328"/>
                  </a:lnTo>
                  <a:lnTo>
                    <a:pt x="6086818" y="1983689"/>
                  </a:lnTo>
                  <a:lnTo>
                    <a:pt x="6092545" y="1971573"/>
                  </a:lnTo>
                  <a:lnTo>
                    <a:pt x="6093358" y="1969274"/>
                  </a:lnTo>
                  <a:close/>
                </a:path>
                <a:path w="6102984" h="2055495">
                  <a:moveTo>
                    <a:pt x="6097130" y="96697"/>
                  </a:moveTo>
                  <a:lnTo>
                    <a:pt x="6097067" y="96443"/>
                  </a:lnTo>
                  <a:lnTo>
                    <a:pt x="6092545" y="83845"/>
                  </a:lnTo>
                  <a:lnTo>
                    <a:pt x="6086818" y="71729"/>
                  </a:lnTo>
                  <a:lnTo>
                    <a:pt x="6086564" y="71297"/>
                  </a:lnTo>
                  <a:lnTo>
                    <a:pt x="6078601" y="75603"/>
                  </a:lnTo>
                  <a:lnTo>
                    <a:pt x="6078842" y="75996"/>
                  </a:lnTo>
                  <a:lnTo>
                    <a:pt x="6084176" y="87312"/>
                  </a:lnTo>
                  <a:lnTo>
                    <a:pt x="6088392" y="99072"/>
                  </a:lnTo>
                  <a:lnTo>
                    <a:pt x="6088456" y="99301"/>
                  </a:lnTo>
                  <a:lnTo>
                    <a:pt x="6097130" y="96697"/>
                  </a:lnTo>
                  <a:close/>
                </a:path>
                <a:path w="6102984" h="2055495">
                  <a:moveTo>
                    <a:pt x="6102629" y="1924659"/>
                  </a:moveTo>
                  <a:lnTo>
                    <a:pt x="6093599" y="1924329"/>
                  </a:lnTo>
                  <a:lnTo>
                    <a:pt x="6093218" y="1932076"/>
                  </a:lnTo>
                  <a:lnTo>
                    <a:pt x="6091415" y="1944331"/>
                  </a:lnTo>
                  <a:lnTo>
                    <a:pt x="6090196" y="1949183"/>
                  </a:lnTo>
                  <a:lnTo>
                    <a:pt x="6098984" y="1951291"/>
                  </a:lnTo>
                  <a:lnTo>
                    <a:pt x="6100292" y="1946097"/>
                  </a:lnTo>
                  <a:lnTo>
                    <a:pt x="6102235" y="1932978"/>
                  </a:lnTo>
                  <a:lnTo>
                    <a:pt x="6102629" y="1924659"/>
                  </a:lnTo>
                  <a:close/>
                </a:path>
                <a:path w="6102984" h="2055495">
                  <a:moveTo>
                    <a:pt x="6102883" y="1879663"/>
                  </a:moveTo>
                  <a:lnTo>
                    <a:pt x="6093828" y="1879663"/>
                  </a:lnTo>
                  <a:lnTo>
                    <a:pt x="6093828" y="1906828"/>
                  </a:lnTo>
                  <a:lnTo>
                    <a:pt x="6102883" y="1906828"/>
                  </a:lnTo>
                  <a:lnTo>
                    <a:pt x="6102883" y="1879663"/>
                  </a:lnTo>
                  <a:close/>
                </a:path>
                <a:path w="6102984" h="2055495">
                  <a:moveTo>
                    <a:pt x="6102883" y="1834388"/>
                  </a:moveTo>
                  <a:lnTo>
                    <a:pt x="6093828" y="1834388"/>
                  </a:lnTo>
                  <a:lnTo>
                    <a:pt x="6093828" y="1861553"/>
                  </a:lnTo>
                  <a:lnTo>
                    <a:pt x="6102883" y="1861553"/>
                  </a:lnTo>
                  <a:lnTo>
                    <a:pt x="6102883" y="1834388"/>
                  </a:lnTo>
                  <a:close/>
                </a:path>
                <a:path w="6102984" h="2055495">
                  <a:moveTo>
                    <a:pt x="6102883" y="1789112"/>
                  </a:moveTo>
                  <a:lnTo>
                    <a:pt x="6093828" y="1789112"/>
                  </a:lnTo>
                  <a:lnTo>
                    <a:pt x="6093828" y="1816277"/>
                  </a:lnTo>
                  <a:lnTo>
                    <a:pt x="6102883" y="1816277"/>
                  </a:lnTo>
                  <a:lnTo>
                    <a:pt x="6102883" y="1789112"/>
                  </a:lnTo>
                  <a:close/>
                </a:path>
                <a:path w="6102984" h="2055495">
                  <a:moveTo>
                    <a:pt x="6102883" y="1743837"/>
                  </a:moveTo>
                  <a:lnTo>
                    <a:pt x="6093828" y="1743837"/>
                  </a:lnTo>
                  <a:lnTo>
                    <a:pt x="6093828" y="1771002"/>
                  </a:lnTo>
                  <a:lnTo>
                    <a:pt x="6102883" y="1771002"/>
                  </a:lnTo>
                  <a:lnTo>
                    <a:pt x="6102883" y="1743837"/>
                  </a:lnTo>
                  <a:close/>
                </a:path>
                <a:path w="6102984" h="2055495">
                  <a:moveTo>
                    <a:pt x="6102883" y="1698561"/>
                  </a:moveTo>
                  <a:lnTo>
                    <a:pt x="6093828" y="1698561"/>
                  </a:lnTo>
                  <a:lnTo>
                    <a:pt x="6093828" y="1725726"/>
                  </a:lnTo>
                  <a:lnTo>
                    <a:pt x="6102883" y="1725726"/>
                  </a:lnTo>
                  <a:lnTo>
                    <a:pt x="6102883" y="1698561"/>
                  </a:lnTo>
                  <a:close/>
                </a:path>
                <a:path w="6102984" h="2055495">
                  <a:moveTo>
                    <a:pt x="6102883" y="1653298"/>
                  </a:moveTo>
                  <a:lnTo>
                    <a:pt x="6093828" y="1653298"/>
                  </a:lnTo>
                  <a:lnTo>
                    <a:pt x="6093828" y="1680464"/>
                  </a:lnTo>
                  <a:lnTo>
                    <a:pt x="6102883" y="1680464"/>
                  </a:lnTo>
                  <a:lnTo>
                    <a:pt x="6102883" y="1653298"/>
                  </a:lnTo>
                  <a:close/>
                </a:path>
                <a:path w="6102984" h="2055495">
                  <a:moveTo>
                    <a:pt x="6102883" y="1608023"/>
                  </a:moveTo>
                  <a:lnTo>
                    <a:pt x="6093828" y="1608023"/>
                  </a:lnTo>
                  <a:lnTo>
                    <a:pt x="6093828" y="1635188"/>
                  </a:lnTo>
                  <a:lnTo>
                    <a:pt x="6102883" y="1635188"/>
                  </a:lnTo>
                  <a:lnTo>
                    <a:pt x="6102883" y="1608023"/>
                  </a:lnTo>
                  <a:close/>
                </a:path>
                <a:path w="6102984" h="2055495">
                  <a:moveTo>
                    <a:pt x="6102883" y="1562747"/>
                  </a:moveTo>
                  <a:lnTo>
                    <a:pt x="6093828" y="1562747"/>
                  </a:lnTo>
                  <a:lnTo>
                    <a:pt x="6093828" y="1589913"/>
                  </a:lnTo>
                  <a:lnTo>
                    <a:pt x="6102883" y="1589913"/>
                  </a:lnTo>
                  <a:lnTo>
                    <a:pt x="6102883" y="1562747"/>
                  </a:lnTo>
                  <a:close/>
                </a:path>
                <a:path w="6102984" h="2055495">
                  <a:moveTo>
                    <a:pt x="6102883" y="1517472"/>
                  </a:moveTo>
                  <a:lnTo>
                    <a:pt x="6093828" y="1517472"/>
                  </a:lnTo>
                  <a:lnTo>
                    <a:pt x="6093828" y="1544637"/>
                  </a:lnTo>
                  <a:lnTo>
                    <a:pt x="6102883" y="1544637"/>
                  </a:lnTo>
                  <a:lnTo>
                    <a:pt x="6102883" y="1517472"/>
                  </a:lnTo>
                  <a:close/>
                </a:path>
                <a:path w="6102984" h="2055495">
                  <a:moveTo>
                    <a:pt x="6102883" y="1472196"/>
                  </a:moveTo>
                  <a:lnTo>
                    <a:pt x="6093828" y="1472196"/>
                  </a:lnTo>
                  <a:lnTo>
                    <a:pt x="6093828" y="1499362"/>
                  </a:lnTo>
                  <a:lnTo>
                    <a:pt x="6102883" y="1499362"/>
                  </a:lnTo>
                  <a:lnTo>
                    <a:pt x="6102883" y="1472196"/>
                  </a:lnTo>
                  <a:close/>
                </a:path>
                <a:path w="6102984" h="2055495">
                  <a:moveTo>
                    <a:pt x="6102883" y="1426921"/>
                  </a:moveTo>
                  <a:lnTo>
                    <a:pt x="6093828" y="1426921"/>
                  </a:lnTo>
                  <a:lnTo>
                    <a:pt x="6093828" y="1454086"/>
                  </a:lnTo>
                  <a:lnTo>
                    <a:pt x="6102883" y="1454086"/>
                  </a:lnTo>
                  <a:lnTo>
                    <a:pt x="6102883" y="1426921"/>
                  </a:lnTo>
                  <a:close/>
                </a:path>
                <a:path w="6102984" h="2055495">
                  <a:moveTo>
                    <a:pt x="6102883" y="1381658"/>
                  </a:moveTo>
                  <a:lnTo>
                    <a:pt x="6093828" y="1381658"/>
                  </a:lnTo>
                  <a:lnTo>
                    <a:pt x="6093828" y="1408811"/>
                  </a:lnTo>
                  <a:lnTo>
                    <a:pt x="6102883" y="1408811"/>
                  </a:lnTo>
                  <a:lnTo>
                    <a:pt x="6102883" y="1381658"/>
                  </a:lnTo>
                  <a:close/>
                </a:path>
                <a:path w="6102984" h="2055495">
                  <a:moveTo>
                    <a:pt x="6102883" y="1336382"/>
                  </a:moveTo>
                  <a:lnTo>
                    <a:pt x="6093828" y="1336382"/>
                  </a:lnTo>
                  <a:lnTo>
                    <a:pt x="6093828" y="1363548"/>
                  </a:lnTo>
                  <a:lnTo>
                    <a:pt x="6102883" y="1363548"/>
                  </a:lnTo>
                  <a:lnTo>
                    <a:pt x="6102883" y="1336382"/>
                  </a:lnTo>
                  <a:close/>
                </a:path>
                <a:path w="6102984" h="2055495">
                  <a:moveTo>
                    <a:pt x="6102883" y="1291107"/>
                  </a:moveTo>
                  <a:lnTo>
                    <a:pt x="6093828" y="1291107"/>
                  </a:lnTo>
                  <a:lnTo>
                    <a:pt x="6093828" y="1318272"/>
                  </a:lnTo>
                  <a:lnTo>
                    <a:pt x="6102883" y="1318272"/>
                  </a:lnTo>
                  <a:lnTo>
                    <a:pt x="6102883" y="1291107"/>
                  </a:lnTo>
                  <a:close/>
                </a:path>
                <a:path w="6102984" h="2055495">
                  <a:moveTo>
                    <a:pt x="6102883" y="1245831"/>
                  </a:moveTo>
                  <a:lnTo>
                    <a:pt x="6093828" y="1245831"/>
                  </a:lnTo>
                  <a:lnTo>
                    <a:pt x="6093828" y="1272997"/>
                  </a:lnTo>
                  <a:lnTo>
                    <a:pt x="6102883" y="1272997"/>
                  </a:lnTo>
                  <a:lnTo>
                    <a:pt x="6102883" y="1245831"/>
                  </a:lnTo>
                  <a:close/>
                </a:path>
                <a:path w="6102984" h="2055495">
                  <a:moveTo>
                    <a:pt x="6102883" y="1200556"/>
                  </a:moveTo>
                  <a:lnTo>
                    <a:pt x="6093828" y="1200556"/>
                  </a:lnTo>
                  <a:lnTo>
                    <a:pt x="6093828" y="1227721"/>
                  </a:lnTo>
                  <a:lnTo>
                    <a:pt x="6102883" y="1227721"/>
                  </a:lnTo>
                  <a:lnTo>
                    <a:pt x="6102883" y="1200556"/>
                  </a:lnTo>
                  <a:close/>
                </a:path>
                <a:path w="6102984" h="2055495">
                  <a:moveTo>
                    <a:pt x="6102883" y="1155280"/>
                  </a:moveTo>
                  <a:lnTo>
                    <a:pt x="6093828" y="1155280"/>
                  </a:lnTo>
                  <a:lnTo>
                    <a:pt x="6093828" y="1182446"/>
                  </a:lnTo>
                  <a:lnTo>
                    <a:pt x="6102883" y="1182446"/>
                  </a:lnTo>
                  <a:lnTo>
                    <a:pt x="6102883" y="1155280"/>
                  </a:lnTo>
                  <a:close/>
                </a:path>
                <a:path w="6102984" h="2055495">
                  <a:moveTo>
                    <a:pt x="6102883" y="1110005"/>
                  </a:moveTo>
                  <a:lnTo>
                    <a:pt x="6093828" y="1110005"/>
                  </a:lnTo>
                  <a:lnTo>
                    <a:pt x="6093828" y="1137170"/>
                  </a:lnTo>
                  <a:lnTo>
                    <a:pt x="6102883" y="1137170"/>
                  </a:lnTo>
                  <a:lnTo>
                    <a:pt x="6102883" y="1110005"/>
                  </a:lnTo>
                  <a:close/>
                </a:path>
                <a:path w="6102984" h="2055495">
                  <a:moveTo>
                    <a:pt x="6102883" y="1064742"/>
                  </a:moveTo>
                  <a:lnTo>
                    <a:pt x="6093828" y="1064742"/>
                  </a:lnTo>
                  <a:lnTo>
                    <a:pt x="6093828" y="1091895"/>
                  </a:lnTo>
                  <a:lnTo>
                    <a:pt x="6102883" y="1091895"/>
                  </a:lnTo>
                  <a:lnTo>
                    <a:pt x="6102883" y="1064742"/>
                  </a:lnTo>
                  <a:close/>
                </a:path>
                <a:path w="6102984" h="2055495">
                  <a:moveTo>
                    <a:pt x="6102883" y="1019467"/>
                  </a:moveTo>
                  <a:lnTo>
                    <a:pt x="6093828" y="1019467"/>
                  </a:lnTo>
                  <a:lnTo>
                    <a:pt x="6093828" y="1046632"/>
                  </a:lnTo>
                  <a:lnTo>
                    <a:pt x="6102883" y="1046632"/>
                  </a:lnTo>
                  <a:lnTo>
                    <a:pt x="6102883" y="1019467"/>
                  </a:lnTo>
                  <a:close/>
                </a:path>
                <a:path w="6102984" h="2055495">
                  <a:moveTo>
                    <a:pt x="6102883" y="974191"/>
                  </a:moveTo>
                  <a:lnTo>
                    <a:pt x="6093828" y="974191"/>
                  </a:lnTo>
                  <a:lnTo>
                    <a:pt x="6093828" y="1001356"/>
                  </a:lnTo>
                  <a:lnTo>
                    <a:pt x="6102883" y="1001356"/>
                  </a:lnTo>
                  <a:lnTo>
                    <a:pt x="6102883" y="974191"/>
                  </a:lnTo>
                  <a:close/>
                </a:path>
                <a:path w="6102984" h="2055495">
                  <a:moveTo>
                    <a:pt x="6102883" y="928916"/>
                  </a:moveTo>
                  <a:lnTo>
                    <a:pt x="6093828" y="928916"/>
                  </a:lnTo>
                  <a:lnTo>
                    <a:pt x="6093828" y="956081"/>
                  </a:lnTo>
                  <a:lnTo>
                    <a:pt x="6102883" y="956081"/>
                  </a:lnTo>
                  <a:lnTo>
                    <a:pt x="6102883" y="928916"/>
                  </a:lnTo>
                  <a:close/>
                </a:path>
                <a:path w="6102984" h="2055495">
                  <a:moveTo>
                    <a:pt x="6102883" y="883640"/>
                  </a:moveTo>
                  <a:lnTo>
                    <a:pt x="6093828" y="883640"/>
                  </a:lnTo>
                  <a:lnTo>
                    <a:pt x="6093828" y="910805"/>
                  </a:lnTo>
                  <a:lnTo>
                    <a:pt x="6102883" y="910805"/>
                  </a:lnTo>
                  <a:lnTo>
                    <a:pt x="6102883" y="883640"/>
                  </a:lnTo>
                  <a:close/>
                </a:path>
                <a:path w="6102984" h="2055495">
                  <a:moveTo>
                    <a:pt x="6102883" y="838365"/>
                  </a:moveTo>
                  <a:lnTo>
                    <a:pt x="6093828" y="838365"/>
                  </a:lnTo>
                  <a:lnTo>
                    <a:pt x="6093828" y="865530"/>
                  </a:lnTo>
                  <a:lnTo>
                    <a:pt x="6102883" y="865530"/>
                  </a:lnTo>
                  <a:lnTo>
                    <a:pt x="6102883" y="838365"/>
                  </a:lnTo>
                  <a:close/>
                </a:path>
                <a:path w="6102984" h="2055495">
                  <a:moveTo>
                    <a:pt x="6102883" y="793102"/>
                  </a:moveTo>
                  <a:lnTo>
                    <a:pt x="6093828" y="793102"/>
                  </a:lnTo>
                  <a:lnTo>
                    <a:pt x="6093828" y="820254"/>
                  </a:lnTo>
                  <a:lnTo>
                    <a:pt x="6102883" y="820254"/>
                  </a:lnTo>
                  <a:lnTo>
                    <a:pt x="6102883" y="793102"/>
                  </a:lnTo>
                  <a:close/>
                </a:path>
                <a:path w="6102984" h="2055495">
                  <a:moveTo>
                    <a:pt x="6102883" y="747826"/>
                  </a:moveTo>
                  <a:lnTo>
                    <a:pt x="6093828" y="747826"/>
                  </a:lnTo>
                  <a:lnTo>
                    <a:pt x="6093828" y="774992"/>
                  </a:lnTo>
                  <a:lnTo>
                    <a:pt x="6102883" y="774992"/>
                  </a:lnTo>
                  <a:lnTo>
                    <a:pt x="6102883" y="747826"/>
                  </a:lnTo>
                  <a:close/>
                </a:path>
                <a:path w="6102984" h="2055495">
                  <a:moveTo>
                    <a:pt x="6102883" y="702551"/>
                  </a:moveTo>
                  <a:lnTo>
                    <a:pt x="6093828" y="702551"/>
                  </a:lnTo>
                  <a:lnTo>
                    <a:pt x="6093828" y="729716"/>
                  </a:lnTo>
                  <a:lnTo>
                    <a:pt x="6102883" y="729716"/>
                  </a:lnTo>
                  <a:lnTo>
                    <a:pt x="6102883" y="702551"/>
                  </a:lnTo>
                  <a:close/>
                </a:path>
                <a:path w="6102984" h="2055495">
                  <a:moveTo>
                    <a:pt x="6102883" y="657275"/>
                  </a:moveTo>
                  <a:lnTo>
                    <a:pt x="6093828" y="657275"/>
                  </a:lnTo>
                  <a:lnTo>
                    <a:pt x="6093828" y="684441"/>
                  </a:lnTo>
                  <a:lnTo>
                    <a:pt x="6102883" y="684441"/>
                  </a:lnTo>
                  <a:lnTo>
                    <a:pt x="6102883" y="657275"/>
                  </a:lnTo>
                  <a:close/>
                </a:path>
                <a:path w="6102984" h="2055495">
                  <a:moveTo>
                    <a:pt x="6102883" y="612000"/>
                  </a:moveTo>
                  <a:lnTo>
                    <a:pt x="6093828" y="612000"/>
                  </a:lnTo>
                  <a:lnTo>
                    <a:pt x="6093828" y="639165"/>
                  </a:lnTo>
                  <a:lnTo>
                    <a:pt x="6102883" y="639165"/>
                  </a:lnTo>
                  <a:lnTo>
                    <a:pt x="6102883" y="612000"/>
                  </a:lnTo>
                  <a:close/>
                </a:path>
                <a:path w="6102984" h="2055495">
                  <a:moveTo>
                    <a:pt x="6102883" y="566724"/>
                  </a:moveTo>
                  <a:lnTo>
                    <a:pt x="6093828" y="566724"/>
                  </a:lnTo>
                  <a:lnTo>
                    <a:pt x="6093828" y="593890"/>
                  </a:lnTo>
                  <a:lnTo>
                    <a:pt x="6102883" y="593890"/>
                  </a:lnTo>
                  <a:lnTo>
                    <a:pt x="6102883" y="566724"/>
                  </a:lnTo>
                  <a:close/>
                </a:path>
                <a:path w="6102984" h="2055495">
                  <a:moveTo>
                    <a:pt x="6102883" y="521449"/>
                  </a:moveTo>
                  <a:lnTo>
                    <a:pt x="6093828" y="521449"/>
                  </a:lnTo>
                  <a:lnTo>
                    <a:pt x="6093828" y="548614"/>
                  </a:lnTo>
                  <a:lnTo>
                    <a:pt x="6102883" y="548614"/>
                  </a:lnTo>
                  <a:lnTo>
                    <a:pt x="6102883" y="521449"/>
                  </a:lnTo>
                  <a:close/>
                </a:path>
                <a:path w="6102984" h="2055495">
                  <a:moveTo>
                    <a:pt x="6102883" y="476186"/>
                  </a:moveTo>
                  <a:lnTo>
                    <a:pt x="6093828" y="476186"/>
                  </a:lnTo>
                  <a:lnTo>
                    <a:pt x="6093828" y="503339"/>
                  </a:lnTo>
                  <a:lnTo>
                    <a:pt x="6102883" y="503339"/>
                  </a:lnTo>
                  <a:lnTo>
                    <a:pt x="6102883" y="476186"/>
                  </a:lnTo>
                  <a:close/>
                </a:path>
                <a:path w="6102984" h="2055495">
                  <a:moveTo>
                    <a:pt x="6102883" y="430911"/>
                  </a:moveTo>
                  <a:lnTo>
                    <a:pt x="6093828" y="430911"/>
                  </a:lnTo>
                  <a:lnTo>
                    <a:pt x="6093828" y="458076"/>
                  </a:lnTo>
                  <a:lnTo>
                    <a:pt x="6102883" y="458076"/>
                  </a:lnTo>
                  <a:lnTo>
                    <a:pt x="6102883" y="430911"/>
                  </a:lnTo>
                  <a:close/>
                </a:path>
                <a:path w="6102984" h="2055495">
                  <a:moveTo>
                    <a:pt x="6102883" y="385635"/>
                  </a:moveTo>
                  <a:lnTo>
                    <a:pt x="6093828" y="385635"/>
                  </a:lnTo>
                  <a:lnTo>
                    <a:pt x="6093828" y="412800"/>
                  </a:lnTo>
                  <a:lnTo>
                    <a:pt x="6102883" y="412800"/>
                  </a:lnTo>
                  <a:lnTo>
                    <a:pt x="6102883" y="385635"/>
                  </a:lnTo>
                  <a:close/>
                </a:path>
                <a:path w="6102984" h="2055495">
                  <a:moveTo>
                    <a:pt x="6102883" y="340360"/>
                  </a:moveTo>
                  <a:lnTo>
                    <a:pt x="6093828" y="340360"/>
                  </a:lnTo>
                  <a:lnTo>
                    <a:pt x="6093828" y="367525"/>
                  </a:lnTo>
                  <a:lnTo>
                    <a:pt x="6102883" y="367525"/>
                  </a:lnTo>
                  <a:lnTo>
                    <a:pt x="6102883" y="340360"/>
                  </a:lnTo>
                  <a:close/>
                </a:path>
                <a:path w="6102984" h="2055495">
                  <a:moveTo>
                    <a:pt x="6102883" y="295084"/>
                  </a:moveTo>
                  <a:lnTo>
                    <a:pt x="6093828" y="295084"/>
                  </a:lnTo>
                  <a:lnTo>
                    <a:pt x="6093828" y="322249"/>
                  </a:lnTo>
                  <a:lnTo>
                    <a:pt x="6102883" y="322249"/>
                  </a:lnTo>
                  <a:lnTo>
                    <a:pt x="6102883" y="295084"/>
                  </a:lnTo>
                  <a:close/>
                </a:path>
                <a:path w="6102984" h="2055495">
                  <a:moveTo>
                    <a:pt x="6102883" y="249809"/>
                  </a:moveTo>
                  <a:lnTo>
                    <a:pt x="6093828" y="249809"/>
                  </a:lnTo>
                  <a:lnTo>
                    <a:pt x="6093828" y="276974"/>
                  </a:lnTo>
                  <a:lnTo>
                    <a:pt x="6102883" y="276974"/>
                  </a:lnTo>
                  <a:lnTo>
                    <a:pt x="6102883" y="249809"/>
                  </a:lnTo>
                  <a:close/>
                </a:path>
                <a:path w="6102984" h="2055495">
                  <a:moveTo>
                    <a:pt x="6102883" y="204533"/>
                  </a:moveTo>
                  <a:lnTo>
                    <a:pt x="6093828" y="204533"/>
                  </a:lnTo>
                  <a:lnTo>
                    <a:pt x="6093828" y="231698"/>
                  </a:lnTo>
                  <a:lnTo>
                    <a:pt x="6102883" y="231698"/>
                  </a:lnTo>
                  <a:lnTo>
                    <a:pt x="6102883" y="204533"/>
                  </a:lnTo>
                  <a:close/>
                </a:path>
                <a:path w="6102984" h="2055495">
                  <a:moveTo>
                    <a:pt x="6102883" y="159270"/>
                  </a:moveTo>
                  <a:lnTo>
                    <a:pt x="6093828" y="159270"/>
                  </a:lnTo>
                  <a:lnTo>
                    <a:pt x="6093828" y="186436"/>
                  </a:lnTo>
                  <a:lnTo>
                    <a:pt x="6102883" y="186436"/>
                  </a:lnTo>
                  <a:lnTo>
                    <a:pt x="6102883" y="159270"/>
                  </a:lnTo>
                  <a:close/>
                </a:path>
                <a:path w="6102984" h="2055495">
                  <a:moveTo>
                    <a:pt x="6102883" y="135813"/>
                  </a:moveTo>
                  <a:lnTo>
                    <a:pt x="6102235" y="122440"/>
                  </a:lnTo>
                  <a:lnTo>
                    <a:pt x="6101092" y="114706"/>
                  </a:lnTo>
                  <a:lnTo>
                    <a:pt x="6092152" y="116116"/>
                  </a:lnTo>
                  <a:lnTo>
                    <a:pt x="6093218" y="123329"/>
                  </a:lnTo>
                  <a:lnTo>
                    <a:pt x="6093828" y="135813"/>
                  </a:lnTo>
                  <a:lnTo>
                    <a:pt x="6093828" y="141160"/>
                  </a:lnTo>
                  <a:lnTo>
                    <a:pt x="6102883" y="141160"/>
                  </a:lnTo>
                  <a:lnTo>
                    <a:pt x="6102883" y="135813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38" name="object 33">
            <a:extLst>
              <a:ext uri="{FF2B5EF4-FFF2-40B4-BE49-F238E27FC236}">
                <a16:creationId xmlns:a16="http://schemas.microsoft.com/office/drawing/2014/main" id="{9FBBBB28-D35D-40CB-8006-5AE59AE3391E}"/>
              </a:ext>
            </a:extLst>
          </p:cNvPr>
          <p:cNvSpPr txBox="1"/>
          <p:nvPr/>
        </p:nvSpPr>
        <p:spPr>
          <a:xfrm>
            <a:off x="320240" y="779431"/>
            <a:ext cx="5113744" cy="6142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01955" algn="l"/>
              </a:tabLst>
            </a:pPr>
            <a:r>
              <a:rPr lang="zh-TW" altLang="en-US" sz="18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 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自傳</a:t>
            </a:r>
            <a:endParaRPr lang="zh-TW" altLang="en-US" sz="20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>
              <a:spcBef>
                <a:spcPts val="75"/>
              </a:spcBef>
            </a:pPr>
            <a:endParaRPr sz="18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39" name="object 31">
            <a:extLst>
              <a:ext uri="{FF2B5EF4-FFF2-40B4-BE49-F238E27FC236}">
                <a16:creationId xmlns:a16="http://schemas.microsoft.com/office/drawing/2014/main" id="{C88B61A5-3AE5-40C6-B071-78C48934F148}"/>
              </a:ext>
            </a:extLst>
          </p:cNvPr>
          <p:cNvSpPr txBox="1"/>
          <p:nvPr/>
        </p:nvSpPr>
        <p:spPr>
          <a:xfrm>
            <a:off x="494357" y="1428255"/>
            <a:ext cx="5647689" cy="39741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簡介一下自己</a:t>
            </a:r>
            <a:endParaRPr sz="1400" spc="30" dirty="0">
              <a:solidFill>
                <a:srgbClr val="993312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pic>
        <p:nvPicPr>
          <p:cNvPr id="67" name="object 3">
            <a:extLst>
              <a:ext uri="{FF2B5EF4-FFF2-40B4-BE49-F238E27FC236}">
                <a16:creationId xmlns:a16="http://schemas.microsoft.com/office/drawing/2014/main" id="{F2EB1FBA-F739-432B-9AA4-E80493FE969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80329" y="921834"/>
            <a:ext cx="3006164" cy="18109"/>
          </a:xfrm>
          <a:prstGeom prst="rect">
            <a:avLst/>
          </a:prstGeom>
        </p:spPr>
      </p:pic>
      <p:sp>
        <p:nvSpPr>
          <p:cNvPr id="69" name="object 2">
            <a:extLst>
              <a:ext uri="{FF2B5EF4-FFF2-40B4-BE49-F238E27FC236}">
                <a16:creationId xmlns:a16="http://schemas.microsoft.com/office/drawing/2014/main" id="{CAAE0D35-FE17-4B53-8724-7C77AF167357}"/>
              </a:ext>
            </a:extLst>
          </p:cNvPr>
          <p:cNvSpPr txBox="1"/>
          <p:nvPr/>
        </p:nvSpPr>
        <p:spPr>
          <a:xfrm>
            <a:off x="354966" y="4495800"/>
            <a:ext cx="4267000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760" algn="l"/>
              </a:tabLst>
            </a:pPr>
            <a:r>
              <a:rPr sz="20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</a:t>
            </a:r>
            <a:r>
              <a:rPr lang="en-US" sz="20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核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心亮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點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：為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何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我是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合適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人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選</a:t>
            </a: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70" name="object 3">
            <a:extLst>
              <a:ext uri="{FF2B5EF4-FFF2-40B4-BE49-F238E27FC236}">
                <a16:creationId xmlns:a16="http://schemas.microsoft.com/office/drawing/2014/main" id="{AAEAF452-BB52-4BAC-9346-43D4E47EA80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21966" y="4662432"/>
            <a:ext cx="1847161" cy="18109"/>
          </a:xfrm>
          <a:prstGeom prst="rect">
            <a:avLst/>
          </a:prstGeom>
        </p:spPr>
      </p:pic>
      <p:sp>
        <p:nvSpPr>
          <p:cNvPr id="71" name="object 4">
            <a:extLst>
              <a:ext uri="{FF2B5EF4-FFF2-40B4-BE49-F238E27FC236}">
                <a16:creationId xmlns:a16="http://schemas.microsoft.com/office/drawing/2014/main" id="{0A173802-FAA0-48BF-8AE6-B100C3B40AA6}"/>
              </a:ext>
            </a:extLst>
          </p:cNvPr>
          <p:cNvSpPr txBox="1"/>
          <p:nvPr/>
        </p:nvSpPr>
        <p:spPr>
          <a:xfrm>
            <a:off x="354964" y="5160513"/>
            <a:ext cx="6055995" cy="70577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23600"/>
              </a:lnSpc>
              <a:spcBef>
                <a:spcPts val="90"/>
              </a:spcBef>
            </a:pPr>
            <a:r>
              <a:rPr sz="1250" spc="30" dirty="0"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在大安高工三年的專業洗禮下，我建立起「工藝與邏輯並重」的思維。我不僅是一名 能動手修理大型空調的技術人，更是能編寫程式、透過雲端監控設備能耗的科技整合 者。</a:t>
            </a:r>
            <a:endParaRPr sz="12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72" name="object 5">
            <a:extLst>
              <a:ext uri="{FF2B5EF4-FFF2-40B4-BE49-F238E27FC236}">
                <a16:creationId xmlns:a16="http://schemas.microsoft.com/office/drawing/2014/main" id="{0EE7D733-EF6E-486D-9DAA-734ECF8FD5F0}"/>
              </a:ext>
            </a:extLst>
          </p:cNvPr>
          <p:cNvGrpSpPr/>
          <p:nvPr/>
        </p:nvGrpSpPr>
        <p:grpSpPr>
          <a:xfrm>
            <a:off x="365643" y="6069915"/>
            <a:ext cx="2943225" cy="1530350"/>
            <a:chOff x="733193" y="3132694"/>
            <a:chExt cx="2943225" cy="1530350"/>
          </a:xfrm>
        </p:grpSpPr>
        <p:sp>
          <p:nvSpPr>
            <p:cNvPr id="77" name="object 6">
              <a:extLst>
                <a:ext uri="{FF2B5EF4-FFF2-40B4-BE49-F238E27FC236}">
                  <a16:creationId xmlns:a16="http://schemas.microsoft.com/office/drawing/2014/main" id="{084C4654-57A8-40A6-B016-57A81C2F771F}"/>
                </a:ext>
              </a:extLst>
            </p:cNvPr>
            <p:cNvSpPr/>
            <p:nvPr/>
          </p:nvSpPr>
          <p:spPr>
            <a:xfrm>
              <a:off x="760357" y="3132694"/>
              <a:ext cx="2915920" cy="1530350"/>
            </a:xfrm>
            <a:custGeom>
              <a:avLst/>
              <a:gdLst/>
              <a:ahLst/>
              <a:cxnLst/>
              <a:rect l="l" t="t" r="r" b="b"/>
              <a:pathLst>
                <a:path w="2915920" h="1530350">
                  <a:moveTo>
                    <a:pt x="2814095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1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6" y="3477"/>
                  </a:lnTo>
                  <a:lnTo>
                    <a:pt x="76141" y="0"/>
                  </a:lnTo>
                  <a:lnTo>
                    <a:pt x="2814095" y="0"/>
                  </a:lnTo>
                  <a:lnTo>
                    <a:pt x="2855132" y="10996"/>
                  </a:lnTo>
                  <a:lnTo>
                    <a:pt x="2888837" y="36864"/>
                  </a:lnTo>
                  <a:lnTo>
                    <a:pt x="2910076" y="73660"/>
                  </a:lnTo>
                  <a:lnTo>
                    <a:pt x="2915617" y="101518"/>
                  </a:lnTo>
                  <a:lnTo>
                    <a:pt x="2915617" y="1428719"/>
                  </a:lnTo>
                  <a:lnTo>
                    <a:pt x="2904615" y="1469757"/>
                  </a:lnTo>
                  <a:lnTo>
                    <a:pt x="2878747" y="1503462"/>
                  </a:lnTo>
                  <a:lnTo>
                    <a:pt x="2841950" y="1524702"/>
                  </a:lnTo>
                  <a:lnTo>
                    <a:pt x="2821161" y="1529546"/>
                  </a:lnTo>
                  <a:lnTo>
                    <a:pt x="2814095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78" name="object 7">
              <a:extLst>
                <a:ext uri="{FF2B5EF4-FFF2-40B4-BE49-F238E27FC236}">
                  <a16:creationId xmlns:a16="http://schemas.microsoft.com/office/drawing/2014/main" id="{3F0A37F7-9E93-4BF3-B328-EDCC5F0951DD}"/>
                </a:ext>
              </a:extLst>
            </p:cNvPr>
            <p:cNvSpPr/>
            <p:nvPr/>
          </p:nvSpPr>
          <p:spPr>
            <a:xfrm>
              <a:off x="733193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5" h="1529714">
                  <a:moveTo>
                    <a:pt x="100457" y="1529454"/>
                  </a:moveTo>
                  <a:lnTo>
                    <a:pt x="57384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79" name="object 8">
            <a:extLst>
              <a:ext uri="{FF2B5EF4-FFF2-40B4-BE49-F238E27FC236}">
                <a16:creationId xmlns:a16="http://schemas.microsoft.com/office/drawing/2014/main" id="{8CE51558-8283-43EC-914C-275BC0B15892}"/>
              </a:ext>
            </a:extLst>
          </p:cNvPr>
          <p:cNvSpPr txBox="1"/>
          <p:nvPr/>
        </p:nvSpPr>
        <p:spPr>
          <a:xfrm>
            <a:off x="635054" y="6310745"/>
            <a:ext cx="1447165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</a:t>
            </a:r>
            <a:r>
              <a:rPr sz="2250" spc="38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乙級證照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保</a:t>
            </a:r>
            <a:r>
              <a:rPr sz="1500" b="1" spc="-45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證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4178CC70-C115-4339-80A8-CE880D249214}"/>
              </a:ext>
            </a:extLst>
          </p:cNvPr>
          <p:cNvSpPr txBox="1"/>
          <p:nvPr/>
        </p:nvSpPr>
        <p:spPr>
          <a:xfrm>
            <a:off x="635054" y="6629471"/>
            <a:ext cx="2343785" cy="694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algn="just">
              <a:lnSpc>
                <a:spcPct val="131700"/>
              </a:lnSpc>
              <a:spcBef>
                <a:spcPts val="13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在高三即考取</a:t>
            </a:r>
            <a:r>
              <a:rPr sz="1150" b="1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電器修護乙級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，具備處 理工業級三相電路與複雜家電故障診 斷的專業資格。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81" name="object 10">
            <a:extLst>
              <a:ext uri="{FF2B5EF4-FFF2-40B4-BE49-F238E27FC236}">
                <a16:creationId xmlns:a16="http://schemas.microsoft.com/office/drawing/2014/main" id="{841DC69D-026D-45A1-8FE8-6339446800BE}"/>
              </a:ext>
            </a:extLst>
          </p:cNvPr>
          <p:cNvGrpSpPr/>
          <p:nvPr/>
        </p:nvGrpSpPr>
        <p:grpSpPr>
          <a:xfrm>
            <a:off x="3534792" y="6069915"/>
            <a:ext cx="2934335" cy="1530350"/>
            <a:chOff x="3902342" y="3132694"/>
            <a:chExt cx="2934335" cy="1530350"/>
          </a:xfrm>
        </p:grpSpPr>
        <p:sp>
          <p:nvSpPr>
            <p:cNvPr id="82" name="object 11">
              <a:extLst>
                <a:ext uri="{FF2B5EF4-FFF2-40B4-BE49-F238E27FC236}">
                  <a16:creationId xmlns:a16="http://schemas.microsoft.com/office/drawing/2014/main" id="{70A00260-1289-4757-BB4F-D72327C236AE}"/>
                </a:ext>
              </a:extLst>
            </p:cNvPr>
            <p:cNvSpPr/>
            <p:nvPr/>
          </p:nvSpPr>
          <p:spPr>
            <a:xfrm>
              <a:off x="3929506" y="3132694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2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5" y="3477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6"/>
                  </a:lnTo>
                  <a:lnTo>
                    <a:pt x="2879782" y="36864"/>
                  </a:lnTo>
                  <a:lnTo>
                    <a:pt x="2901021" y="73660"/>
                  </a:lnTo>
                  <a:lnTo>
                    <a:pt x="2906562" y="101518"/>
                  </a:lnTo>
                  <a:lnTo>
                    <a:pt x="2906562" y="1428719"/>
                  </a:lnTo>
                  <a:lnTo>
                    <a:pt x="2895561" y="1469757"/>
                  </a:lnTo>
                  <a:lnTo>
                    <a:pt x="2869692" y="1503462"/>
                  </a:lnTo>
                  <a:lnTo>
                    <a:pt x="2832895" y="1524702"/>
                  </a:lnTo>
                  <a:lnTo>
                    <a:pt x="2812106" y="1529546"/>
                  </a:lnTo>
                  <a:lnTo>
                    <a:pt x="2805040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83" name="object 12">
              <a:extLst>
                <a:ext uri="{FF2B5EF4-FFF2-40B4-BE49-F238E27FC236}">
                  <a16:creationId xmlns:a16="http://schemas.microsoft.com/office/drawing/2014/main" id="{FA240513-6061-4B01-9197-2FEC3FAD7B66}"/>
                </a:ext>
              </a:extLst>
            </p:cNvPr>
            <p:cNvSpPr/>
            <p:nvPr/>
          </p:nvSpPr>
          <p:spPr>
            <a:xfrm>
              <a:off x="3902342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84" name="object 13">
            <a:extLst>
              <a:ext uri="{FF2B5EF4-FFF2-40B4-BE49-F238E27FC236}">
                <a16:creationId xmlns:a16="http://schemas.microsoft.com/office/drawing/2014/main" id="{8BFC1B78-BDAD-4EAA-9C5A-D9BE3CD8B823}"/>
              </a:ext>
            </a:extLst>
          </p:cNvPr>
          <p:cNvSpPr txBox="1"/>
          <p:nvPr/>
        </p:nvSpPr>
        <p:spPr>
          <a:xfrm>
            <a:off x="3798261" y="6295153"/>
            <a:ext cx="2343785" cy="10572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 </a:t>
            </a:r>
            <a:r>
              <a:rPr sz="2250" spc="-187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1600" b="1" spc="-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AI</a:t>
            </a:r>
            <a:r>
              <a:rPr sz="1600" b="1" spc="-17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o</a:t>
            </a:r>
            <a:r>
              <a:rPr sz="1600" b="1" spc="-6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sz="1600" b="1" spc="-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跨域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研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發</a:t>
            </a:r>
            <a:endParaRPr sz="150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 marR="5080" algn="just">
              <a:lnSpc>
                <a:spcPct val="130700"/>
              </a:lnSpc>
              <a:spcBef>
                <a:spcPts val="67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成功利用</a:t>
            </a:r>
            <a:r>
              <a:rPr sz="1150" spc="-3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200" b="1" spc="-4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Nod</a:t>
            </a:r>
            <a:r>
              <a:rPr sz="1200" b="1" spc="-3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e</a:t>
            </a:r>
            <a:r>
              <a:rPr sz="1200" b="1" spc="-3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-RED</a:t>
            </a:r>
            <a:r>
              <a:rPr sz="1200" b="1" spc="-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串聯</a:t>
            </a:r>
            <a:r>
              <a:rPr sz="1150" spc="-3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200" b="1" spc="-3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ESP32</a:t>
            </a:r>
            <a:r>
              <a:rPr sz="1200" b="1" spc="-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實 現環境數據收集，展現傳產數位轉型 之潛力。</a:t>
            </a:r>
            <a:endParaRPr sz="115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85" name="object 14">
            <a:extLst>
              <a:ext uri="{FF2B5EF4-FFF2-40B4-BE49-F238E27FC236}">
                <a16:creationId xmlns:a16="http://schemas.microsoft.com/office/drawing/2014/main" id="{DD85AF9F-B317-4CF7-B2C2-477D1D18244C}"/>
              </a:ext>
            </a:extLst>
          </p:cNvPr>
          <p:cNvGrpSpPr/>
          <p:nvPr/>
        </p:nvGrpSpPr>
        <p:grpSpPr>
          <a:xfrm>
            <a:off x="365643" y="7826527"/>
            <a:ext cx="2943225" cy="1530350"/>
            <a:chOff x="733193" y="4889306"/>
            <a:chExt cx="2943225" cy="1530350"/>
          </a:xfrm>
        </p:grpSpPr>
        <p:sp>
          <p:nvSpPr>
            <p:cNvPr id="86" name="object 15">
              <a:extLst>
                <a:ext uri="{FF2B5EF4-FFF2-40B4-BE49-F238E27FC236}">
                  <a16:creationId xmlns:a16="http://schemas.microsoft.com/office/drawing/2014/main" id="{5E424931-898C-422F-BE29-C76651DEA249}"/>
                </a:ext>
              </a:extLst>
            </p:cNvPr>
            <p:cNvSpPr/>
            <p:nvPr/>
          </p:nvSpPr>
          <p:spPr>
            <a:xfrm>
              <a:off x="760357" y="4889306"/>
              <a:ext cx="2915920" cy="1530350"/>
            </a:xfrm>
            <a:custGeom>
              <a:avLst/>
              <a:gdLst/>
              <a:ahLst/>
              <a:cxnLst/>
              <a:rect l="l" t="t" r="r" b="b"/>
              <a:pathLst>
                <a:path w="2915920" h="1530350">
                  <a:moveTo>
                    <a:pt x="2814095" y="1530244"/>
                  </a:moveTo>
                  <a:lnTo>
                    <a:pt x="76141" y="1530244"/>
                  </a:lnTo>
                  <a:lnTo>
                    <a:pt x="70842" y="1529548"/>
                  </a:lnTo>
                  <a:lnTo>
                    <a:pt x="31768" y="1507969"/>
                  </a:lnTo>
                  <a:lnTo>
                    <a:pt x="10761" y="1476019"/>
                  </a:lnTo>
                  <a:lnTo>
                    <a:pt x="521" y="1435788"/>
                  </a:lnTo>
                  <a:lnTo>
                    <a:pt x="0" y="1428723"/>
                  </a:lnTo>
                  <a:lnTo>
                    <a:pt x="0" y="1421589"/>
                  </a:lnTo>
                  <a:lnTo>
                    <a:pt x="0" y="101523"/>
                  </a:lnTo>
                  <a:lnTo>
                    <a:pt x="8250" y="60478"/>
                  </a:lnTo>
                  <a:lnTo>
                    <a:pt x="27652" y="26774"/>
                  </a:lnTo>
                  <a:lnTo>
                    <a:pt x="60346" y="3479"/>
                  </a:lnTo>
                  <a:lnTo>
                    <a:pt x="76141" y="0"/>
                  </a:lnTo>
                  <a:lnTo>
                    <a:pt x="2814095" y="0"/>
                  </a:lnTo>
                  <a:lnTo>
                    <a:pt x="2855132" y="10999"/>
                  </a:lnTo>
                  <a:lnTo>
                    <a:pt x="2888837" y="36866"/>
                  </a:lnTo>
                  <a:lnTo>
                    <a:pt x="2910076" y="73662"/>
                  </a:lnTo>
                  <a:lnTo>
                    <a:pt x="2915617" y="101523"/>
                  </a:lnTo>
                  <a:lnTo>
                    <a:pt x="2915617" y="1428723"/>
                  </a:lnTo>
                  <a:lnTo>
                    <a:pt x="2904615" y="1469759"/>
                  </a:lnTo>
                  <a:lnTo>
                    <a:pt x="2878747" y="1503464"/>
                  </a:lnTo>
                  <a:lnTo>
                    <a:pt x="2841950" y="1524702"/>
                  </a:lnTo>
                  <a:lnTo>
                    <a:pt x="2821161" y="1529548"/>
                  </a:lnTo>
                  <a:lnTo>
                    <a:pt x="2814095" y="153024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87" name="object 16">
              <a:extLst>
                <a:ext uri="{FF2B5EF4-FFF2-40B4-BE49-F238E27FC236}">
                  <a16:creationId xmlns:a16="http://schemas.microsoft.com/office/drawing/2014/main" id="{1BA24231-B105-4B36-9557-3F493D215882}"/>
                </a:ext>
              </a:extLst>
            </p:cNvPr>
            <p:cNvSpPr/>
            <p:nvPr/>
          </p:nvSpPr>
          <p:spPr>
            <a:xfrm>
              <a:off x="733193" y="4889703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5" h="1529714">
                  <a:moveTo>
                    <a:pt x="100457" y="1529454"/>
                  </a:moveTo>
                  <a:lnTo>
                    <a:pt x="57384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4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88" name="object 17">
            <a:extLst>
              <a:ext uri="{FF2B5EF4-FFF2-40B4-BE49-F238E27FC236}">
                <a16:creationId xmlns:a16="http://schemas.microsoft.com/office/drawing/2014/main" id="{1C0EE16C-0592-4009-961C-27E64E8A0481}"/>
              </a:ext>
            </a:extLst>
          </p:cNvPr>
          <p:cNvSpPr txBox="1"/>
          <p:nvPr/>
        </p:nvSpPr>
        <p:spPr>
          <a:xfrm>
            <a:off x="635053" y="8067360"/>
            <a:ext cx="1494790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50" spc="1492" baseline="555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</a:t>
            </a:r>
            <a:r>
              <a:rPr sz="2250" spc="375" baseline="555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冠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軍領隊經</a:t>
            </a:r>
            <a:r>
              <a:rPr sz="1500" b="1" spc="-57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驗</a:t>
            </a:r>
            <a:endParaRPr sz="150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2CE83FA0-C703-4732-86B2-0D25CA0172F5}"/>
              </a:ext>
            </a:extLst>
          </p:cNvPr>
          <p:cNvSpPr txBox="1"/>
          <p:nvPr/>
        </p:nvSpPr>
        <p:spPr>
          <a:xfrm>
            <a:off x="635053" y="8395139"/>
            <a:ext cx="2424430" cy="685957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6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曾多次帶領團隊在</a:t>
            </a:r>
            <a:r>
              <a:rPr sz="1150" spc="-3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50" spc="-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</a:t>
            </a:r>
            <a:r>
              <a:rPr sz="1150" spc="-3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R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sz="1150" spc="-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國際機器人節 中獲獎，具備機電整合與高壓下的決 策力。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90" name="object 19">
            <a:extLst>
              <a:ext uri="{FF2B5EF4-FFF2-40B4-BE49-F238E27FC236}">
                <a16:creationId xmlns:a16="http://schemas.microsoft.com/office/drawing/2014/main" id="{EBE763CB-EB1A-4C30-BF7F-09D49BB1D113}"/>
              </a:ext>
            </a:extLst>
          </p:cNvPr>
          <p:cNvGrpSpPr/>
          <p:nvPr/>
        </p:nvGrpSpPr>
        <p:grpSpPr>
          <a:xfrm>
            <a:off x="3534792" y="7826527"/>
            <a:ext cx="2934335" cy="1530350"/>
            <a:chOff x="3902342" y="4889306"/>
            <a:chExt cx="2934335" cy="1530350"/>
          </a:xfrm>
        </p:grpSpPr>
        <p:sp>
          <p:nvSpPr>
            <p:cNvPr id="91" name="object 20">
              <a:extLst>
                <a:ext uri="{FF2B5EF4-FFF2-40B4-BE49-F238E27FC236}">
                  <a16:creationId xmlns:a16="http://schemas.microsoft.com/office/drawing/2014/main" id="{DF92CBE6-49E7-4F0C-B263-B1ACDD081804}"/>
                </a:ext>
              </a:extLst>
            </p:cNvPr>
            <p:cNvSpPr/>
            <p:nvPr/>
          </p:nvSpPr>
          <p:spPr>
            <a:xfrm>
              <a:off x="3929506" y="4889306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4"/>
                  </a:moveTo>
                  <a:lnTo>
                    <a:pt x="76141" y="1530244"/>
                  </a:lnTo>
                  <a:lnTo>
                    <a:pt x="70842" y="1529548"/>
                  </a:lnTo>
                  <a:lnTo>
                    <a:pt x="31768" y="1507969"/>
                  </a:lnTo>
                  <a:lnTo>
                    <a:pt x="10761" y="1476019"/>
                  </a:lnTo>
                  <a:lnTo>
                    <a:pt x="522" y="1435788"/>
                  </a:lnTo>
                  <a:lnTo>
                    <a:pt x="0" y="1428723"/>
                  </a:lnTo>
                  <a:lnTo>
                    <a:pt x="0" y="1421589"/>
                  </a:lnTo>
                  <a:lnTo>
                    <a:pt x="0" y="101523"/>
                  </a:lnTo>
                  <a:lnTo>
                    <a:pt x="8250" y="60478"/>
                  </a:lnTo>
                  <a:lnTo>
                    <a:pt x="27652" y="26774"/>
                  </a:lnTo>
                  <a:lnTo>
                    <a:pt x="60345" y="3479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9"/>
                  </a:lnTo>
                  <a:lnTo>
                    <a:pt x="2879782" y="36866"/>
                  </a:lnTo>
                  <a:lnTo>
                    <a:pt x="2901021" y="73662"/>
                  </a:lnTo>
                  <a:lnTo>
                    <a:pt x="2906562" y="101523"/>
                  </a:lnTo>
                  <a:lnTo>
                    <a:pt x="2906562" y="1428723"/>
                  </a:lnTo>
                  <a:lnTo>
                    <a:pt x="2895561" y="1469759"/>
                  </a:lnTo>
                  <a:lnTo>
                    <a:pt x="2869692" y="1503464"/>
                  </a:lnTo>
                  <a:lnTo>
                    <a:pt x="2832895" y="1524702"/>
                  </a:lnTo>
                  <a:lnTo>
                    <a:pt x="2812106" y="1529548"/>
                  </a:lnTo>
                  <a:lnTo>
                    <a:pt x="2805040" y="153024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92" name="object 21">
              <a:extLst>
                <a:ext uri="{FF2B5EF4-FFF2-40B4-BE49-F238E27FC236}">
                  <a16:creationId xmlns:a16="http://schemas.microsoft.com/office/drawing/2014/main" id="{0E70FB01-73C4-4F26-9007-353C26E081CA}"/>
                </a:ext>
              </a:extLst>
            </p:cNvPr>
            <p:cNvSpPr/>
            <p:nvPr/>
          </p:nvSpPr>
          <p:spPr>
            <a:xfrm>
              <a:off x="3902342" y="4889703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4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93" name="object 22">
            <a:extLst>
              <a:ext uri="{FF2B5EF4-FFF2-40B4-BE49-F238E27FC236}">
                <a16:creationId xmlns:a16="http://schemas.microsoft.com/office/drawing/2014/main" id="{61A4C56A-FD38-4F16-8A64-2429F391C9EA}"/>
              </a:ext>
            </a:extLst>
          </p:cNvPr>
          <p:cNvSpPr txBox="1"/>
          <p:nvPr/>
        </p:nvSpPr>
        <p:spPr>
          <a:xfrm>
            <a:off x="3798260" y="8067360"/>
            <a:ext cx="1494790" cy="243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2250" spc="1492" baseline="555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</a:t>
            </a:r>
            <a:r>
              <a:rPr sz="2250" spc="375" baseline="555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產學對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接</a:t>
            </a:r>
            <a:r>
              <a:rPr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經</a:t>
            </a:r>
            <a:r>
              <a:rPr sz="1500" b="1" spc="-57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驗</a:t>
            </a:r>
            <a:endParaRPr sz="150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70D967FA-6291-41C7-95DD-E374B45E72EA}"/>
              </a:ext>
            </a:extLst>
          </p:cNvPr>
          <p:cNvSpPr txBox="1"/>
          <p:nvPr/>
        </p:nvSpPr>
        <p:spPr>
          <a:xfrm>
            <a:off x="3798260" y="8395139"/>
            <a:ext cx="2424430" cy="685957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31700"/>
              </a:lnSpc>
              <a:spcBef>
                <a:spcPts val="6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擁有大金、日立原廠研習證書，並具 備</a:t>
            </a:r>
            <a:r>
              <a:rPr sz="1150" spc="-3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50" spc="-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40 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天冷氣行第一線實務經驗，完全 接軌業界。</a:t>
            </a:r>
            <a:endParaRPr sz="115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3525874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21B524-AAAE-43BC-AF30-8BFAD895FFA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3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grpSp>
        <p:nvGrpSpPr>
          <p:cNvPr id="5" name="object 2">
            <a:extLst>
              <a:ext uri="{FF2B5EF4-FFF2-40B4-BE49-F238E27FC236}">
                <a16:creationId xmlns:a16="http://schemas.microsoft.com/office/drawing/2014/main" id="{38ED5EEB-EEFA-4D4E-8870-B94F3A5AEB99}"/>
              </a:ext>
            </a:extLst>
          </p:cNvPr>
          <p:cNvGrpSpPr/>
          <p:nvPr/>
        </p:nvGrpSpPr>
        <p:grpSpPr>
          <a:xfrm>
            <a:off x="377507" y="838200"/>
            <a:ext cx="6102985" cy="4724400"/>
            <a:chOff x="733193" y="361950"/>
            <a:chExt cx="6102985" cy="2490470"/>
          </a:xfrm>
        </p:grpSpPr>
        <p:sp>
          <p:nvSpPr>
            <p:cNvPr id="6" name="object 3">
              <a:extLst>
                <a:ext uri="{FF2B5EF4-FFF2-40B4-BE49-F238E27FC236}">
                  <a16:creationId xmlns:a16="http://schemas.microsoft.com/office/drawing/2014/main" id="{14F3E6CD-05E5-45C9-96BF-B32686D3CD97}"/>
                </a:ext>
              </a:extLst>
            </p:cNvPr>
            <p:cNvSpPr/>
            <p:nvPr/>
          </p:nvSpPr>
          <p:spPr>
            <a:xfrm>
              <a:off x="733193" y="361951"/>
              <a:ext cx="6102985" cy="2490470"/>
            </a:xfrm>
            <a:custGeom>
              <a:avLst/>
              <a:gdLst/>
              <a:ahLst/>
              <a:cxnLst/>
              <a:rect l="l" t="t" r="r" b="b"/>
              <a:pathLst>
                <a:path w="6102984" h="2490470">
                  <a:moveTo>
                    <a:pt x="5994219" y="2490045"/>
                  </a:moveTo>
                  <a:lnTo>
                    <a:pt x="108656" y="2490045"/>
                  </a:lnTo>
                  <a:lnTo>
                    <a:pt x="97952" y="2489528"/>
                  </a:lnTo>
                  <a:lnTo>
                    <a:pt x="57384" y="2477200"/>
                  </a:lnTo>
                  <a:lnTo>
                    <a:pt x="24621" y="2450285"/>
                  </a:lnTo>
                  <a:lnTo>
                    <a:pt x="4652" y="2412882"/>
                  </a:lnTo>
                  <a:lnTo>
                    <a:pt x="0" y="0"/>
                  </a:lnTo>
                  <a:lnTo>
                    <a:pt x="6102876" y="0"/>
                  </a:lnTo>
                  <a:lnTo>
                    <a:pt x="6102876" y="2381393"/>
                  </a:lnTo>
                  <a:lnTo>
                    <a:pt x="6102358" y="2392092"/>
                  </a:lnTo>
                  <a:lnTo>
                    <a:pt x="6090030" y="2432660"/>
                  </a:lnTo>
                  <a:lnTo>
                    <a:pt x="6063116" y="2465423"/>
                  </a:lnTo>
                  <a:lnTo>
                    <a:pt x="6025713" y="2485392"/>
                  </a:lnTo>
                  <a:lnTo>
                    <a:pt x="5994219" y="249004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63E66EB4-3481-48FE-A632-1623583CC3D4}"/>
                </a:ext>
              </a:extLst>
            </p:cNvPr>
            <p:cNvSpPr/>
            <p:nvPr/>
          </p:nvSpPr>
          <p:spPr>
            <a:xfrm>
              <a:off x="733183" y="361961"/>
              <a:ext cx="6102985" cy="2490470"/>
            </a:xfrm>
            <a:custGeom>
              <a:avLst/>
              <a:gdLst/>
              <a:ahLst/>
              <a:cxnLst/>
              <a:rect l="l" t="t" r="r" b="b"/>
              <a:pathLst>
                <a:path w="6102984" h="2490470">
                  <a:moveTo>
                    <a:pt x="18110" y="2305431"/>
                  </a:moveTo>
                  <a:lnTo>
                    <a:pt x="0" y="2305431"/>
                  </a:lnTo>
                  <a:lnTo>
                    <a:pt x="0" y="2359761"/>
                  </a:lnTo>
                  <a:lnTo>
                    <a:pt x="18110" y="2359761"/>
                  </a:lnTo>
                  <a:lnTo>
                    <a:pt x="18110" y="2305431"/>
                  </a:lnTo>
                  <a:close/>
                </a:path>
                <a:path w="6102984" h="2490470">
                  <a:moveTo>
                    <a:pt x="18110" y="2214778"/>
                  </a:moveTo>
                  <a:lnTo>
                    <a:pt x="0" y="2214778"/>
                  </a:lnTo>
                  <a:lnTo>
                    <a:pt x="0" y="2269109"/>
                  </a:lnTo>
                  <a:lnTo>
                    <a:pt x="18110" y="2269109"/>
                  </a:lnTo>
                  <a:lnTo>
                    <a:pt x="18110" y="2214778"/>
                  </a:lnTo>
                  <a:close/>
                </a:path>
                <a:path w="6102984" h="2490470">
                  <a:moveTo>
                    <a:pt x="18110" y="2124138"/>
                  </a:moveTo>
                  <a:lnTo>
                    <a:pt x="0" y="2124138"/>
                  </a:lnTo>
                  <a:lnTo>
                    <a:pt x="0" y="2178469"/>
                  </a:lnTo>
                  <a:lnTo>
                    <a:pt x="18110" y="2178469"/>
                  </a:lnTo>
                  <a:lnTo>
                    <a:pt x="18110" y="2124138"/>
                  </a:lnTo>
                  <a:close/>
                </a:path>
                <a:path w="6102984" h="2490470">
                  <a:moveTo>
                    <a:pt x="18110" y="2033498"/>
                  </a:moveTo>
                  <a:lnTo>
                    <a:pt x="0" y="2033498"/>
                  </a:lnTo>
                  <a:lnTo>
                    <a:pt x="0" y="2087829"/>
                  </a:lnTo>
                  <a:lnTo>
                    <a:pt x="18110" y="2087829"/>
                  </a:lnTo>
                  <a:lnTo>
                    <a:pt x="18110" y="2033498"/>
                  </a:lnTo>
                  <a:close/>
                </a:path>
                <a:path w="6102984" h="2490470">
                  <a:moveTo>
                    <a:pt x="18110" y="1942858"/>
                  </a:moveTo>
                  <a:lnTo>
                    <a:pt x="0" y="1942858"/>
                  </a:lnTo>
                  <a:lnTo>
                    <a:pt x="0" y="1997176"/>
                  </a:lnTo>
                  <a:lnTo>
                    <a:pt x="18110" y="1997176"/>
                  </a:lnTo>
                  <a:lnTo>
                    <a:pt x="18110" y="1942858"/>
                  </a:lnTo>
                  <a:close/>
                </a:path>
                <a:path w="6102984" h="2490470">
                  <a:moveTo>
                    <a:pt x="18110" y="1852206"/>
                  </a:moveTo>
                  <a:lnTo>
                    <a:pt x="0" y="1852206"/>
                  </a:lnTo>
                  <a:lnTo>
                    <a:pt x="0" y="1906536"/>
                  </a:lnTo>
                  <a:lnTo>
                    <a:pt x="18110" y="1906536"/>
                  </a:lnTo>
                  <a:lnTo>
                    <a:pt x="18110" y="1852206"/>
                  </a:lnTo>
                  <a:close/>
                </a:path>
                <a:path w="6102984" h="2490470">
                  <a:moveTo>
                    <a:pt x="18110" y="1761566"/>
                  </a:moveTo>
                  <a:lnTo>
                    <a:pt x="0" y="1761566"/>
                  </a:lnTo>
                  <a:lnTo>
                    <a:pt x="0" y="1815896"/>
                  </a:lnTo>
                  <a:lnTo>
                    <a:pt x="18110" y="1815896"/>
                  </a:lnTo>
                  <a:lnTo>
                    <a:pt x="18110" y="1761566"/>
                  </a:lnTo>
                  <a:close/>
                </a:path>
                <a:path w="6102984" h="2490470">
                  <a:moveTo>
                    <a:pt x="18110" y="1670926"/>
                  </a:moveTo>
                  <a:lnTo>
                    <a:pt x="0" y="1670926"/>
                  </a:lnTo>
                  <a:lnTo>
                    <a:pt x="0" y="1725256"/>
                  </a:lnTo>
                  <a:lnTo>
                    <a:pt x="18110" y="1725256"/>
                  </a:lnTo>
                  <a:lnTo>
                    <a:pt x="18110" y="1670926"/>
                  </a:lnTo>
                  <a:close/>
                </a:path>
                <a:path w="6102984" h="2490470">
                  <a:moveTo>
                    <a:pt x="18110" y="1580286"/>
                  </a:moveTo>
                  <a:lnTo>
                    <a:pt x="0" y="1580286"/>
                  </a:lnTo>
                  <a:lnTo>
                    <a:pt x="0" y="1634604"/>
                  </a:lnTo>
                  <a:lnTo>
                    <a:pt x="18110" y="1634604"/>
                  </a:lnTo>
                  <a:lnTo>
                    <a:pt x="18110" y="1580286"/>
                  </a:lnTo>
                  <a:close/>
                </a:path>
                <a:path w="6102984" h="2490470">
                  <a:moveTo>
                    <a:pt x="18110" y="1489633"/>
                  </a:moveTo>
                  <a:lnTo>
                    <a:pt x="0" y="1489633"/>
                  </a:lnTo>
                  <a:lnTo>
                    <a:pt x="0" y="1543964"/>
                  </a:lnTo>
                  <a:lnTo>
                    <a:pt x="18110" y="1543964"/>
                  </a:lnTo>
                  <a:lnTo>
                    <a:pt x="18110" y="1489633"/>
                  </a:lnTo>
                  <a:close/>
                </a:path>
                <a:path w="6102984" h="2490470">
                  <a:moveTo>
                    <a:pt x="18110" y="1398993"/>
                  </a:moveTo>
                  <a:lnTo>
                    <a:pt x="0" y="1398993"/>
                  </a:lnTo>
                  <a:lnTo>
                    <a:pt x="0" y="1453324"/>
                  </a:lnTo>
                  <a:lnTo>
                    <a:pt x="18110" y="1453324"/>
                  </a:lnTo>
                  <a:lnTo>
                    <a:pt x="18110" y="1398993"/>
                  </a:lnTo>
                  <a:close/>
                </a:path>
                <a:path w="6102984" h="2490470">
                  <a:moveTo>
                    <a:pt x="18110" y="1308354"/>
                  </a:moveTo>
                  <a:lnTo>
                    <a:pt x="0" y="1308354"/>
                  </a:lnTo>
                  <a:lnTo>
                    <a:pt x="0" y="1362671"/>
                  </a:lnTo>
                  <a:lnTo>
                    <a:pt x="18110" y="1362671"/>
                  </a:lnTo>
                  <a:lnTo>
                    <a:pt x="18110" y="1308354"/>
                  </a:lnTo>
                  <a:close/>
                </a:path>
                <a:path w="6102984" h="2490470">
                  <a:moveTo>
                    <a:pt x="18110" y="1217701"/>
                  </a:moveTo>
                  <a:lnTo>
                    <a:pt x="0" y="1217701"/>
                  </a:lnTo>
                  <a:lnTo>
                    <a:pt x="0" y="1272032"/>
                  </a:lnTo>
                  <a:lnTo>
                    <a:pt x="18110" y="1272032"/>
                  </a:lnTo>
                  <a:lnTo>
                    <a:pt x="18110" y="1217701"/>
                  </a:lnTo>
                  <a:close/>
                </a:path>
                <a:path w="6102984" h="2490470">
                  <a:moveTo>
                    <a:pt x="18110" y="1127061"/>
                  </a:moveTo>
                  <a:lnTo>
                    <a:pt x="0" y="1127061"/>
                  </a:lnTo>
                  <a:lnTo>
                    <a:pt x="0" y="1181392"/>
                  </a:lnTo>
                  <a:lnTo>
                    <a:pt x="18110" y="1181392"/>
                  </a:lnTo>
                  <a:lnTo>
                    <a:pt x="18110" y="1127061"/>
                  </a:lnTo>
                  <a:close/>
                </a:path>
                <a:path w="6102984" h="2490470">
                  <a:moveTo>
                    <a:pt x="18110" y="1036421"/>
                  </a:moveTo>
                  <a:lnTo>
                    <a:pt x="0" y="1036421"/>
                  </a:lnTo>
                  <a:lnTo>
                    <a:pt x="0" y="1090752"/>
                  </a:lnTo>
                  <a:lnTo>
                    <a:pt x="18110" y="1090752"/>
                  </a:lnTo>
                  <a:lnTo>
                    <a:pt x="18110" y="1036421"/>
                  </a:lnTo>
                  <a:close/>
                </a:path>
                <a:path w="6102984" h="2490470">
                  <a:moveTo>
                    <a:pt x="18110" y="945781"/>
                  </a:moveTo>
                  <a:lnTo>
                    <a:pt x="0" y="945781"/>
                  </a:lnTo>
                  <a:lnTo>
                    <a:pt x="0" y="1000099"/>
                  </a:lnTo>
                  <a:lnTo>
                    <a:pt x="18110" y="1000099"/>
                  </a:lnTo>
                  <a:lnTo>
                    <a:pt x="18110" y="945781"/>
                  </a:lnTo>
                  <a:close/>
                </a:path>
                <a:path w="6102984" h="2490470">
                  <a:moveTo>
                    <a:pt x="18110" y="855129"/>
                  </a:moveTo>
                  <a:lnTo>
                    <a:pt x="0" y="855129"/>
                  </a:lnTo>
                  <a:lnTo>
                    <a:pt x="0" y="909459"/>
                  </a:lnTo>
                  <a:lnTo>
                    <a:pt x="18110" y="909459"/>
                  </a:lnTo>
                  <a:lnTo>
                    <a:pt x="18110" y="855129"/>
                  </a:lnTo>
                  <a:close/>
                </a:path>
                <a:path w="6102984" h="2490470">
                  <a:moveTo>
                    <a:pt x="18110" y="764489"/>
                  </a:moveTo>
                  <a:lnTo>
                    <a:pt x="0" y="764489"/>
                  </a:lnTo>
                  <a:lnTo>
                    <a:pt x="0" y="818819"/>
                  </a:lnTo>
                  <a:lnTo>
                    <a:pt x="18110" y="818819"/>
                  </a:lnTo>
                  <a:lnTo>
                    <a:pt x="18110" y="764489"/>
                  </a:lnTo>
                  <a:close/>
                </a:path>
                <a:path w="6102984" h="2490470">
                  <a:moveTo>
                    <a:pt x="18110" y="673849"/>
                  </a:moveTo>
                  <a:lnTo>
                    <a:pt x="0" y="673849"/>
                  </a:lnTo>
                  <a:lnTo>
                    <a:pt x="0" y="728179"/>
                  </a:lnTo>
                  <a:lnTo>
                    <a:pt x="18110" y="728179"/>
                  </a:lnTo>
                  <a:lnTo>
                    <a:pt x="18110" y="673849"/>
                  </a:lnTo>
                  <a:close/>
                </a:path>
                <a:path w="6102984" h="2490470">
                  <a:moveTo>
                    <a:pt x="18110" y="583196"/>
                  </a:moveTo>
                  <a:lnTo>
                    <a:pt x="0" y="583196"/>
                  </a:lnTo>
                  <a:lnTo>
                    <a:pt x="0" y="637527"/>
                  </a:lnTo>
                  <a:lnTo>
                    <a:pt x="18110" y="637527"/>
                  </a:lnTo>
                  <a:lnTo>
                    <a:pt x="18110" y="583196"/>
                  </a:lnTo>
                  <a:close/>
                </a:path>
                <a:path w="6102984" h="2490470">
                  <a:moveTo>
                    <a:pt x="18110" y="492556"/>
                  </a:moveTo>
                  <a:lnTo>
                    <a:pt x="0" y="492556"/>
                  </a:lnTo>
                  <a:lnTo>
                    <a:pt x="0" y="546887"/>
                  </a:lnTo>
                  <a:lnTo>
                    <a:pt x="18110" y="546887"/>
                  </a:lnTo>
                  <a:lnTo>
                    <a:pt x="18110" y="492556"/>
                  </a:lnTo>
                  <a:close/>
                </a:path>
                <a:path w="6102984" h="2490470">
                  <a:moveTo>
                    <a:pt x="18110" y="401916"/>
                  </a:moveTo>
                  <a:lnTo>
                    <a:pt x="0" y="401916"/>
                  </a:lnTo>
                  <a:lnTo>
                    <a:pt x="0" y="456247"/>
                  </a:lnTo>
                  <a:lnTo>
                    <a:pt x="18110" y="456247"/>
                  </a:lnTo>
                  <a:lnTo>
                    <a:pt x="18110" y="401916"/>
                  </a:lnTo>
                  <a:close/>
                </a:path>
                <a:path w="6102984" h="2490470">
                  <a:moveTo>
                    <a:pt x="18110" y="311277"/>
                  </a:moveTo>
                  <a:lnTo>
                    <a:pt x="0" y="311277"/>
                  </a:lnTo>
                  <a:lnTo>
                    <a:pt x="0" y="365607"/>
                  </a:lnTo>
                  <a:lnTo>
                    <a:pt x="18110" y="365607"/>
                  </a:lnTo>
                  <a:lnTo>
                    <a:pt x="18110" y="311277"/>
                  </a:lnTo>
                  <a:close/>
                </a:path>
                <a:path w="6102984" h="2490470">
                  <a:moveTo>
                    <a:pt x="18110" y="220624"/>
                  </a:moveTo>
                  <a:lnTo>
                    <a:pt x="0" y="220624"/>
                  </a:lnTo>
                  <a:lnTo>
                    <a:pt x="0" y="274955"/>
                  </a:lnTo>
                  <a:lnTo>
                    <a:pt x="18110" y="274955"/>
                  </a:lnTo>
                  <a:lnTo>
                    <a:pt x="18110" y="220624"/>
                  </a:lnTo>
                  <a:close/>
                </a:path>
                <a:path w="6102984" h="2490470">
                  <a:moveTo>
                    <a:pt x="18110" y="129984"/>
                  </a:moveTo>
                  <a:lnTo>
                    <a:pt x="0" y="129984"/>
                  </a:lnTo>
                  <a:lnTo>
                    <a:pt x="0" y="184315"/>
                  </a:lnTo>
                  <a:lnTo>
                    <a:pt x="18110" y="184315"/>
                  </a:lnTo>
                  <a:lnTo>
                    <a:pt x="18110" y="129984"/>
                  </a:lnTo>
                  <a:close/>
                </a:path>
                <a:path w="6102984" h="2490470">
                  <a:moveTo>
                    <a:pt x="18110" y="39344"/>
                  </a:moveTo>
                  <a:lnTo>
                    <a:pt x="0" y="39344"/>
                  </a:lnTo>
                  <a:lnTo>
                    <a:pt x="0" y="93662"/>
                  </a:lnTo>
                  <a:lnTo>
                    <a:pt x="18110" y="93662"/>
                  </a:lnTo>
                  <a:lnTo>
                    <a:pt x="18110" y="39344"/>
                  </a:lnTo>
                  <a:close/>
                </a:path>
                <a:path w="6102984" h="2490470">
                  <a:moveTo>
                    <a:pt x="18110" y="0"/>
                  </a:moveTo>
                  <a:lnTo>
                    <a:pt x="9055" y="0"/>
                  </a:lnTo>
                  <a:lnTo>
                    <a:pt x="0" y="0"/>
                  </a:lnTo>
                  <a:lnTo>
                    <a:pt x="0" y="3022"/>
                  </a:lnTo>
                  <a:lnTo>
                    <a:pt x="9055" y="3022"/>
                  </a:lnTo>
                  <a:lnTo>
                    <a:pt x="9055" y="19913"/>
                  </a:lnTo>
                  <a:lnTo>
                    <a:pt x="18110" y="19913"/>
                  </a:lnTo>
                  <a:lnTo>
                    <a:pt x="18110" y="0"/>
                  </a:lnTo>
                  <a:close/>
                </a:path>
                <a:path w="6102984" h="2490470">
                  <a:moveTo>
                    <a:pt x="39204" y="2439428"/>
                  </a:moveTo>
                  <a:lnTo>
                    <a:pt x="19837" y="2399055"/>
                  </a:lnTo>
                  <a:lnTo>
                    <a:pt x="19126" y="2394280"/>
                  </a:lnTo>
                  <a:lnTo>
                    <a:pt x="1219" y="2396858"/>
                  </a:lnTo>
                  <a:lnTo>
                    <a:pt x="18300" y="2441765"/>
                  </a:lnTo>
                  <a:lnTo>
                    <a:pt x="25311" y="2451036"/>
                  </a:lnTo>
                  <a:lnTo>
                    <a:pt x="39204" y="2439428"/>
                  </a:lnTo>
                  <a:close/>
                </a:path>
                <a:path w="6102984" h="2490470">
                  <a:moveTo>
                    <a:pt x="112877" y="2471928"/>
                  </a:moveTo>
                  <a:lnTo>
                    <a:pt x="108661" y="2471928"/>
                  </a:lnTo>
                  <a:lnTo>
                    <a:pt x="99745" y="2471496"/>
                  </a:lnTo>
                  <a:lnTo>
                    <a:pt x="64935" y="2460625"/>
                  </a:lnTo>
                  <a:lnTo>
                    <a:pt x="56184" y="2476474"/>
                  </a:lnTo>
                  <a:lnTo>
                    <a:pt x="97955" y="2489517"/>
                  </a:lnTo>
                  <a:lnTo>
                    <a:pt x="108661" y="2490038"/>
                  </a:lnTo>
                  <a:lnTo>
                    <a:pt x="112877" y="2490038"/>
                  </a:lnTo>
                  <a:lnTo>
                    <a:pt x="112877" y="2471928"/>
                  </a:lnTo>
                  <a:close/>
                </a:path>
                <a:path w="6102984" h="2490470">
                  <a:moveTo>
                    <a:pt x="203517" y="2471928"/>
                  </a:moveTo>
                  <a:lnTo>
                    <a:pt x="149186" y="2471928"/>
                  </a:lnTo>
                  <a:lnTo>
                    <a:pt x="149186" y="2490038"/>
                  </a:lnTo>
                  <a:lnTo>
                    <a:pt x="203517" y="2490038"/>
                  </a:lnTo>
                  <a:lnTo>
                    <a:pt x="203517" y="2471928"/>
                  </a:lnTo>
                  <a:close/>
                </a:path>
                <a:path w="6102984" h="2490470">
                  <a:moveTo>
                    <a:pt x="294157" y="2471928"/>
                  </a:moveTo>
                  <a:lnTo>
                    <a:pt x="239826" y="2471928"/>
                  </a:lnTo>
                  <a:lnTo>
                    <a:pt x="239826" y="2490038"/>
                  </a:lnTo>
                  <a:lnTo>
                    <a:pt x="294157" y="2490038"/>
                  </a:lnTo>
                  <a:lnTo>
                    <a:pt x="294157" y="2471928"/>
                  </a:lnTo>
                  <a:close/>
                </a:path>
                <a:path w="6102984" h="2490470">
                  <a:moveTo>
                    <a:pt x="384797" y="2471928"/>
                  </a:moveTo>
                  <a:lnTo>
                    <a:pt x="330479" y="2471928"/>
                  </a:lnTo>
                  <a:lnTo>
                    <a:pt x="330479" y="2490038"/>
                  </a:lnTo>
                  <a:lnTo>
                    <a:pt x="384797" y="2490038"/>
                  </a:lnTo>
                  <a:lnTo>
                    <a:pt x="384797" y="2471928"/>
                  </a:lnTo>
                  <a:close/>
                </a:path>
                <a:path w="6102984" h="2490470">
                  <a:moveTo>
                    <a:pt x="475449" y="2471928"/>
                  </a:moveTo>
                  <a:lnTo>
                    <a:pt x="421119" y="2471928"/>
                  </a:lnTo>
                  <a:lnTo>
                    <a:pt x="421119" y="2490038"/>
                  </a:lnTo>
                  <a:lnTo>
                    <a:pt x="475449" y="2490038"/>
                  </a:lnTo>
                  <a:lnTo>
                    <a:pt x="475449" y="2471928"/>
                  </a:lnTo>
                  <a:close/>
                </a:path>
                <a:path w="6102984" h="2490470">
                  <a:moveTo>
                    <a:pt x="566089" y="2471928"/>
                  </a:moveTo>
                  <a:lnTo>
                    <a:pt x="511759" y="2471928"/>
                  </a:lnTo>
                  <a:lnTo>
                    <a:pt x="511759" y="2490038"/>
                  </a:lnTo>
                  <a:lnTo>
                    <a:pt x="566089" y="2490038"/>
                  </a:lnTo>
                  <a:lnTo>
                    <a:pt x="566089" y="2471928"/>
                  </a:lnTo>
                  <a:close/>
                </a:path>
                <a:path w="6102984" h="2490470">
                  <a:moveTo>
                    <a:pt x="656729" y="2471928"/>
                  </a:moveTo>
                  <a:lnTo>
                    <a:pt x="602399" y="2471928"/>
                  </a:lnTo>
                  <a:lnTo>
                    <a:pt x="602399" y="2490038"/>
                  </a:lnTo>
                  <a:lnTo>
                    <a:pt x="656729" y="2490038"/>
                  </a:lnTo>
                  <a:lnTo>
                    <a:pt x="656729" y="2471928"/>
                  </a:lnTo>
                  <a:close/>
                </a:path>
                <a:path w="6102984" h="2490470">
                  <a:moveTo>
                    <a:pt x="747382" y="2471928"/>
                  </a:moveTo>
                  <a:lnTo>
                    <a:pt x="693051" y="2471928"/>
                  </a:lnTo>
                  <a:lnTo>
                    <a:pt x="693051" y="2490038"/>
                  </a:lnTo>
                  <a:lnTo>
                    <a:pt x="747382" y="2490038"/>
                  </a:lnTo>
                  <a:lnTo>
                    <a:pt x="747382" y="2471928"/>
                  </a:lnTo>
                  <a:close/>
                </a:path>
                <a:path w="6102984" h="2490470">
                  <a:moveTo>
                    <a:pt x="838022" y="2471928"/>
                  </a:moveTo>
                  <a:lnTo>
                    <a:pt x="783691" y="2471928"/>
                  </a:lnTo>
                  <a:lnTo>
                    <a:pt x="783691" y="2490038"/>
                  </a:lnTo>
                  <a:lnTo>
                    <a:pt x="838022" y="2490038"/>
                  </a:lnTo>
                  <a:lnTo>
                    <a:pt x="838022" y="2471928"/>
                  </a:lnTo>
                  <a:close/>
                </a:path>
                <a:path w="6102984" h="2490470">
                  <a:moveTo>
                    <a:pt x="928662" y="2471928"/>
                  </a:moveTo>
                  <a:lnTo>
                    <a:pt x="874331" y="2471928"/>
                  </a:lnTo>
                  <a:lnTo>
                    <a:pt x="874331" y="2490038"/>
                  </a:lnTo>
                  <a:lnTo>
                    <a:pt x="928662" y="2490038"/>
                  </a:lnTo>
                  <a:lnTo>
                    <a:pt x="928662" y="2471928"/>
                  </a:lnTo>
                  <a:close/>
                </a:path>
                <a:path w="6102984" h="2490470">
                  <a:moveTo>
                    <a:pt x="1019302" y="2471928"/>
                  </a:moveTo>
                  <a:lnTo>
                    <a:pt x="964984" y="2471928"/>
                  </a:lnTo>
                  <a:lnTo>
                    <a:pt x="964984" y="2490038"/>
                  </a:lnTo>
                  <a:lnTo>
                    <a:pt x="1019302" y="2490038"/>
                  </a:lnTo>
                  <a:lnTo>
                    <a:pt x="1019302" y="2471928"/>
                  </a:lnTo>
                  <a:close/>
                </a:path>
                <a:path w="6102984" h="2490470">
                  <a:moveTo>
                    <a:pt x="1109954" y="2471928"/>
                  </a:moveTo>
                  <a:lnTo>
                    <a:pt x="1055624" y="2471928"/>
                  </a:lnTo>
                  <a:lnTo>
                    <a:pt x="1055624" y="2490038"/>
                  </a:lnTo>
                  <a:lnTo>
                    <a:pt x="1109954" y="2490038"/>
                  </a:lnTo>
                  <a:lnTo>
                    <a:pt x="1109954" y="2471928"/>
                  </a:lnTo>
                  <a:close/>
                </a:path>
                <a:path w="6102984" h="2490470">
                  <a:moveTo>
                    <a:pt x="1200594" y="2471928"/>
                  </a:moveTo>
                  <a:lnTo>
                    <a:pt x="1146263" y="2471928"/>
                  </a:lnTo>
                  <a:lnTo>
                    <a:pt x="1146263" y="2490038"/>
                  </a:lnTo>
                  <a:lnTo>
                    <a:pt x="1200594" y="2490038"/>
                  </a:lnTo>
                  <a:lnTo>
                    <a:pt x="1200594" y="2471928"/>
                  </a:lnTo>
                  <a:close/>
                </a:path>
                <a:path w="6102984" h="2490470">
                  <a:moveTo>
                    <a:pt x="1291234" y="2471928"/>
                  </a:moveTo>
                  <a:lnTo>
                    <a:pt x="1236903" y="2471928"/>
                  </a:lnTo>
                  <a:lnTo>
                    <a:pt x="1236903" y="2490038"/>
                  </a:lnTo>
                  <a:lnTo>
                    <a:pt x="1291234" y="2490038"/>
                  </a:lnTo>
                  <a:lnTo>
                    <a:pt x="1291234" y="2471928"/>
                  </a:lnTo>
                  <a:close/>
                </a:path>
                <a:path w="6102984" h="2490470">
                  <a:moveTo>
                    <a:pt x="1381874" y="2471928"/>
                  </a:moveTo>
                  <a:lnTo>
                    <a:pt x="1327556" y="2471928"/>
                  </a:lnTo>
                  <a:lnTo>
                    <a:pt x="1327556" y="2490038"/>
                  </a:lnTo>
                  <a:lnTo>
                    <a:pt x="1381874" y="2490038"/>
                  </a:lnTo>
                  <a:lnTo>
                    <a:pt x="1381874" y="2471928"/>
                  </a:lnTo>
                  <a:close/>
                </a:path>
                <a:path w="6102984" h="2490470">
                  <a:moveTo>
                    <a:pt x="1472526" y="2471928"/>
                  </a:moveTo>
                  <a:lnTo>
                    <a:pt x="1418196" y="2471928"/>
                  </a:lnTo>
                  <a:lnTo>
                    <a:pt x="1418196" y="2490038"/>
                  </a:lnTo>
                  <a:lnTo>
                    <a:pt x="1472526" y="2490038"/>
                  </a:lnTo>
                  <a:lnTo>
                    <a:pt x="1472526" y="2471928"/>
                  </a:lnTo>
                  <a:close/>
                </a:path>
                <a:path w="6102984" h="2490470">
                  <a:moveTo>
                    <a:pt x="1563166" y="2471928"/>
                  </a:moveTo>
                  <a:lnTo>
                    <a:pt x="1508836" y="2471928"/>
                  </a:lnTo>
                  <a:lnTo>
                    <a:pt x="1508836" y="2490038"/>
                  </a:lnTo>
                  <a:lnTo>
                    <a:pt x="1563166" y="2490038"/>
                  </a:lnTo>
                  <a:lnTo>
                    <a:pt x="1563166" y="2471928"/>
                  </a:lnTo>
                  <a:close/>
                </a:path>
                <a:path w="6102984" h="2490470">
                  <a:moveTo>
                    <a:pt x="1653806" y="2471928"/>
                  </a:moveTo>
                  <a:lnTo>
                    <a:pt x="1599488" y="2471928"/>
                  </a:lnTo>
                  <a:lnTo>
                    <a:pt x="1599488" y="2490038"/>
                  </a:lnTo>
                  <a:lnTo>
                    <a:pt x="1653806" y="2490038"/>
                  </a:lnTo>
                  <a:lnTo>
                    <a:pt x="1653806" y="2471928"/>
                  </a:lnTo>
                  <a:close/>
                </a:path>
                <a:path w="6102984" h="2490470">
                  <a:moveTo>
                    <a:pt x="1744459" y="2471928"/>
                  </a:moveTo>
                  <a:lnTo>
                    <a:pt x="1690128" y="2471928"/>
                  </a:lnTo>
                  <a:lnTo>
                    <a:pt x="1690128" y="2490038"/>
                  </a:lnTo>
                  <a:lnTo>
                    <a:pt x="1744459" y="2490038"/>
                  </a:lnTo>
                  <a:lnTo>
                    <a:pt x="1744459" y="2471928"/>
                  </a:lnTo>
                  <a:close/>
                </a:path>
                <a:path w="6102984" h="2490470">
                  <a:moveTo>
                    <a:pt x="1835099" y="2471928"/>
                  </a:moveTo>
                  <a:lnTo>
                    <a:pt x="1780768" y="2471928"/>
                  </a:lnTo>
                  <a:lnTo>
                    <a:pt x="1780768" y="2490038"/>
                  </a:lnTo>
                  <a:lnTo>
                    <a:pt x="1835099" y="2490038"/>
                  </a:lnTo>
                  <a:lnTo>
                    <a:pt x="1835099" y="2471928"/>
                  </a:lnTo>
                  <a:close/>
                </a:path>
                <a:path w="6102984" h="2490470">
                  <a:moveTo>
                    <a:pt x="1925739" y="2471928"/>
                  </a:moveTo>
                  <a:lnTo>
                    <a:pt x="1871408" y="2471928"/>
                  </a:lnTo>
                  <a:lnTo>
                    <a:pt x="1871408" y="2490038"/>
                  </a:lnTo>
                  <a:lnTo>
                    <a:pt x="1925739" y="2490038"/>
                  </a:lnTo>
                  <a:lnTo>
                    <a:pt x="1925739" y="2471928"/>
                  </a:lnTo>
                  <a:close/>
                </a:path>
                <a:path w="6102984" h="2490470">
                  <a:moveTo>
                    <a:pt x="2016379" y="2471928"/>
                  </a:moveTo>
                  <a:lnTo>
                    <a:pt x="1962061" y="2471928"/>
                  </a:lnTo>
                  <a:lnTo>
                    <a:pt x="1962061" y="2490038"/>
                  </a:lnTo>
                  <a:lnTo>
                    <a:pt x="2016379" y="2490038"/>
                  </a:lnTo>
                  <a:lnTo>
                    <a:pt x="2016379" y="2471928"/>
                  </a:lnTo>
                  <a:close/>
                </a:path>
                <a:path w="6102984" h="2490470">
                  <a:moveTo>
                    <a:pt x="2107031" y="2471928"/>
                  </a:moveTo>
                  <a:lnTo>
                    <a:pt x="2052701" y="2471928"/>
                  </a:lnTo>
                  <a:lnTo>
                    <a:pt x="2052701" y="2490038"/>
                  </a:lnTo>
                  <a:lnTo>
                    <a:pt x="2107031" y="2490038"/>
                  </a:lnTo>
                  <a:lnTo>
                    <a:pt x="2107031" y="2471928"/>
                  </a:lnTo>
                  <a:close/>
                </a:path>
                <a:path w="6102984" h="2490470">
                  <a:moveTo>
                    <a:pt x="2197671" y="2471928"/>
                  </a:moveTo>
                  <a:lnTo>
                    <a:pt x="2143341" y="2471928"/>
                  </a:lnTo>
                  <a:lnTo>
                    <a:pt x="2143341" y="2490038"/>
                  </a:lnTo>
                  <a:lnTo>
                    <a:pt x="2197671" y="2490038"/>
                  </a:lnTo>
                  <a:lnTo>
                    <a:pt x="2197671" y="2471928"/>
                  </a:lnTo>
                  <a:close/>
                </a:path>
                <a:path w="6102984" h="2490470">
                  <a:moveTo>
                    <a:pt x="2288311" y="2471928"/>
                  </a:moveTo>
                  <a:lnTo>
                    <a:pt x="2233980" y="2471928"/>
                  </a:lnTo>
                  <a:lnTo>
                    <a:pt x="2233980" y="2490038"/>
                  </a:lnTo>
                  <a:lnTo>
                    <a:pt x="2288311" y="2490038"/>
                  </a:lnTo>
                  <a:lnTo>
                    <a:pt x="2288311" y="2471928"/>
                  </a:lnTo>
                  <a:close/>
                </a:path>
                <a:path w="6102984" h="2490470">
                  <a:moveTo>
                    <a:pt x="2378964" y="2471928"/>
                  </a:moveTo>
                  <a:lnTo>
                    <a:pt x="2324633" y="2471928"/>
                  </a:lnTo>
                  <a:lnTo>
                    <a:pt x="2324633" y="2490038"/>
                  </a:lnTo>
                  <a:lnTo>
                    <a:pt x="2378964" y="2490038"/>
                  </a:lnTo>
                  <a:lnTo>
                    <a:pt x="2378964" y="2471928"/>
                  </a:lnTo>
                  <a:close/>
                </a:path>
                <a:path w="6102984" h="2490470">
                  <a:moveTo>
                    <a:pt x="2469604" y="2471928"/>
                  </a:moveTo>
                  <a:lnTo>
                    <a:pt x="2415273" y="2471928"/>
                  </a:lnTo>
                  <a:lnTo>
                    <a:pt x="2415273" y="2490038"/>
                  </a:lnTo>
                  <a:lnTo>
                    <a:pt x="2469604" y="2490038"/>
                  </a:lnTo>
                  <a:lnTo>
                    <a:pt x="2469604" y="2471928"/>
                  </a:lnTo>
                  <a:close/>
                </a:path>
                <a:path w="6102984" h="2490470">
                  <a:moveTo>
                    <a:pt x="2560243" y="2471928"/>
                  </a:moveTo>
                  <a:lnTo>
                    <a:pt x="2505913" y="2471928"/>
                  </a:lnTo>
                  <a:lnTo>
                    <a:pt x="2505913" y="2490038"/>
                  </a:lnTo>
                  <a:lnTo>
                    <a:pt x="2560243" y="2490038"/>
                  </a:lnTo>
                  <a:lnTo>
                    <a:pt x="2560243" y="2471928"/>
                  </a:lnTo>
                  <a:close/>
                </a:path>
                <a:path w="6102984" h="2490470">
                  <a:moveTo>
                    <a:pt x="2650883" y="2471928"/>
                  </a:moveTo>
                  <a:lnTo>
                    <a:pt x="2596565" y="2471928"/>
                  </a:lnTo>
                  <a:lnTo>
                    <a:pt x="2596565" y="2490038"/>
                  </a:lnTo>
                  <a:lnTo>
                    <a:pt x="2650883" y="2490038"/>
                  </a:lnTo>
                  <a:lnTo>
                    <a:pt x="2650883" y="2471928"/>
                  </a:lnTo>
                  <a:close/>
                </a:path>
                <a:path w="6102984" h="2490470">
                  <a:moveTo>
                    <a:pt x="2741536" y="2471928"/>
                  </a:moveTo>
                  <a:lnTo>
                    <a:pt x="2687205" y="2471928"/>
                  </a:lnTo>
                  <a:lnTo>
                    <a:pt x="2687205" y="2490038"/>
                  </a:lnTo>
                  <a:lnTo>
                    <a:pt x="2741536" y="2490038"/>
                  </a:lnTo>
                  <a:lnTo>
                    <a:pt x="2741536" y="2471928"/>
                  </a:lnTo>
                  <a:close/>
                </a:path>
                <a:path w="6102984" h="2490470">
                  <a:moveTo>
                    <a:pt x="2832176" y="2471928"/>
                  </a:moveTo>
                  <a:lnTo>
                    <a:pt x="2777845" y="2471928"/>
                  </a:lnTo>
                  <a:lnTo>
                    <a:pt x="2777845" y="2490038"/>
                  </a:lnTo>
                  <a:lnTo>
                    <a:pt x="2832176" y="2490038"/>
                  </a:lnTo>
                  <a:lnTo>
                    <a:pt x="2832176" y="2471928"/>
                  </a:lnTo>
                  <a:close/>
                </a:path>
                <a:path w="6102984" h="2490470">
                  <a:moveTo>
                    <a:pt x="2922816" y="2471928"/>
                  </a:moveTo>
                  <a:lnTo>
                    <a:pt x="2868485" y="2471928"/>
                  </a:lnTo>
                  <a:lnTo>
                    <a:pt x="2868485" y="2490038"/>
                  </a:lnTo>
                  <a:lnTo>
                    <a:pt x="2922816" y="2490038"/>
                  </a:lnTo>
                  <a:lnTo>
                    <a:pt x="2922816" y="2471928"/>
                  </a:lnTo>
                  <a:close/>
                </a:path>
                <a:path w="6102984" h="2490470">
                  <a:moveTo>
                    <a:pt x="3013468" y="2471928"/>
                  </a:moveTo>
                  <a:lnTo>
                    <a:pt x="2959138" y="2471928"/>
                  </a:lnTo>
                  <a:lnTo>
                    <a:pt x="2959138" y="2490038"/>
                  </a:lnTo>
                  <a:lnTo>
                    <a:pt x="3013468" y="2490038"/>
                  </a:lnTo>
                  <a:lnTo>
                    <a:pt x="3013468" y="2471928"/>
                  </a:lnTo>
                  <a:close/>
                </a:path>
                <a:path w="6102984" h="2490470">
                  <a:moveTo>
                    <a:pt x="3104108" y="2471928"/>
                  </a:moveTo>
                  <a:lnTo>
                    <a:pt x="3049778" y="2471928"/>
                  </a:lnTo>
                  <a:lnTo>
                    <a:pt x="3049778" y="2490038"/>
                  </a:lnTo>
                  <a:lnTo>
                    <a:pt x="3104108" y="2490038"/>
                  </a:lnTo>
                  <a:lnTo>
                    <a:pt x="3104108" y="2471928"/>
                  </a:lnTo>
                  <a:close/>
                </a:path>
                <a:path w="6102984" h="2490470">
                  <a:moveTo>
                    <a:pt x="3194748" y="2471928"/>
                  </a:moveTo>
                  <a:lnTo>
                    <a:pt x="3140418" y="2471928"/>
                  </a:lnTo>
                  <a:lnTo>
                    <a:pt x="3140418" y="2490038"/>
                  </a:lnTo>
                  <a:lnTo>
                    <a:pt x="3194748" y="2490038"/>
                  </a:lnTo>
                  <a:lnTo>
                    <a:pt x="3194748" y="2471928"/>
                  </a:lnTo>
                  <a:close/>
                </a:path>
                <a:path w="6102984" h="2490470">
                  <a:moveTo>
                    <a:pt x="3285388" y="2471928"/>
                  </a:moveTo>
                  <a:lnTo>
                    <a:pt x="3231070" y="2471928"/>
                  </a:lnTo>
                  <a:lnTo>
                    <a:pt x="3231070" y="2490038"/>
                  </a:lnTo>
                  <a:lnTo>
                    <a:pt x="3285388" y="2490038"/>
                  </a:lnTo>
                  <a:lnTo>
                    <a:pt x="3285388" y="2471928"/>
                  </a:lnTo>
                  <a:close/>
                </a:path>
                <a:path w="6102984" h="2490470">
                  <a:moveTo>
                    <a:pt x="3376041" y="2471928"/>
                  </a:moveTo>
                  <a:lnTo>
                    <a:pt x="3321710" y="2471928"/>
                  </a:lnTo>
                  <a:lnTo>
                    <a:pt x="3321710" y="2490038"/>
                  </a:lnTo>
                  <a:lnTo>
                    <a:pt x="3376041" y="2490038"/>
                  </a:lnTo>
                  <a:lnTo>
                    <a:pt x="3376041" y="2471928"/>
                  </a:lnTo>
                  <a:close/>
                </a:path>
                <a:path w="6102984" h="2490470">
                  <a:moveTo>
                    <a:pt x="3466681" y="2471928"/>
                  </a:moveTo>
                  <a:lnTo>
                    <a:pt x="3412350" y="2471928"/>
                  </a:lnTo>
                  <a:lnTo>
                    <a:pt x="3412350" y="2490038"/>
                  </a:lnTo>
                  <a:lnTo>
                    <a:pt x="3466681" y="2490038"/>
                  </a:lnTo>
                  <a:lnTo>
                    <a:pt x="3466681" y="2471928"/>
                  </a:lnTo>
                  <a:close/>
                </a:path>
                <a:path w="6102984" h="2490470">
                  <a:moveTo>
                    <a:pt x="3557320" y="2471928"/>
                  </a:moveTo>
                  <a:lnTo>
                    <a:pt x="3502990" y="2471928"/>
                  </a:lnTo>
                  <a:lnTo>
                    <a:pt x="3502990" y="2490038"/>
                  </a:lnTo>
                  <a:lnTo>
                    <a:pt x="3557320" y="2490038"/>
                  </a:lnTo>
                  <a:lnTo>
                    <a:pt x="3557320" y="2471928"/>
                  </a:lnTo>
                  <a:close/>
                </a:path>
                <a:path w="6102984" h="2490470">
                  <a:moveTo>
                    <a:pt x="3647960" y="2471928"/>
                  </a:moveTo>
                  <a:lnTo>
                    <a:pt x="3593642" y="2471928"/>
                  </a:lnTo>
                  <a:lnTo>
                    <a:pt x="3593642" y="2490038"/>
                  </a:lnTo>
                  <a:lnTo>
                    <a:pt x="3647960" y="2490038"/>
                  </a:lnTo>
                  <a:lnTo>
                    <a:pt x="3647960" y="2471928"/>
                  </a:lnTo>
                  <a:close/>
                </a:path>
                <a:path w="6102984" h="2490470">
                  <a:moveTo>
                    <a:pt x="3738613" y="2471928"/>
                  </a:moveTo>
                  <a:lnTo>
                    <a:pt x="3684282" y="2471928"/>
                  </a:lnTo>
                  <a:lnTo>
                    <a:pt x="3684282" y="2490038"/>
                  </a:lnTo>
                  <a:lnTo>
                    <a:pt x="3738613" y="2490038"/>
                  </a:lnTo>
                  <a:lnTo>
                    <a:pt x="3738613" y="2471928"/>
                  </a:lnTo>
                  <a:close/>
                </a:path>
                <a:path w="6102984" h="2490470">
                  <a:moveTo>
                    <a:pt x="3829253" y="2471928"/>
                  </a:moveTo>
                  <a:lnTo>
                    <a:pt x="3774922" y="2471928"/>
                  </a:lnTo>
                  <a:lnTo>
                    <a:pt x="3774922" y="2490038"/>
                  </a:lnTo>
                  <a:lnTo>
                    <a:pt x="3829253" y="2490038"/>
                  </a:lnTo>
                  <a:lnTo>
                    <a:pt x="3829253" y="2471928"/>
                  </a:lnTo>
                  <a:close/>
                </a:path>
                <a:path w="6102984" h="2490470">
                  <a:moveTo>
                    <a:pt x="3919893" y="2471928"/>
                  </a:moveTo>
                  <a:lnTo>
                    <a:pt x="3865562" y="2471928"/>
                  </a:lnTo>
                  <a:lnTo>
                    <a:pt x="3865562" y="2490038"/>
                  </a:lnTo>
                  <a:lnTo>
                    <a:pt x="3919893" y="2490038"/>
                  </a:lnTo>
                  <a:lnTo>
                    <a:pt x="3919893" y="2471928"/>
                  </a:lnTo>
                  <a:close/>
                </a:path>
                <a:path w="6102984" h="2490470">
                  <a:moveTo>
                    <a:pt x="4010545" y="2471928"/>
                  </a:moveTo>
                  <a:lnTo>
                    <a:pt x="3956215" y="2471928"/>
                  </a:lnTo>
                  <a:lnTo>
                    <a:pt x="3956215" y="2490038"/>
                  </a:lnTo>
                  <a:lnTo>
                    <a:pt x="4010545" y="2490038"/>
                  </a:lnTo>
                  <a:lnTo>
                    <a:pt x="4010545" y="2471928"/>
                  </a:lnTo>
                  <a:close/>
                </a:path>
                <a:path w="6102984" h="2490470">
                  <a:moveTo>
                    <a:pt x="4101185" y="2471928"/>
                  </a:moveTo>
                  <a:lnTo>
                    <a:pt x="4046855" y="2471928"/>
                  </a:lnTo>
                  <a:lnTo>
                    <a:pt x="4046855" y="2490038"/>
                  </a:lnTo>
                  <a:lnTo>
                    <a:pt x="4101185" y="2490038"/>
                  </a:lnTo>
                  <a:lnTo>
                    <a:pt x="4101185" y="2471928"/>
                  </a:lnTo>
                  <a:close/>
                </a:path>
                <a:path w="6102984" h="2490470">
                  <a:moveTo>
                    <a:pt x="4191825" y="2471928"/>
                  </a:moveTo>
                  <a:lnTo>
                    <a:pt x="4137495" y="2471928"/>
                  </a:lnTo>
                  <a:lnTo>
                    <a:pt x="4137495" y="2490038"/>
                  </a:lnTo>
                  <a:lnTo>
                    <a:pt x="4191825" y="2490038"/>
                  </a:lnTo>
                  <a:lnTo>
                    <a:pt x="4191825" y="2471928"/>
                  </a:lnTo>
                  <a:close/>
                </a:path>
                <a:path w="6102984" h="2490470">
                  <a:moveTo>
                    <a:pt x="4282465" y="2471928"/>
                  </a:moveTo>
                  <a:lnTo>
                    <a:pt x="4228147" y="2471928"/>
                  </a:lnTo>
                  <a:lnTo>
                    <a:pt x="4228147" y="2490038"/>
                  </a:lnTo>
                  <a:lnTo>
                    <a:pt x="4282465" y="2490038"/>
                  </a:lnTo>
                  <a:lnTo>
                    <a:pt x="4282465" y="2471928"/>
                  </a:lnTo>
                  <a:close/>
                </a:path>
                <a:path w="6102984" h="2490470">
                  <a:moveTo>
                    <a:pt x="4373118" y="2471928"/>
                  </a:moveTo>
                  <a:lnTo>
                    <a:pt x="4318787" y="2471928"/>
                  </a:lnTo>
                  <a:lnTo>
                    <a:pt x="4318787" y="2490038"/>
                  </a:lnTo>
                  <a:lnTo>
                    <a:pt x="4373118" y="2490038"/>
                  </a:lnTo>
                  <a:lnTo>
                    <a:pt x="4373118" y="2471928"/>
                  </a:lnTo>
                  <a:close/>
                </a:path>
                <a:path w="6102984" h="2490470">
                  <a:moveTo>
                    <a:pt x="4463758" y="2471928"/>
                  </a:moveTo>
                  <a:lnTo>
                    <a:pt x="4409427" y="2471928"/>
                  </a:lnTo>
                  <a:lnTo>
                    <a:pt x="4409427" y="2490038"/>
                  </a:lnTo>
                  <a:lnTo>
                    <a:pt x="4463758" y="2490038"/>
                  </a:lnTo>
                  <a:lnTo>
                    <a:pt x="4463758" y="2471928"/>
                  </a:lnTo>
                  <a:close/>
                </a:path>
                <a:path w="6102984" h="2490470">
                  <a:moveTo>
                    <a:pt x="4554398" y="2471928"/>
                  </a:moveTo>
                  <a:lnTo>
                    <a:pt x="4500067" y="2471928"/>
                  </a:lnTo>
                  <a:lnTo>
                    <a:pt x="4500067" y="2490038"/>
                  </a:lnTo>
                  <a:lnTo>
                    <a:pt x="4554398" y="2490038"/>
                  </a:lnTo>
                  <a:lnTo>
                    <a:pt x="4554398" y="2471928"/>
                  </a:lnTo>
                  <a:close/>
                </a:path>
                <a:path w="6102984" h="2490470">
                  <a:moveTo>
                    <a:pt x="4645050" y="2471928"/>
                  </a:moveTo>
                  <a:lnTo>
                    <a:pt x="4590720" y="2471928"/>
                  </a:lnTo>
                  <a:lnTo>
                    <a:pt x="4590720" y="2490038"/>
                  </a:lnTo>
                  <a:lnTo>
                    <a:pt x="4645050" y="2490038"/>
                  </a:lnTo>
                  <a:lnTo>
                    <a:pt x="4645050" y="2471928"/>
                  </a:lnTo>
                  <a:close/>
                </a:path>
                <a:path w="6102984" h="2490470">
                  <a:moveTo>
                    <a:pt x="4735690" y="2471928"/>
                  </a:moveTo>
                  <a:lnTo>
                    <a:pt x="4681359" y="2471928"/>
                  </a:lnTo>
                  <a:lnTo>
                    <a:pt x="4681359" y="2490038"/>
                  </a:lnTo>
                  <a:lnTo>
                    <a:pt x="4735690" y="2490038"/>
                  </a:lnTo>
                  <a:lnTo>
                    <a:pt x="4735690" y="2471928"/>
                  </a:lnTo>
                  <a:close/>
                </a:path>
                <a:path w="6102984" h="2490470">
                  <a:moveTo>
                    <a:pt x="4826330" y="2471928"/>
                  </a:moveTo>
                  <a:lnTo>
                    <a:pt x="4771999" y="2471928"/>
                  </a:lnTo>
                  <a:lnTo>
                    <a:pt x="4771999" y="2490038"/>
                  </a:lnTo>
                  <a:lnTo>
                    <a:pt x="4826330" y="2490038"/>
                  </a:lnTo>
                  <a:lnTo>
                    <a:pt x="4826330" y="2471928"/>
                  </a:lnTo>
                  <a:close/>
                </a:path>
                <a:path w="6102984" h="2490470">
                  <a:moveTo>
                    <a:pt x="4916970" y="2471928"/>
                  </a:moveTo>
                  <a:lnTo>
                    <a:pt x="4862652" y="2471928"/>
                  </a:lnTo>
                  <a:lnTo>
                    <a:pt x="4862652" y="2490038"/>
                  </a:lnTo>
                  <a:lnTo>
                    <a:pt x="4916970" y="2490038"/>
                  </a:lnTo>
                  <a:lnTo>
                    <a:pt x="4916970" y="2471928"/>
                  </a:lnTo>
                  <a:close/>
                </a:path>
                <a:path w="6102984" h="2490470">
                  <a:moveTo>
                    <a:pt x="5007622" y="2471928"/>
                  </a:moveTo>
                  <a:lnTo>
                    <a:pt x="4953292" y="2471928"/>
                  </a:lnTo>
                  <a:lnTo>
                    <a:pt x="4953292" y="2490038"/>
                  </a:lnTo>
                  <a:lnTo>
                    <a:pt x="5007622" y="2490038"/>
                  </a:lnTo>
                  <a:lnTo>
                    <a:pt x="5007622" y="2471928"/>
                  </a:lnTo>
                  <a:close/>
                </a:path>
                <a:path w="6102984" h="2490470">
                  <a:moveTo>
                    <a:pt x="5098262" y="2471928"/>
                  </a:moveTo>
                  <a:lnTo>
                    <a:pt x="5043932" y="2471928"/>
                  </a:lnTo>
                  <a:lnTo>
                    <a:pt x="5043932" y="2490038"/>
                  </a:lnTo>
                  <a:lnTo>
                    <a:pt x="5098262" y="2490038"/>
                  </a:lnTo>
                  <a:lnTo>
                    <a:pt x="5098262" y="2471928"/>
                  </a:lnTo>
                  <a:close/>
                </a:path>
                <a:path w="6102984" h="2490470">
                  <a:moveTo>
                    <a:pt x="5188902" y="2471928"/>
                  </a:moveTo>
                  <a:lnTo>
                    <a:pt x="5134572" y="2471928"/>
                  </a:lnTo>
                  <a:lnTo>
                    <a:pt x="5134572" y="2490038"/>
                  </a:lnTo>
                  <a:lnTo>
                    <a:pt x="5188902" y="2490038"/>
                  </a:lnTo>
                  <a:lnTo>
                    <a:pt x="5188902" y="2471928"/>
                  </a:lnTo>
                  <a:close/>
                </a:path>
                <a:path w="6102984" h="2490470">
                  <a:moveTo>
                    <a:pt x="5279555" y="2471928"/>
                  </a:moveTo>
                  <a:lnTo>
                    <a:pt x="5225224" y="2471928"/>
                  </a:lnTo>
                  <a:lnTo>
                    <a:pt x="5225224" y="2490038"/>
                  </a:lnTo>
                  <a:lnTo>
                    <a:pt x="5279555" y="2490038"/>
                  </a:lnTo>
                  <a:lnTo>
                    <a:pt x="5279555" y="2471928"/>
                  </a:lnTo>
                  <a:close/>
                </a:path>
                <a:path w="6102984" h="2490470">
                  <a:moveTo>
                    <a:pt x="5370195" y="2471928"/>
                  </a:moveTo>
                  <a:lnTo>
                    <a:pt x="5315864" y="2471928"/>
                  </a:lnTo>
                  <a:lnTo>
                    <a:pt x="5315864" y="2490038"/>
                  </a:lnTo>
                  <a:lnTo>
                    <a:pt x="5370195" y="2490038"/>
                  </a:lnTo>
                  <a:lnTo>
                    <a:pt x="5370195" y="2471928"/>
                  </a:lnTo>
                  <a:close/>
                </a:path>
                <a:path w="6102984" h="2490470">
                  <a:moveTo>
                    <a:pt x="5460835" y="2471928"/>
                  </a:moveTo>
                  <a:lnTo>
                    <a:pt x="5406504" y="2471928"/>
                  </a:lnTo>
                  <a:lnTo>
                    <a:pt x="5406504" y="2490038"/>
                  </a:lnTo>
                  <a:lnTo>
                    <a:pt x="5460835" y="2490038"/>
                  </a:lnTo>
                  <a:lnTo>
                    <a:pt x="5460835" y="2471928"/>
                  </a:lnTo>
                  <a:close/>
                </a:path>
                <a:path w="6102984" h="2490470">
                  <a:moveTo>
                    <a:pt x="5551475" y="2471928"/>
                  </a:moveTo>
                  <a:lnTo>
                    <a:pt x="5497157" y="2471928"/>
                  </a:lnTo>
                  <a:lnTo>
                    <a:pt x="5497157" y="2490038"/>
                  </a:lnTo>
                  <a:lnTo>
                    <a:pt x="5551475" y="2490038"/>
                  </a:lnTo>
                  <a:lnTo>
                    <a:pt x="5551475" y="2471928"/>
                  </a:lnTo>
                  <a:close/>
                </a:path>
                <a:path w="6102984" h="2490470">
                  <a:moveTo>
                    <a:pt x="5642127" y="2471928"/>
                  </a:moveTo>
                  <a:lnTo>
                    <a:pt x="5587797" y="2471928"/>
                  </a:lnTo>
                  <a:lnTo>
                    <a:pt x="5587797" y="2490038"/>
                  </a:lnTo>
                  <a:lnTo>
                    <a:pt x="5642127" y="2490038"/>
                  </a:lnTo>
                  <a:lnTo>
                    <a:pt x="5642127" y="2471928"/>
                  </a:lnTo>
                  <a:close/>
                </a:path>
                <a:path w="6102984" h="2490470">
                  <a:moveTo>
                    <a:pt x="5732767" y="2471928"/>
                  </a:moveTo>
                  <a:lnTo>
                    <a:pt x="5678436" y="2471928"/>
                  </a:lnTo>
                  <a:lnTo>
                    <a:pt x="5678436" y="2490038"/>
                  </a:lnTo>
                  <a:lnTo>
                    <a:pt x="5732767" y="2490038"/>
                  </a:lnTo>
                  <a:lnTo>
                    <a:pt x="5732767" y="2471928"/>
                  </a:lnTo>
                  <a:close/>
                </a:path>
                <a:path w="6102984" h="2490470">
                  <a:moveTo>
                    <a:pt x="5823407" y="2471928"/>
                  </a:moveTo>
                  <a:lnTo>
                    <a:pt x="5769076" y="2471928"/>
                  </a:lnTo>
                  <a:lnTo>
                    <a:pt x="5769076" y="2490038"/>
                  </a:lnTo>
                  <a:lnTo>
                    <a:pt x="5823407" y="2490038"/>
                  </a:lnTo>
                  <a:lnTo>
                    <a:pt x="5823407" y="2471928"/>
                  </a:lnTo>
                  <a:close/>
                </a:path>
                <a:path w="6102984" h="2490470">
                  <a:moveTo>
                    <a:pt x="5914047" y="2471928"/>
                  </a:moveTo>
                  <a:lnTo>
                    <a:pt x="5859729" y="2471928"/>
                  </a:lnTo>
                  <a:lnTo>
                    <a:pt x="5859729" y="2490038"/>
                  </a:lnTo>
                  <a:lnTo>
                    <a:pt x="5914047" y="2490038"/>
                  </a:lnTo>
                  <a:lnTo>
                    <a:pt x="5914047" y="2471928"/>
                  </a:lnTo>
                  <a:close/>
                </a:path>
                <a:path w="6102984" h="2490470">
                  <a:moveTo>
                    <a:pt x="6005207" y="2489479"/>
                  </a:moveTo>
                  <a:lnTo>
                    <a:pt x="6003366" y="2471470"/>
                  </a:lnTo>
                  <a:lnTo>
                    <a:pt x="6003137" y="2471496"/>
                  </a:lnTo>
                  <a:lnTo>
                    <a:pt x="5994222" y="2471928"/>
                  </a:lnTo>
                  <a:lnTo>
                    <a:pt x="5950369" y="2471928"/>
                  </a:lnTo>
                  <a:lnTo>
                    <a:pt x="5950369" y="2490038"/>
                  </a:lnTo>
                  <a:lnTo>
                    <a:pt x="5994222" y="2490038"/>
                  </a:lnTo>
                  <a:lnTo>
                    <a:pt x="6004928" y="2489517"/>
                  </a:lnTo>
                  <a:lnTo>
                    <a:pt x="6005207" y="2489479"/>
                  </a:lnTo>
                  <a:close/>
                </a:path>
                <a:path w="6102984" h="2490470">
                  <a:moveTo>
                    <a:pt x="6086945" y="2437815"/>
                  </a:moveTo>
                  <a:lnTo>
                    <a:pt x="6071489" y="2428405"/>
                  </a:lnTo>
                  <a:lnTo>
                    <a:pt x="6069520" y="2431694"/>
                  </a:lnTo>
                  <a:lnTo>
                    <a:pt x="6064250" y="2438793"/>
                  </a:lnTo>
                  <a:lnTo>
                    <a:pt x="6058255" y="2445410"/>
                  </a:lnTo>
                  <a:lnTo>
                    <a:pt x="6057773" y="2445842"/>
                  </a:lnTo>
                  <a:lnTo>
                    <a:pt x="6051639" y="2451417"/>
                  </a:lnTo>
                  <a:lnTo>
                    <a:pt x="6044539" y="2456688"/>
                  </a:lnTo>
                  <a:lnTo>
                    <a:pt x="6036945" y="2461222"/>
                  </a:lnTo>
                  <a:lnTo>
                    <a:pt x="6035268" y="2462022"/>
                  </a:lnTo>
                  <a:lnTo>
                    <a:pt x="6043473" y="2478151"/>
                  </a:lnTo>
                  <a:lnTo>
                    <a:pt x="6045492" y="2477198"/>
                  </a:lnTo>
                  <a:lnTo>
                    <a:pt x="6054598" y="2471750"/>
                  </a:lnTo>
                  <a:lnTo>
                    <a:pt x="6063119" y="2465413"/>
                  </a:lnTo>
                  <a:lnTo>
                    <a:pt x="6070574" y="2458643"/>
                  </a:lnTo>
                  <a:lnTo>
                    <a:pt x="6071057" y="2458212"/>
                  </a:lnTo>
                  <a:lnTo>
                    <a:pt x="6078258" y="2450287"/>
                  </a:lnTo>
                  <a:lnTo>
                    <a:pt x="6084582" y="2441765"/>
                  </a:lnTo>
                  <a:lnTo>
                    <a:pt x="6086945" y="2437815"/>
                  </a:lnTo>
                  <a:close/>
                </a:path>
                <a:path w="6102984" h="2490470">
                  <a:moveTo>
                    <a:pt x="6102883" y="2345067"/>
                  </a:moveTo>
                  <a:lnTo>
                    <a:pt x="6084773" y="2345067"/>
                  </a:lnTo>
                  <a:lnTo>
                    <a:pt x="6084773" y="2381389"/>
                  </a:lnTo>
                  <a:lnTo>
                    <a:pt x="6084341" y="2390305"/>
                  </a:lnTo>
                  <a:lnTo>
                    <a:pt x="6083312" y="2397264"/>
                  </a:lnTo>
                  <a:lnTo>
                    <a:pt x="6101131" y="2400439"/>
                  </a:lnTo>
                  <a:lnTo>
                    <a:pt x="6102362" y="2392083"/>
                  </a:lnTo>
                  <a:lnTo>
                    <a:pt x="6102883" y="2381389"/>
                  </a:lnTo>
                  <a:lnTo>
                    <a:pt x="6102883" y="2345067"/>
                  </a:lnTo>
                  <a:close/>
                </a:path>
                <a:path w="6102984" h="2490470">
                  <a:moveTo>
                    <a:pt x="6102883" y="2254427"/>
                  </a:moveTo>
                  <a:lnTo>
                    <a:pt x="6084773" y="2254427"/>
                  </a:lnTo>
                  <a:lnTo>
                    <a:pt x="6084773" y="2308758"/>
                  </a:lnTo>
                  <a:lnTo>
                    <a:pt x="6102883" y="2308758"/>
                  </a:lnTo>
                  <a:lnTo>
                    <a:pt x="6102883" y="2254427"/>
                  </a:lnTo>
                  <a:close/>
                </a:path>
                <a:path w="6102984" h="2490470">
                  <a:moveTo>
                    <a:pt x="6102883" y="2163788"/>
                  </a:moveTo>
                  <a:lnTo>
                    <a:pt x="6084773" y="2163788"/>
                  </a:lnTo>
                  <a:lnTo>
                    <a:pt x="6084773" y="2218105"/>
                  </a:lnTo>
                  <a:lnTo>
                    <a:pt x="6102883" y="2218105"/>
                  </a:lnTo>
                  <a:lnTo>
                    <a:pt x="6102883" y="2163788"/>
                  </a:lnTo>
                  <a:close/>
                </a:path>
                <a:path w="6102984" h="2490470">
                  <a:moveTo>
                    <a:pt x="6102883" y="2073135"/>
                  </a:moveTo>
                  <a:lnTo>
                    <a:pt x="6084773" y="2073135"/>
                  </a:lnTo>
                  <a:lnTo>
                    <a:pt x="6084773" y="2127466"/>
                  </a:lnTo>
                  <a:lnTo>
                    <a:pt x="6102883" y="2127466"/>
                  </a:lnTo>
                  <a:lnTo>
                    <a:pt x="6102883" y="2073135"/>
                  </a:lnTo>
                  <a:close/>
                </a:path>
                <a:path w="6102984" h="2490470">
                  <a:moveTo>
                    <a:pt x="6102883" y="1982495"/>
                  </a:moveTo>
                  <a:lnTo>
                    <a:pt x="6084773" y="1982495"/>
                  </a:lnTo>
                  <a:lnTo>
                    <a:pt x="6084773" y="2036826"/>
                  </a:lnTo>
                  <a:lnTo>
                    <a:pt x="6102883" y="2036826"/>
                  </a:lnTo>
                  <a:lnTo>
                    <a:pt x="6102883" y="1982495"/>
                  </a:lnTo>
                  <a:close/>
                </a:path>
                <a:path w="6102984" h="2490470">
                  <a:moveTo>
                    <a:pt x="6102883" y="1891855"/>
                  </a:moveTo>
                  <a:lnTo>
                    <a:pt x="6084773" y="1891855"/>
                  </a:lnTo>
                  <a:lnTo>
                    <a:pt x="6084773" y="1946173"/>
                  </a:lnTo>
                  <a:lnTo>
                    <a:pt x="6102883" y="1946173"/>
                  </a:lnTo>
                  <a:lnTo>
                    <a:pt x="6102883" y="1891855"/>
                  </a:lnTo>
                  <a:close/>
                </a:path>
                <a:path w="6102984" h="2490470">
                  <a:moveTo>
                    <a:pt x="6102883" y="1801202"/>
                  </a:moveTo>
                  <a:lnTo>
                    <a:pt x="6084773" y="1801202"/>
                  </a:lnTo>
                  <a:lnTo>
                    <a:pt x="6084773" y="1855533"/>
                  </a:lnTo>
                  <a:lnTo>
                    <a:pt x="6102883" y="1855533"/>
                  </a:lnTo>
                  <a:lnTo>
                    <a:pt x="6102883" y="1801202"/>
                  </a:lnTo>
                  <a:close/>
                </a:path>
                <a:path w="6102984" h="2490470">
                  <a:moveTo>
                    <a:pt x="6102883" y="1710563"/>
                  </a:moveTo>
                  <a:lnTo>
                    <a:pt x="6084773" y="1710563"/>
                  </a:lnTo>
                  <a:lnTo>
                    <a:pt x="6084773" y="1764893"/>
                  </a:lnTo>
                  <a:lnTo>
                    <a:pt x="6102883" y="1764893"/>
                  </a:lnTo>
                  <a:lnTo>
                    <a:pt x="6102883" y="1710563"/>
                  </a:lnTo>
                  <a:close/>
                </a:path>
                <a:path w="6102984" h="2490470">
                  <a:moveTo>
                    <a:pt x="6102883" y="1619923"/>
                  </a:moveTo>
                  <a:lnTo>
                    <a:pt x="6084773" y="1619923"/>
                  </a:lnTo>
                  <a:lnTo>
                    <a:pt x="6084773" y="1674253"/>
                  </a:lnTo>
                  <a:lnTo>
                    <a:pt x="6102883" y="1674253"/>
                  </a:lnTo>
                  <a:lnTo>
                    <a:pt x="6102883" y="1619923"/>
                  </a:lnTo>
                  <a:close/>
                </a:path>
                <a:path w="6102984" h="2490470">
                  <a:moveTo>
                    <a:pt x="6102883" y="1529283"/>
                  </a:moveTo>
                  <a:lnTo>
                    <a:pt x="6084773" y="1529283"/>
                  </a:lnTo>
                  <a:lnTo>
                    <a:pt x="6084773" y="1583601"/>
                  </a:lnTo>
                  <a:lnTo>
                    <a:pt x="6102883" y="1583601"/>
                  </a:lnTo>
                  <a:lnTo>
                    <a:pt x="6102883" y="1529283"/>
                  </a:lnTo>
                  <a:close/>
                </a:path>
                <a:path w="6102984" h="2490470">
                  <a:moveTo>
                    <a:pt x="6102883" y="1438630"/>
                  </a:moveTo>
                  <a:lnTo>
                    <a:pt x="6084773" y="1438630"/>
                  </a:lnTo>
                  <a:lnTo>
                    <a:pt x="6084773" y="1492961"/>
                  </a:lnTo>
                  <a:lnTo>
                    <a:pt x="6102883" y="1492961"/>
                  </a:lnTo>
                  <a:lnTo>
                    <a:pt x="6102883" y="1438630"/>
                  </a:lnTo>
                  <a:close/>
                </a:path>
                <a:path w="6102984" h="2490470">
                  <a:moveTo>
                    <a:pt x="6102883" y="1347990"/>
                  </a:moveTo>
                  <a:lnTo>
                    <a:pt x="6084773" y="1347990"/>
                  </a:lnTo>
                  <a:lnTo>
                    <a:pt x="6084773" y="1402321"/>
                  </a:lnTo>
                  <a:lnTo>
                    <a:pt x="6102883" y="1402321"/>
                  </a:lnTo>
                  <a:lnTo>
                    <a:pt x="6102883" y="1347990"/>
                  </a:lnTo>
                  <a:close/>
                </a:path>
                <a:path w="6102984" h="2490470">
                  <a:moveTo>
                    <a:pt x="6102883" y="1257350"/>
                  </a:moveTo>
                  <a:lnTo>
                    <a:pt x="6084773" y="1257350"/>
                  </a:lnTo>
                  <a:lnTo>
                    <a:pt x="6084773" y="1311681"/>
                  </a:lnTo>
                  <a:lnTo>
                    <a:pt x="6102883" y="1311681"/>
                  </a:lnTo>
                  <a:lnTo>
                    <a:pt x="6102883" y="1257350"/>
                  </a:lnTo>
                  <a:close/>
                </a:path>
                <a:path w="6102984" h="2490470">
                  <a:moveTo>
                    <a:pt x="6102883" y="1166710"/>
                  </a:moveTo>
                  <a:lnTo>
                    <a:pt x="6084773" y="1166710"/>
                  </a:lnTo>
                  <a:lnTo>
                    <a:pt x="6084773" y="1221028"/>
                  </a:lnTo>
                  <a:lnTo>
                    <a:pt x="6102883" y="1221028"/>
                  </a:lnTo>
                  <a:lnTo>
                    <a:pt x="6102883" y="1166710"/>
                  </a:lnTo>
                  <a:close/>
                </a:path>
                <a:path w="6102984" h="2490470">
                  <a:moveTo>
                    <a:pt x="6102883" y="1076058"/>
                  </a:moveTo>
                  <a:lnTo>
                    <a:pt x="6084773" y="1076058"/>
                  </a:lnTo>
                  <a:lnTo>
                    <a:pt x="6084773" y="1130388"/>
                  </a:lnTo>
                  <a:lnTo>
                    <a:pt x="6102883" y="1130388"/>
                  </a:lnTo>
                  <a:lnTo>
                    <a:pt x="6102883" y="1076058"/>
                  </a:lnTo>
                  <a:close/>
                </a:path>
                <a:path w="6102984" h="2490470">
                  <a:moveTo>
                    <a:pt x="6102883" y="985418"/>
                  </a:moveTo>
                  <a:lnTo>
                    <a:pt x="6084773" y="985418"/>
                  </a:lnTo>
                  <a:lnTo>
                    <a:pt x="6084773" y="1039749"/>
                  </a:lnTo>
                  <a:lnTo>
                    <a:pt x="6102883" y="1039749"/>
                  </a:lnTo>
                  <a:lnTo>
                    <a:pt x="6102883" y="985418"/>
                  </a:lnTo>
                  <a:close/>
                </a:path>
                <a:path w="6102984" h="2490470">
                  <a:moveTo>
                    <a:pt x="6102883" y="894778"/>
                  </a:moveTo>
                  <a:lnTo>
                    <a:pt x="6084773" y="894778"/>
                  </a:lnTo>
                  <a:lnTo>
                    <a:pt x="6084773" y="949096"/>
                  </a:lnTo>
                  <a:lnTo>
                    <a:pt x="6102883" y="949096"/>
                  </a:lnTo>
                  <a:lnTo>
                    <a:pt x="6102883" y="894778"/>
                  </a:lnTo>
                  <a:close/>
                </a:path>
                <a:path w="6102984" h="2490470">
                  <a:moveTo>
                    <a:pt x="6102883" y="804125"/>
                  </a:moveTo>
                  <a:lnTo>
                    <a:pt x="6084773" y="804125"/>
                  </a:lnTo>
                  <a:lnTo>
                    <a:pt x="6084773" y="858456"/>
                  </a:lnTo>
                  <a:lnTo>
                    <a:pt x="6102883" y="858456"/>
                  </a:lnTo>
                  <a:lnTo>
                    <a:pt x="6102883" y="804125"/>
                  </a:lnTo>
                  <a:close/>
                </a:path>
                <a:path w="6102984" h="2490470">
                  <a:moveTo>
                    <a:pt x="6102883" y="713486"/>
                  </a:moveTo>
                  <a:lnTo>
                    <a:pt x="6084773" y="713486"/>
                  </a:lnTo>
                  <a:lnTo>
                    <a:pt x="6084773" y="767816"/>
                  </a:lnTo>
                  <a:lnTo>
                    <a:pt x="6102883" y="767816"/>
                  </a:lnTo>
                  <a:lnTo>
                    <a:pt x="6102883" y="713486"/>
                  </a:lnTo>
                  <a:close/>
                </a:path>
                <a:path w="6102984" h="2490470">
                  <a:moveTo>
                    <a:pt x="6102883" y="622846"/>
                  </a:moveTo>
                  <a:lnTo>
                    <a:pt x="6084773" y="622846"/>
                  </a:lnTo>
                  <a:lnTo>
                    <a:pt x="6084773" y="677176"/>
                  </a:lnTo>
                  <a:lnTo>
                    <a:pt x="6102883" y="677176"/>
                  </a:lnTo>
                  <a:lnTo>
                    <a:pt x="6102883" y="622846"/>
                  </a:lnTo>
                  <a:close/>
                </a:path>
                <a:path w="6102984" h="2490470">
                  <a:moveTo>
                    <a:pt x="6102883" y="532206"/>
                  </a:moveTo>
                  <a:lnTo>
                    <a:pt x="6084773" y="532206"/>
                  </a:lnTo>
                  <a:lnTo>
                    <a:pt x="6084773" y="586524"/>
                  </a:lnTo>
                  <a:lnTo>
                    <a:pt x="6102883" y="586524"/>
                  </a:lnTo>
                  <a:lnTo>
                    <a:pt x="6102883" y="532206"/>
                  </a:lnTo>
                  <a:close/>
                </a:path>
                <a:path w="6102984" h="2490470">
                  <a:moveTo>
                    <a:pt x="6102883" y="441553"/>
                  </a:moveTo>
                  <a:lnTo>
                    <a:pt x="6084773" y="441553"/>
                  </a:lnTo>
                  <a:lnTo>
                    <a:pt x="6084773" y="495884"/>
                  </a:lnTo>
                  <a:lnTo>
                    <a:pt x="6102883" y="495884"/>
                  </a:lnTo>
                  <a:lnTo>
                    <a:pt x="6102883" y="441553"/>
                  </a:lnTo>
                  <a:close/>
                </a:path>
                <a:path w="6102984" h="2490470">
                  <a:moveTo>
                    <a:pt x="6102883" y="350913"/>
                  </a:moveTo>
                  <a:lnTo>
                    <a:pt x="6084773" y="350913"/>
                  </a:lnTo>
                  <a:lnTo>
                    <a:pt x="6084773" y="405244"/>
                  </a:lnTo>
                  <a:lnTo>
                    <a:pt x="6102883" y="405244"/>
                  </a:lnTo>
                  <a:lnTo>
                    <a:pt x="6102883" y="350913"/>
                  </a:lnTo>
                  <a:close/>
                </a:path>
                <a:path w="6102984" h="2490470">
                  <a:moveTo>
                    <a:pt x="6102883" y="260273"/>
                  </a:moveTo>
                  <a:lnTo>
                    <a:pt x="6084773" y="260273"/>
                  </a:lnTo>
                  <a:lnTo>
                    <a:pt x="6084773" y="314591"/>
                  </a:lnTo>
                  <a:lnTo>
                    <a:pt x="6102883" y="314591"/>
                  </a:lnTo>
                  <a:lnTo>
                    <a:pt x="6102883" y="260273"/>
                  </a:lnTo>
                  <a:close/>
                </a:path>
                <a:path w="6102984" h="2490470">
                  <a:moveTo>
                    <a:pt x="6102883" y="169621"/>
                  </a:moveTo>
                  <a:lnTo>
                    <a:pt x="6084773" y="169621"/>
                  </a:lnTo>
                  <a:lnTo>
                    <a:pt x="6084773" y="223951"/>
                  </a:lnTo>
                  <a:lnTo>
                    <a:pt x="6102883" y="223951"/>
                  </a:lnTo>
                  <a:lnTo>
                    <a:pt x="6102883" y="169621"/>
                  </a:lnTo>
                  <a:close/>
                </a:path>
                <a:path w="6102984" h="2490470">
                  <a:moveTo>
                    <a:pt x="6102883" y="78981"/>
                  </a:moveTo>
                  <a:lnTo>
                    <a:pt x="6084773" y="78981"/>
                  </a:lnTo>
                  <a:lnTo>
                    <a:pt x="6084773" y="133311"/>
                  </a:lnTo>
                  <a:lnTo>
                    <a:pt x="6102883" y="133311"/>
                  </a:lnTo>
                  <a:lnTo>
                    <a:pt x="6102883" y="78981"/>
                  </a:lnTo>
                  <a:close/>
                </a:path>
                <a:path w="6102984" h="2490470">
                  <a:moveTo>
                    <a:pt x="6102883" y="0"/>
                  </a:moveTo>
                  <a:lnTo>
                    <a:pt x="6093828" y="0"/>
                  </a:lnTo>
                  <a:lnTo>
                    <a:pt x="6084773" y="0"/>
                  </a:lnTo>
                  <a:lnTo>
                    <a:pt x="6084773" y="42672"/>
                  </a:lnTo>
                  <a:lnTo>
                    <a:pt x="6102883" y="42672"/>
                  </a:lnTo>
                  <a:lnTo>
                    <a:pt x="6102883" y="19913"/>
                  </a:lnTo>
                  <a:lnTo>
                    <a:pt x="6102883" y="0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5">
            <a:extLst>
              <a:ext uri="{FF2B5EF4-FFF2-40B4-BE49-F238E27FC236}">
                <a16:creationId xmlns:a16="http://schemas.microsoft.com/office/drawing/2014/main" id="{71F209AE-4637-477E-9341-FE068FCBE423}"/>
              </a:ext>
            </a:extLst>
          </p:cNvPr>
          <p:cNvSpPr txBox="1"/>
          <p:nvPr/>
        </p:nvSpPr>
        <p:spPr>
          <a:xfrm>
            <a:off x="1893570" y="5599762"/>
            <a:ext cx="2766060" cy="169342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1250"/>
              </a:lnSpc>
            </a:pPr>
            <a:r>
              <a:rPr sz="1000" spc="-5" dirty="0" err="1">
                <a:solidFill>
                  <a:srgbClr val="94A2B8"/>
                </a:solidFill>
                <a:latin typeface="SimSun"/>
                <a:cs typeface="SimSun"/>
              </a:rPr>
              <a:t>北區分區技能競賽選手證照片</a:t>
            </a:r>
            <a:endParaRPr sz="1150" dirty="0">
              <a:latin typeface="Noto Sans HK"/>
              <a:cs typeface="Noto Sans HK"/>
            </a:endParaRPr>
          </a:p>
        </p:txBody>
      </p:sp>
      <p:pic>
        <p:nvPicPr>
          <p:cNvPr id="10" name="object 24">
            <a:extLst>
              <a:ext uri="{FF2B5EF4-FFF2-40B4-BE49-F238E27FC236}">
                <a16:creationId xmlns:a16="http://schemas.microsoft.com/office/drawing/2014/main" id="{B099969E-D475-43E3-B208-73FD30539E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8695" y="6608989"/>
            <a:ext cx="2232000" cy="18109"/>
          </a:xfrm>
          <a:prstGeom prst="rect">
            <a:avLst/>
          </a:prstGeom>
        </p:spPr>
      </p:pic>
      <p:grpSp>
        <p:nvGrpSpPr>
          <p:cNvPr id="11" name="object 28">
            <a:extLst>
              <a:ext uri="{FF2B5EF4-FFF2-40B4-BE49-F238E27FC236}">
                <a16:creationId xmlns:a16="http://schemas.microsoft.com/office/drawing/2014/main" id="{FC7A17FA-303A-4614-9FB2-28B714DBA0CA}"/>
              </a:ext>
            </a:extLst>
          </p:cNvPr>
          <p:cNvGrpSpPr/>
          <p:nvPr/>
        </p:nvGrpSpPr>
        <p:grpSpPr>
          <a:xfrm>
            <a:off x="383944" y="7347843"/>
            <a:ext cx="6102985" cy="2055495"/>
            <a:chOff x="733193" y="7741542"/>
            <a:chExt cx="6102985" cy="2055495"/>
          </a:xfrm>
        </p:grpSpPr>
        <p:sp>
          <p:nvSpPr>
            <p:cNvPr id="12" name="object 29">
              <a:extLst>
                <a:ext uri="{FF2B5EF4-FFF2-40B4-BE49-F238E27FC236}">
                  <a16:creationId xmlns:a16="http://schemas.microsoft.com/office/drawing/2014/main" id="{45CDB790-4645-414B-AF71-0B6B5C645893}"/>
                </a:ext>
              </a:extLst>
            </p:cNvPr>
            <p:cNvSpPr/>
            <p:nvPr/>
          </p:nvSpPr>
          <p:spPr>
            <a:xfrm>
              <a:off x="733193" y="7741542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5967059" y="2055417"/>
                  </a:moveTo>
                  <a:lnTo>
                    <a:pt x="135816" y="2055417"/>
                  </a:lnTo>
                  <a:lnTo>
                    <a:pt x="122440" y="2054770"/>
                  </a:lnTo>
                  <a:lnTo>
                    <a:pt x="83844" y="2045077"/>
                  </a:lnTo>
                  <a:lnTo>
                    <a:pt x="49698" y="2024640"/>
                  </a:lnTo>
                  <a:lnTo>
                    <a:pt x="22868" y="1995068"/>
                  </a:lnTo>
                  <a:lnTo>
                    <a:pt x="5815" y="1958963"/>
                  </a:lnTo>
                  <a:lnTo>
                    <a:pt x="0" y="1919602"/>
                  </a:lnTo>
                  <a:lnTo>
                    <a:pt x="0" y="135815"/>
                  </a:lnTo>
                  <a:lnTo>
                    <a:pt x="5815" y="96451"/>
                  </a:lnTo>
                  <a:lnTo>
                    <a:pt x="22868" y="60347"/>
                  </a:lnTo>
                  <a:lnTo>
                    <a:pt x="49698" y="30776"/>
                  </a:lnTo>
                  <a:lnTo>
                    <a:pt x="83844" y="10338"/>
                  </a:lnTo>
                  <a:lnTo>
                    <a:pt x="122440" y="646"/>
                  </a:lnTo>
                  <a:lnTo>
                    <a:pt x="135820" y="0"/>
                  </a:lnTo>
                  <a:lnTo>
                    <a:pt x="5967055" y="0"/>
                  </a:lnTo>
                  <a:lnTo>
                    <a:pt x="6006423" y="5815"/>
                  </a:lnTo>
                  <a:lnTo>
                    <a:pt x="6042527" y="22867"/>
                  </a:lnTo>
                  <a:lnTo>
                    <a:pt x="6072098" y="49697"/>
                  </a:lnTo>
                  <a:lnTo>
                    <a:pt x="6092536" y="83842"/>
                  </a:lnTo>
                  <a:lnTo>
                    <a:pt x="6102229" y="122440"/>
                  </a:lnTo>
                  <a:lnTo>
                    <a:pt x="6102875" y="135815"/>
                  </a:lnTo>
                  <a:lnTo>
                    <a:pt x="6102875" y="1919602"/>
                  </a:lnTo>
                  <a:lnTo>
                    <a:pt x="6097059" y="1958964"/>
                  </a:lnTo>
                  <a:lnTo>
                    <a:pt x="6080006" y="1995068"/>
                  </a:lnTo>
                  <a:lnTo>
                    <a:pt x="6053177" y="2024640"/>
                  </a:lnTo>
                  <a:lnTo>
                    <a:pt x="6019030" y="2045077"/>
                  </a:lnTo>
                  <a:lnTo>
                    <a:pt x="5980434" y="2054770"/>
                  </a:lnTo>
                  <a:lnTo>
                    <a:pt x="5967059" y="205541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3" name="object 30">
              <a:extLst>
                <a:ext uri="{FF2B5EF4-FFF2-40B4-BE49-F238E27FC236}">
                  <a16:creationId xmlns:a16="http://schemas.microsoft.com/office/drawing/2014/main" id="{6281A01D-4A12-4F8C-95A6-6EA463D729FF}"/>
                </a:ext>
              </a:extLst>
            </p:cNvPr>
            <p:cNvSpPr/>
            <p:nvPr/>
          </p:nvSpPr>
          <p:spPr>
            <a:xfrm>
              <a:off x="733183" y="7741551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9055" y="1849234"/>
                  </a:moveTo>
                  <a:lnTo>
                    <a:pt x="0" y="1849234"/>
                  </a:lnTo>
                  <a:lnTo>
                    <a:pt x="0" y="1876399"/>
                  </a:lnTo>
                  <a:lnTo>
                    <a:pt x="9055" y="1876399"/>
                  </a:lnTo>
                  <a:lnTo>
                    <a:pt x="9055" y="1849234"/>
                  </a:lnTo>
                  <a:close/>
                </a:path>
                <a:path w="6102984" h="2055495">
                  <a:moveTo>
                    <a:pt x="9055" y="1803971"/>
                  </a:moveTo>
                  <a:lnTo>
                    <a:pt x="0" y="1803971"/>
                  </a:lnTo>
                  <a:lnTo>
                    <a:pt x="0" y="1831124"/>
                  </a:lnTo>
                  <a:lnTo>
                    <a:pt x="9055" y="1831124"/>
                  </a:lnTo>
                  <a:lnTo>
                    <a:pt x="9055" y="1803971"/>
                  </a:lnTo>
                  <a:close/>
                </a:path>
                <a:path w="6102984" h="2055495">
                  <a:moveTo>
                    <a:pt x="9055" y="1758696"/>
                  </a:moveTo>
                  <a:lnTo>
                    <a:pt x="0" y="1758696"/>
                  </a:lnTo>
                  <a:lnTo>
                    <a:pt x="0" y="1785861"/>
                  </a:lnTo>
                  <a:lnTo>
                    <a:pt x="9055" y="1785861"/>
                  </a:lnTo>
                  <a:lnTo>
                    <a:pt x="9055" y="1758696"/>
                  </a:lnTo>
                  <a:close/>
                </a:path>
                <a:path w="6102984" h="2055495">
                  <a:moveTo>
                    <a:pt x="9055" y="1713420"/>
                  </a:moveTo>
                  <a:lnTo>
                    <a:pt x="0" y="1713420"/>
                  </a:lnTo>
                  <a:lnTo>
                    <a:pt x="0" y="1740585"/>
                  </a:lnTo>
                  <a:lnTo>
                    <a:pt x="9055" y="1740585"/>
                  </a:lnTo>
                  <a:lnTo>
                    <a:pt x="9055" y="1713420"/>
                  </a:lnTo>
                  <a:close/>
                </a:path>
                <a:path w="6102984" h="2055495">
                  <a:moveTo>
                    <a:pt x="9055" y="1668145"/>
                  </a:moveTo>
                  <a:lnTo>
                    <a:pt x="0" y="1668145"/>
                  </a:lnTo>
                  <a:lnTo>
                    <a:pt x="0" y="1695310"/>
                  </a:lnTo>
                  <a:lnTo>
                    <a:pt x="9055" y="1695310"/>
                  </a:lnTo>
                  <a:lnTo>
                    <a:pt x="9055" y="1668145"/>
                  </a:lnTo>
                  <a:close/>
                </a:path>
                <a:path w="6102984" h="2055495">
                  <a:moveTo>
                    <a:pt x="9055" y="1622869"/>
                  </a:moveTo>
                  <a:lnTo>
                    <a:pt x="0" y="1622869"/>
                  </a:lnTo>
                  <a:lnTo>
                    <a:pt x="0" y="1650034"/>
                  </a:lnTo>
                  <a:lnTo>
                    <a:pt x="9055" y="1650034"/>
                  </a:lnTo>
                  <a:lnTo>
                    <a:pt x="9055" y="1622869"/>
                  </a:lnTo>
                  <a:close/>
                </a:path>
                <a:path w="6102984" h="2055495">
                  <a:moveTo>
                    <a:pt x="9055" y="1577594"/>
                  </a:moveTo>
                  <a:lnTo>
                    <a:pt x="0" y="1577594"/>
                  </a:lnTo>
                  <a:lnTo>
                    <a:pt x="0" y="1604759"/>
                  </a:lnTo>
                  <a:lnTo>
                    <a:pt x="9055" y="1604759"/>
                  </a:lnTo>
                  <a:lnTo>
                    <a:pt x="9055" y="1577594"/>
                  </a:lnTo>
                  <a:close/>
                </a:path>
                <a:path w="6102984" h="2055495">
                  <a:moveTo>
                    <a:pt x="9055" y="1532318"/>
                  </a:moveTo>
                  <a:lnTo>
                    <a:pt x="0" y="1532318"/>
                  </a:lnTo>
                  <a:lnTo>
                    <a:pt x="0" y="1559483"/>
                  </a:lnTo>
                  <a:lnTo>
                    <a:pt x="9055" y="1559483"/>
                  </a:lnTo>
                  <a:lnTo>
                    <a:pt x="9055" y="1532318"/>
                  </a:lnTo>
                  <a:close/>
                </a:path>
                <a:path w="6102984" h="2055495">
                  <a:moveTo>
                    <a:pt x="9055" y="1487055"/>
                  </a:moveTo>
                  <a:lnTo>
                    <a:pt x="0" y="1487055"/>
                  </a:lnTo>
                  <a:lnTo>
                    <a:pt x="0" y="1514221"/>
                  </a:lnTo>
                  <a:lnTo>
                    <a:pt x="9055" y="1514221"/>
                  </a:lnTo>
                  <a:lnTo>
                    <a:pt x="9055" y="1487055"/>
                  </a:lnTo>
                  <a:close/>
                </a:path>
                <a:path w="6102984" h="2055495">
                  <a:moveTo>
                    <a:pt x="9055" y="1441780"/>
                  </a:moveTo>
                  <a:lnTo>
                    <a:pt x="0" y="1441780"/>
                  </a:lnTo>
                  <a:lnTo>
                    <a:pt x="0" y="1468945"/>
                  </a:lnTo>
                  <a:lnTo>
                    <a:pt x="9055" y="1468945"/>
                  </a:lnTo>
                  <a:lnTo>
                    <a:pt x="9055" y="1441780"/>
                  </a:lnTo>
                  <a:close/>
                </a:path>
                <a:path w="6102984" h="2055495">
                  <a:moveTo>
                    <a:pt x="9055" y="1396504"/>
                  </a:moveTo>
                  <a:lnTo>
                    <a:pt x="0" y="1396504"/>
                  </a:lnTo>
                  <a:lnTo>
                    <a:pt x="0" y="1423670"/>
                  </a:lnTo>
                  <a:lnTo>
                    <a:pt x="9055" y="1423670"/>
                  </a:lnTo>
                  <a:lnTo>
                    <a:pt x="9055" y="1396504"/>
                  </a:lnTo>
                  <a:close/>
                </a:path>
                <a:path w="6102984" h="2055495">
                  <a:moveTo>
                    <a:pt x="9055" y="1351229"/>
                  </a:moveTo>
                  <a:lnTo>
                    <a:pt x="0" y="1351229"/>
                  </a:lnTo>
                  <a:lnTo>
                    <a:pt x="0" y="1378394"/>
                  </a:lnTo>
                  <a:lnTo>
                    <a:pt x="9055" y="1378394"/>
                  </a:lnTo>
                  <a:lnTo>
                    <a:pt x="9055" y="1351229"/>
                  </a:lnTo>
                  <a:close/>
                </a:path>
                <a:path w="6102984" h="2055495">
                  <a:moveTo>
                    <a:pt x="9055" y="1305953"/>
                  </a:moveTo>
                  <a:lnTo>
                    <a:pt x="0" y="1305953"/>
                  </a:lnTo>
                  <a:lnTo>
                    <a:pt x="0" y="1333119"/>
                  </a:lnTo>
                  <a:lnTo>
                    <a:pt x="9055" y="1333119"/>
                  </a:lnTo>
                  <a:lnTo>
                    <a:pt x="9055" y="1305953"/>
                  </a:lnTo>
                  <a:close/>
                </a:path>
                <a:path w="6102984" h="2055495">
                  <a:moveTo>
                    <a:pt x="9055" y="1260678"/>
                  </a:moveTo>
                  <a:lnTo>
                    <a:pt x="0" y="1260678"/>
                  </a:lnTo>
                  <a:lnTo>
                    <a:pt x="0" y="1287843"/>
                  </a:lnTo>
                  <a:lnTo>
                    <a:pt x="9055" y="1287843"/>
                  </a:lnTo>
                  <a:lnTo>
                    <a:pt x="9055" y="1260678"/>
                  </a:lnTo>
                  <a:close/>
                </a:path>
                <a:path w="6102984" h="2055495">
                  <a:moveTo>
                    <a:pt x="9055" y="1215415"/>
                  </a:moveTo>
                  <a:lnTo>
                    <a:pt x="0" y="1215415"/>
                  </a:lnTo>
                  <a:lnTo>
                    <a:pt x="0" y="1242568"/>
                  </a:lnTo>
                  <a:lnTo>
                    <a:pt x="9055" y="1242568"/>
                  </a:lnTo>
                  <a:lnTo>
                    <a:pt x="9055" y="1215415"/>
                  </a:lnTo>
                  <a:close/>
                </a:path>
                <a:path w="6102984" h="2055495">
                  <a:moveTo>
                    <a:pt x="9055" y="1170139"/>
                  </a:moveTo>
                  <a:lnTo>
                    <a:pt x="0" y="1170139"/>
                  </a:lnTo>
                  <a:lnTo>
                    <a:pt x="0" y="1197305"/>
                  </a:lnTo>
                  <a:lnTo>
                    <a:pt x="9055" y="1197305"/>
                  </a:lnTo>
                  <a:lnTo>
                    <a:pt x="9055" y="1170139"/>
                  </a:lnTo>
                  <a:close/>
                </a:path>
                <a:path w="6102984" h="2055495">
                  <a:moveTo>
                    <a:pt x="9055" y="1124864"/>
                  </a:moveTo>
                  <a:lnTo>
                    <a:pt x="0" y="1124864"/>
                  </a:lnTo>
                  <a:lnTo>
                    <a:pt x="0" y="1152029"/>
                  </a:lnTo>
                  <a:lnTo>
                    <a:pt x="9055" y="1152029"/>
                  </a:lnTo>
                  <a:lnTo>
                    <a:pt x="9055" y="1124864"/>
                  </a:lnTo>
                  <a:close/>
                </a:path>
                <a:path w="6102984" h="2055495">
                  <a:moveTo>
                    <a:pt x="9055" y="1079588"/>
                  </a:moveTo>
                  <a:lnTo>
                    <a:pt x="0" y="1079588"/>
                  </a:lnTo>
                  <a:lnTo>
                    <a:pt x="0" y="1106754"/>
                  </a:lnTo>
                  <a:lnTo>
                    <a:pt x="9055" y="1106754"/>
                  </a:lnTo>
                  <a:lnTo>
                    <a:pt x="9055" y="1079588"/>
                  </a:lnTo>
                  <a:close/>
                </a:path>
                <a:path w="6102984" h="2055495">
                  <a:moveTo>
                    <a:pt x="9055" y="1034313"/>
                  </a:moveTo>
                  <a:lnTo>
                    <a:pt x="0" y="1034313"/>
                  </a:lnTo>
                  <a:lnTo>
                    <a:pt x="0" y="1061478"/>
                  </a:lnTo>
                  <a:lnTo>
                    <a:pt x="9055" y="1061478"/>
                  </a:lnTo>
                  <a:lnTo>
                    <a:pt x="9055" y="1034313"/>
                  </a:lnTo>
                  <a:close/>
                </a:path>
                <a:path w="6102984" h="2055495">
                  <a:moveTo>
                    <a:pt x="9055" y="989037"/>
                  </a:moveTo>
                  <a:lnTo>
                    <a:pt x="0" y="989037"/>
                  </a:lnTo>
                  <a:lnTo>
                    <a:pt x="0" y="1016203"/>
                  </a:lnTo>
                  <a:lnTo>
                    <a:pt x="9055" y="1016203"/>
                  </a:lnTo>
                  <a:lnTo>
                    <a:pt x="9055" y="989037"/>
                  </a:lnTo>
                  <a:close/>
                </a:path>
                <a:path w="6102984" h="2055495">
                  <a:moveTo>
                    <a:pt x="9055" y="943762"/>
                  </a:moveTo>
                  <a:lnTo>
                    <a:pt x="0" y="943762"/>
                  </a:lnTo>
                  <a:lnTo>
                    <a:pt x="0" y="970927"/>
                  </a:lnTo>
                  <a:lnTo>
                    <a:pt x="9055" y="970927"/>
                  </a:lnTo>
                  <a:lnTo>
                    <a:pt x="9055" y="943762"/>
                  </a:lnTo>
                  <a:close/>
                </a:path>
                <a:path w="6102984" h="2055495">
                  <a:moveTo>
                    <a:pt x="9055" y="898499"/>
                  </a:moveTo>
                  <a:lnTo>
                    <a:pt x="0" y="898499"/>
                  </a:lnTo>
                  <a:lnTo>
                    <a:pt x="0" y="925664"/>
                  </a:lnTo>
                  <a:lnTo>
                    <a:pt x="9055" y="925664"/>
                  </a:lnTo>
                  <a:lnTo>
                    <a:pt x="9055" y="898499"/>
                  </a:lnTo>
                  <a:close/>
                </a:path>
                <a:path w="6102984" h="2055495">
                  <a:moveTo>
                    <a:pt x="9055" y="853224"/>
                  </a:moveTo>
                  <a:lnTo>
                    <a:pt x="0" y="853224"/>
                  </a:lnTo>
                  <a:lnTo>
                    <a:pt x="0" y="880389"/>
                  </a:lnTo>
                  <a:lnTo>
                    <a:pt x="9055" y="880389"/>
                  </a:lnTo>
                  <a:lnTo>
                    <a:pt x="9055" y="853224"/>
                  </a:lnTo>
                  <a:close/>
                </a:path>
                <a:path w="6102984" h="2055495">
                  <a:moveTo>
                    <a:pt x="9055" y="807948"/>
                  </a:moveTo>
                  <a:lnTo>
                    <a:pt x="0" y="807948"/>
                  </a:lnTo>
                  <a:lnTo>
                    <a:pt x="0" y="835113"/>
                  </a:lnTo>
                  <a:lnTo>
                    <a:pt x="9055" y="835113"/>
                  </a:lnTo>
                  <a:lnTo>
                    <a:pt x="9055" y="807948"/>
                  </a:lnTo>
                  <a:close/>
                </a:path>
                <a:path w="6102984" h="2055495">
                  <a:moveTo>
                    <a:pt x="9055" y="762673"/>
                  </a:moveTo>
                  <a:lnTo>
                    <a:pt x="0" y="762673"/>
                  </a:lnTo>
                  <a:lnTo>
                    <a:pt x="0" y="789838"/>
                  </a:lnTo>
                  <a:lnTo>
                    <a:pt x="9055" y="789838"/>
                  </a:lnTo>
                  <a:lnTo>
                    <a:pt x="9055" y="762673"/>
                  </a:lnTo>
                  <a:close/>
                </a:path>
                <a:path w="6102984" h="2055495">
                  <a:moveTo>
                    <a:pt x="9055" y="717397"/>
                  </a:moveTo>
                  <a:lnTo>
                    <a:pt x="0" y="717397"/>
                  </a:lnTo>
                  <a:lnTo>
                    <a:pt x="0" y="744562"/>
                  </a:lnTo>
                  <a:lnTo>
                    <a:pt x="9055" y="744562"/>
                  </a:lnTo>
                  <a:lnTo>
                    <a:pt x="9055" y="717397"/>
                  </a:lnTo>
                  <a:close/>
                </a:path>
                <a:path w="6102984" h="2055495">
                  <a:moveTo>
                    <a:pt x="9055" y="672122"/>
                  </a:moveTo>
                  <a:lnTo>
                    <a:pt x="0" y="672122"/>
                  </a:lnTo>
                  <a:lnTo>
                    <a:pt x="0" y="699287"/>
                  </a:lnTo>
                  <a:lnTo>
                    <a:pt x="9055" y="699287"/>
                  </a:lnTo>
                  <a:lnTo>
                    <a:pt x="9055" y="672122"/>
                  </a:lnTo>
                  <a:close/>
                </a:path>
                <a:path w="6102984" h="2055495">
                  <a:moveTo>
                    <a:pt x="9055" y="626859"/>
                  </a:moveTo>
                  <a:lnTo>
                    <a:pt x="0" y="626859"/>
                  </a:lnTo>
                  <a:lnTo>
                    <a:pt x="0" y="654011"/>
                  </a:lnTo>
                  <a:lnTo>
                    <a:pt x="9055" y="654011"/>
                  </a:lnTo>
                  <a:lnTo>
                    <a:pt x="9055" y="626859"/>
                  </a:lnTo>
                  <a:close/>
                </a:path>
                <a:path w="6102984" h="2055495">
                  <a:moveTo>
                    <a:pt x="9055" y="581583"/>
                  </a:moveTo>
                  <a:lnTo>
                    <a:pt x="0" y="581583"/>
                  </a:lnTo>
                  <a:lnTo>
                    <a:pt x="0" y="608749"/>
                  </a:lnTo>
                  <a:lnTo>
                    <a:pt x="9055" y="608749"/>
                  </a:lnTo>
                  <a:lnTo>
                    <a:pt x="9055" y="581583"/>
                  </a:lnTo>
                  <a:close/>
                </a:path>
                <a:path w="6102984" h="2055495">
                  <a:moveTo>
                    <a:pt x="9055" y="536308"/>
                  </a:moveTo>
                  <a:lnTo>
                    <a:pt x="0" y="536308"/>
                  </a:lnTo>
                  <a:lnTo>
                    <a:pt x="0" y="563473"/>
                  </a:lnTo>
                  <a:lnTo>
                    <a:pt x="9055" y="563473"/>
                  </a:lnTo>
                  <a:lnTo>
                    <a:pt x="9055" y="536308"/>
                  </a:lnTo>
                  <a:close/>
                </a:path>
                <a:path w="6102984" h="2055495">
                  <a:moveTo>
                    <a:pt x="9055" y="491032"/>
                  </a:moveTo>
                  <a:lnTo>
                    <a:pt x="0" y="491032"/>
                  </a:lnTo>
                  <a:lnTo>
                    <a:pt x="0" y="518198"/>
                  </a:lnTo>
                  <a:lnTo>
                    <a:pt x="9055" y="518198"/>
                  </a:lnTo>
                  <a:lnTo>
                    <a:pt x="9055" y="491032"/>
                  </a:lnTo>
                  <a:close/>
                </a:path>
                <a:path w="6102984" h="2055495">
                  <a:moveTo>
                    <a:pt x="9055" y="445757"/>
                  </a:moveTo>
                  <a:lnTo>
                    <a:pt x="0" y="445757"/>
                  </a:lnTo>
                  <a:lnTo>
                    <a:pt x="0" y="472922"/>
                  </a:lnTo>
                  <a:lnTo>
                    <a:pt x="9055" y="472922"/>
                  </a:lnTo>
                  <a:lnTo>
                    <a:pt x="9055" y="445757"/>
                  </a:lnTo>
                  <a:close/>
                </a:path>
                <a:path w="6102984" h="2055495">
                  <a:moveTo>
                    <a:pt x="9055" y="400481"/>
                  </a:moveTo>
                  <a:lnTo>
                    <a:pt x="0" y="400481"/>
                  </a:lnTo>
                  <a:lnTo>
                    <a:pt x="0" y="427647"/>
                  </a:lnTo>
                  <a:lnTo>
                    <a:pt x="9055" y="427647"/>
                  </a:lnTo>
                  <a:lnTo>
                    <a:pt x="9055" y="400481"/>
                  </a:lnTo>
                  <a:close/>
                </a:path>
                <a:path w="6102984" h="2055495">
                  <a:moveTo>
                    <a:pt x="9055" y="355206"/>
                  </a:moveTo>
                  <a:lnTo>
                    <a:pt x="0" y="355206"/>
                  </a:lnTo>
                  <a:lnTo>
                    <a:pt x="0" y="382371"/>
                  </a:lnTo>
                  <a:lnTo>
                    <a:pt x="9055" y="382371"/>
                  </a:lnTo>
                  <a:lnTo>
                    <a:pt x="9055" y="355206"/>
                  </a:lnTo>
                  <a:close/>
                </a:path>
                <a:path w="6102984" h="2055495">
                  <a:moveTo>
                    <a:pt x="9055" y="309943"/>
                  </a:moveTo>
                  <a:lnTo>
                    <a:pt x="0" y="309943"/>
                  </a:lnTo>
                  <a:lnTo>
                    <a:pt x="0" y="337108"/>
                  </a:lnTo>
                  <a:lnTo>
                    <a:pt x="9055" y="337108"/>
                  </a:lnTo>
                  <a:lnTo>
                    <a:pt x="9055" y="309943"/>
                  </a:lnTo>
                  <a:close/>
                </a:path>
                <a:path w="6102984" h="2055495">
                  <a:moveTo>
                    <a:pt x="9055" y="264668"/>
                  </a:moveTo>
                  <a:lnTo>
                    <a:pt x="0" y="264668"/>
                  </a:lnTo>
                  <a:lnTo>
                    <a:pt x="0" y="291833"/>
                  </a:lnTo>
                  <a:lnTo>
                    <a:pt x="9055" y="291833"/>
                  </a:lnTo>
                  <a:lnTo>
                    <a:pt x="9055" y="264668"/>
                  </a:lnTo>
                  <a:close/>
                </a:path>
                <a:path w="6102984" h="2055495">
                  <a:moveTo>
                    <a:pt x="9055" y="219392"/>
                  </a:moveTo>
                  <a:lnTo>
                    <a:pt x="0" y="219392"/>
                  </a:lnTo>
                  <a:lnTo>
                    <a:pt x="0" y="246557"/>
                  </a:lnTo>
                  <a:lnTo>
                    <a:pt x="9055" y="246557"/>
                  </a:lnTo>
                  <a:lnTo>
                    <a:pt x="9055" y="219392"/>
                  </a:lnTo>
                  <a:close/>
                </a:path>
                <a:path w="6102984" h="2055495">
                  <a:moveTo>
                    <a:pt x="9055" y="174117"/>
                  </a:moveTo>
                  <a:lnTo>
                    <a:pt x="0" y="174117"/>
                  </a:lnTo>
                  <a:lnTo>
                    <a:pt x="0" y="201282"/>
                  </a:lnTo>
                  <a:lnTo>
                    <a:pt x="9055" y="201282"/>
                  </a:lnTo>
                  <a:lnTo>
                    <a:pt x="9055" y="174117"/>
                  </a:lnTo>
                  <a:close/>
                </a:path>
                <a:path w="6102984" h="2055495">
                  <a:moveTo>
                    <a:pt x="9144" y="1921433"/>
                  </a:moveTo>
                  <a:lnTo>
                    <a:pt x="9055" y="1894509"/>
                  </a:lnTo>
                  <a:lnTo>
                    <a:pt x="0" y="1894509"/>
                  </a:lnTo>
                  <a:lnTo>
                    <a:pt x="101" y="1921573"/>
                  </a:lnTo>
                  <a:lnTo>
                    <a:pt x="9144" y="1921433"/>
                  </a:lnTo>
                  <a:close/>
                </a:path>
                <a:path w="6102984" h="2055495">
                  <a:moveTo>
                    <a:pt x="9359" y="129628"/>
                  </a:moveTo>
                  <a:lnTo>
                    <a:pt x="317" y="129184"/>
                  </a:lnTo>
                  <a:lnTo>
                    <a:pt x="0" y="135813"/>
                  </a:lnTo>
                  <a:lnTo>
                    <a:pt x="0" y="156006"/>
                  </a:lnTo>
                  <a:lnTo>
                    <a:pt x="9055" y="156006"/>
                  </a:lnTo>
                  <a:lnTo>
                    <a:pt x="9055" y="135813"/>
                  </a:lnTo>
                  <a:lnTo>
                    <a:pt x="9359" y="129628"/>
                  </a:lnTo>
                  <a:close/>
                </a:path>
                <a:path w="6102984" h="2055495">
                  <a:moveTo>
                    <a:pt x="16852" y="1962937"/>
                  </a:moveTo>
                  <a:lnTo>
                    <a:pt x="14490" y="1956333"/>
                  </a:lnTo>
                  <a:lnTo>
                    <a:pt x="11468" y="1944331"/>
                  </a:lnTo>
                  <a:lnTo>
                    <a:pt x="10502" y="1937791"/>
                  </a:lnTo>
                  <a:lnTo>
                    <a:pt x="1549" y="1939099"/>
                  </a:lnTo>
                  <a:lnTo>
                    <a:pt x="2590" y="1946097"/>
                  </a:lnTo>
                  <a:lnTo>
                    <a:pt x="5816" y="1958962"/>
                  </a:lnTo>
                  <a:lnTo>
                    <a:pt x="8356" y="1966036"/>
                  </a:lnTo>
                  <a:lnTo>
                    <a:pt x="16852" y="1962937"/>
                  </a:lnTo>
                  <a:close/>
                </a:path>
                <a:path w="6102984" h="2055495">
                  <a:moveTo>
                    <a:pt x="18453" y="88023"/>
                  </a:moveTo>
                  <a:lnTo>
                    <a:pt x="10071" y="84607"/>
                  </a:lnTo>
                  <a:lnTo>
                    <a:pt x="5816" y="96443"/>
                  </a:lnTo>
                  <a:lnTo>
                    <a:pt x="2590" y="109308"/>
                  </a:lnTo>
                  <a:lnTo>
                    <a:pt x="2273" y="111480"/>
                  </a:lnTo>
                  <a:lnTo>
                    <a:pt x="11176" y="113106"/>
                  </a:lnTo>
                  <a:lnTo>
                    <a:pt x="11468" y="111086"/>
                  </a:lnTo>
                  <a:lnTo>
                    <a:pt x="14490" y="99072"/>
                  </a:lnTo>
                  <a:lnTo>
                    <a:pt x="18453" y="88023"/>
                  </a:lnTo>
                  <a:close/>
                </a:path>
                <a:path w="6102984" h="2055495">
                  <a:moveTo>
                    <a:pt x="37655" y="1999805"/>
                  </a:moveTo>
                  <a:lnTo>
                    <a:pt x="30403" y="1990039"/>
                  </a:lnTo>
                  <a:lnTo>
                    <a:pt x="24041" y="1979409"/>
                  </a:lnTo>
                  <a:lnTo>
                    <a:pt x="23596" y="1978456"/>
                  </a:lnTo>
                  <a:lnTo>
                    <a:pt x="15582" y="1982660"/>
                  </a:lnTo>
                  <a:lnTo>
                    <a:pt x="16052" y="1983689"/>
                  </a:lnTo>
                  <a:lnTo>
                    <a:pt x="22872" y="1995068"/>
                  </a:lnTo>
                  <a:lnTo>
                    <a:pt x="30645" y="2005533"/>
                  </a:lnTo>
                  <a:lnTo>
                    <a:pt x="37655" y="1999805"/>
                  </a:lnTo>
                  <a:close/>
                </a:path>
                <a:path w="6102984" h="2055495">
                  <a:moveTo>
                    <a:pt x="40767" y="52146"/>
                  </a:moveTo>
                  <a:lnTo>
                    <a:pt x="33972" y="46177"/>
                  </a:lnTo>
                  <a:lnTo>
                    <a:pt x="30784" y="49695"/>
                  </a:lnTo>
                  <a:lnTo>
                    <a:pt x="22872" y="60350"/>
                  </a:lnTo>
                  <a:lnTo>
                    <a:pt x="17995" y="68491"/>
                  </a:lnTo>
                  <a:lnTo>
                    <a:pt x="25844" y="72986"/>
                  </a:lnTo>
                  <a:lnTo>
                    <a:pt x="30403" y="65379"/>
                  </a:lnTo>
                  <a:lnTo>
                    <a:pt x="37782" y="55435"/>
                  </a:lnTo>
                  <a:lnTo>
                    <a:pt x="40767" y="52146"/>
                  </a:lnTo>
                  <a:close/>
                </a:path>
                <a:path w="6102984" h="2055495">
                  <a:moveTo>
                    <a:pt x="70002" y="2027783"/>
                  </a:moveTo>
                  <a:lnTo>
                    <a:pt x="65379" y="2025015"/>
                  </a:lnTo>
                  <a:lnTo>
                    <a:pt x="55448" y="2017636"/>
                  </a:lnTo>
                  <a:lnTo>
                    <a:pt x="49542" y="2012276"/>
                  </a:lnTo>
                  <a:lnTo>
                    <a:pt x="43383" y="2018893"/>
                  </a:lnTo>
                  <a:lnTo>
                    <a:pt x="49707" y="2024634"/>
                  </a:lnTo>
                  <a:lnTo>
                    <a:pt x="60350" y="2032546"/>
                  </a:lnTo>
                  <a:lnTo>
                    <a:pt x="65303" y="2035505"/>
                  </a:lnTo>
                  <a:lnTo>
                    <a:pt x="70002" y="2027783"/>
                  </a:lnTo>
                  <a:close/>
                </a:path>
                <a:path w="6102984" h="2055495">
                  <a:moveTo>
                    <a:pt x="73939" y="25273"/>
                  </a:moveTo>
                  <a:lnTo>
                    <a:pt x="69519" y="17386"/>
                  </a:lnTo>
                  <a:lnTo>
                    <a:pt x="60350" y="22860"/>
                  </a:lnTo>
                  <a:lnTo>
                    <a:pt x="49707" y="30772"/>
                  </a:lnTo>
                  <a:lnTo>
                    <a:pt x="47066" y="33159"/>
                  </a:lnTo>
                  <a:lnTo>
                    <a:pt x="52984" y="40005"/>
                  </a:lnTo>
                  <a:lnTo>
                    <a:pt x="55448" y="37782"/>
                  </a:lnTo>
                  <a:lnTo>
                    <a:pt x="65379" y="30391"/>
                  </a:lnTo>
                  <a:lnTo>
                    <a:pt x="73939" y="25273"/>
                  </a:lnTo>
                  <a:close/>
                </a:path>
                <a:path w="6102984" h="2055495">
                  <a:moveTo>
                    <a:pt x="109664" y="2043595"/>
                  </a:moveTo>
                  <a:lnTo>
                    <a:pt x="99085" y="2040928"/>
                  </a:lnTo>
                  <a:lnTo>
                    <a:pt x="87312" y="2036711"/>
                  </a:lnTo>
                  <a:lnTo>
                    <a:pt x="84912" y="2035581"/>
                  </a:lnTo>
                  <a:lnTo>
                    <a:pt x="81280" y="2043861"/>
                  </a:lnTo>
                  <a:lnTo>
                    <a:pt x="83845" y="2045081"/>
                  </a:lnTo>
                  <a:lnTo>
                    <a:pt x="96456" y="2049602"/>
                  </a:lnTo>
                  <a:lnTo>
                    <a:pt x="107797" y="2052447"/>
                  </a:lnTo>
                  <a:lnTo>
                    <a:pt x="109664" y="2043595"/>
                  </a:lnTo>
                  <a:close/>
                </a:path>
                <a:path w="6102984" h="2055495">
                  <a:moveTo>
                    <a:pt x="114198" y="11010"/>
                  </a:moveTo>
                  <a:lnTo>
                    <a:pt x="112649" y="2095"/>
                  </a:lnTo>
                  <a:lnTo>
                    <a:pt x="109321" y="2578"/>
                  </a:lnTo>
                  <a:lnTo>
                    <a:pt x="96456" y="5816"/>
                  </a:lnTo>
                  <a:lnTo>
                    <a:pt x="85699" y="9664"/>
                  </a:lnTo>
                  <a:lnTo>
                    <a:pt x="89039" y="18084"/>
                  </a:lnTo>
                  <a:lnTo>
                    <a:pt x="99085" y="14478"/>
                  </a:lnTo>
                  <a:lnTo>
                    <a:pt x="111086" y="11468"/>
                  </a:lnTo>
                  <a:lnTo>
                    <a:pt x="114198" y="11010"/>
                  </a:lnTo>
                  <a:close/>
                </a:path>
                <a:path w="6102984" h="2055495">
                  <a:moveTo>
                    <a:pt x="152298" y="2046363"/>
                  </a:moveTo>
                  <a:lnTo>
                    <a:pt x="135826" y="2046363"/>
                  </a:lnTo>
                  <a:lnTo>
                    <a:pt x="126288" y="2045893"/>
                  </a:lnTo>
                  <a:lnTo>
                    <a:pt x="125603" y="2054923"/>
                  </a:lnTo>
                  <a:lnTo>
                    <a:pt x="135826" y="2055418"/>
                  </a:lnTo>
                  <a:lnTo>
                    <a:pt x="152298" y="2055418"/>
                  </a:lnTo>
                  <a:lnTo>
                    <a:pt x="152298" y="2046363"/>
                  </a:lnTo>
                  <a:close/>
                </a:path>
                <a:path w="6102984" h="2055495">
                  <a:moveTo>
                    <a:pt x="162991" y="0"/>
                  </a:moveTo>
                  <a:lnTo>
                    <a:pt x="135826" y="0"/>
                  </a:lnTo>
                  <a:lnTo>
                    <a:pt x="130314" y="266"/>
                  </a:lnTo>
                  <a:lnTo>
                    <a:pt x="130683" y="9296"/>
                  </a:lnTo>
                  <a:lnTo>
                    <a:pt x="135826" y="9055"/>
                  </a:lnTo>
                  <a:lnTo>
                    <a:pt x="162991" y="9055"/>
                  </a:lnTo>
                  <a:lnTo>
                    <a:pt x="162991" y="0"/>
                  </a:lnTo>
                  <a:close/>
                </a:path>
                <a:path w="6102984" h="2055495">
                  <a:moveTo>
                    <a:pt x="197573" y="2046363"/>
                  </a:moveTo>
                  <a:lnTo>
                    <a:pt x="170408" y="2046363"/>
                  </a:lnTo>
                  <a:lnTo>
                    <a:pt x="170408" y="2055418"/>
                  </a:lnTo>
                  <a:lnTo>
                    <a:pt x="197573" y="2055418"/>
                  </a:lnTo>
                  <a:lnTo>
                    <a:pt x="197573" y="2046363"/>
                  </a:lnTo>
                  <a:close/>
                </a:path>
                <a:path w="6102984" h="2055495">
                  <a:moveTo>
                    <a:pt x="208267" y="0"/>
                  </a:moveTo>
                  <a:lnTo>
                    <a:pt x="181102" y="0"/>
                  </a:lnTo>
                  <a:lnTo>
                    <a:pt x="181102" y="9055"/>
                  </a:lnTo>
                  <a:lnTo>
                    <a:pt x="208267" y="9055"/>
                  </a:lnTo>
                  <a:lnTo>
                    <a:pt x="208267" y="0"/>
                  </a:lnTo>
                  <a:close/>
                </a:path>
                <a:path w="6102984" h="2055495">
                  <a:moveTo>
                    <a:pt x="242849" y="2046363"/>
                  </a:moveTo>
                  <a:lnTo>
                    <a:pt x="215684" y="2046363"/>
                  </a:lnTo>
                  <a:lnTo>
                    <a:pt x="215684" y="2055418"/>
                  </a:lnTo>
                  <a:lnTo>
                    <a:pt x="242849" y="2055418"/>
                  </a:lnTo>
                  <a:lnTo>
                    <a:pt x="242849" y="2046363"/>
                  </a:lnTo>
                  <a:close/>
                </a:path>
                <a:path w="6102984" h="2055495">
                  <a:moveTo>
                    <a:pt x="253530" y="0"/>
                  </a:moveTo>
                  <a:lnTo>
                    <a:pt x="226364" y="0"/>
                  </a:lnTo>
                  <a:lnTo>
                    <a:pt x="226364" y="9055"/>
                  </a:lnTo>
                  <a:lnTo>
                    <a:pt x="253530" y="9055"/>
                  </a:lnTo>
                  <a:lnTo>
                    <a:pt x="253530" y="0"/>
                  </a:lnTo>
                  <a:close/>
                </a:path>
                <a:path w="6102984" h="2055495">
                  <a:moveTo>
                    <a:pt x="288124" y="2046363"/>
                  </a:moveTo>
                  <a:lnTo>
                    <a:pt x="260959" y="2046363"/>
                  </a:lnTo>
                  <a:lnTo>
                    <a:pt x="260959" y="2055418"/>
                  </a:lnTo>
                  <a:lnTo>
                    <a:pt x="288124" y="2055418"/>
                  </a:lnTo>
                  <a:lnTo>
                    <a:pt x="288124" y="2046363"/>
                  </a:lnTo>
                  <a:close/>
                </a:path>
                <a:path w="6102984" h="2055495">
                  <a:moveTo>
                    <a:pt x="298805" y="0"/>
                  </a:moveTo>
                  <a:lnTo>
                    <a:pt x="271640" y="0"/>
                  </a:lnTo>
                  <a:lnTo>
                    <a:pt x="271640" y="9055"/>
                  </a:lnTo>
                  <a:lnTo>
                    <a:pt x="298805" y="9055"/>
                  </a:lnTo>
                  <a:lnTo>
                    <a:pt x="298805" y="0"/>
                  </a:lnTo>
                  <a:close/>
                </a:path>
                <a:path w="6102984" h="2055495">
                  <a:moveTo>
                    <a:pt x="333400" y="2046363"/>
                  </a:moveTo>
                  <a:lnTo>
                    <a:pt x="306235" y="2046363"/>
                  </a:lnTo>
                  <a:lnTo>
                    <a:pt x="306235" y="2055418"/>
                  </a:lnTo>
                  <a:lnTo>
                    <a:pt x="333400" y="2055418"/>
                  </a:lnTo>
                  <a:lnTo>
                    <a:pt x="333400" y="2046363"/>
                  </a:lnTo>
                  <a:close/>
                </a:path>
                <a:path w="6102984" h="2055495">
                  <a:moveTo>
                    <a:pt x="344081" y="0"/>
                  </a:moveTo>
                  <a:lnTo>
                    <a:pt x="316915" y="0"/>
                  </a:lnTo>
                  <a:lnTo>
                    <a:pt x="316915" y="9055"/>
                  </a:lnTo>
                  <a:lnTo>
                    <a:pt x="344081" y="9055"/>
                  </a:lnTo>
                  <a:lnTo>
                    <a:pt x="344081" y="0"/>
                  </a:lnTo>
                  <a:close/>
                </a:path>
                <a:path w="6102984" h="2055495">
                  <a:moveTo>
                    <a:pt x="378675" y="2046363"/>
                  </a:moveTo>
                  <a:lnTo>
                    <a:pt x="351510" y="2046363"/>
                  </a:lnTo>
                  <a:lnTo>
                    <a:pt x="351510" y="2055418"/>
                  </a:lnTo>
                  <a:lnTo>
                    <a:pt x="378675" y="2055418"/>
                  </a:lnTo>
                  <a:lnTo>
                    <a:pt x="378675" y="2046363"/>
                  </a:lnTo>
                  <a:close/>
                </a:path>
                <a:path w="6102984" h="2055495">
                  <a:moveTo>
                    <a:pt x="389356" y="0"/>
                  </a:moveTo>
                  <a:lnTo>
                    <a:pt x="362191" y="0"/>
                  </a:lnTo>
                  <a:lnTo>
                    <a:pt x="362191" y="9055"/>
                  </a:lnTo>
                  <a:lnTo>
                    <a:pt x="389356" y="9055"/>
                  </a:lnTo>
                  <a:lnTo>
                    <a:pt x="389356" y="0"/>
                  </a:lnTo>
                  <a:close/>
                </a:path>
                <a:path w="6102984" h="2055495">
                  <a:moveTo>
                    <a:pt x="423951" y="2046363"/>
                  </a:moveTo>
                  <a:lnTo>
                    <a:pt x="396786" y="2046363"/>
                  </a:lnTo>
                  <a:lnTo>
                    <a:pt x="396786" y="2055418"/>
                  </a:lnTo>
                  <a:lnTo>
                    <a:pt x="423951" y="2055418"/>
                  </a:lnTo>
                  <a:lnTo>
                    <a:pt x="423951" y="2046363"/>
                  </a:lnTo>
                  <a:close/>
                </a:path>
                <a:path w="6102984" h="2055495">
                  <a:moveTo>
                    <a:pt x="434632" y="0"/>
                  </a:moveTo>
                  <a:lnTo>
                    <a:pt x="407466" y="0"/>
                  </a:lnTo>
                  <a:lnTo>
                    <a:pt x="407466" y="9055"/>
                  </a:lnTo>
                  <a:lnTo>
                    <a:pt x="434632" y="9055"/>
                  </a:lnTo>
                  <a:lnTo>
                    <a:pt x="434632" y="0"/>
                  </a:lnTo>
                  <a:close/>
                </a:path>
                <a:path w="6102984" h="2055495">
                  <a:moveTo>
                    <a:pt x="469214" y="2046363"/>
                  </a:moveTo>
                  <a:lnTo>
                    <a:pt x="442048" y="2046363"/>
                  </a:lnTo>
                  <a:lnTo>
                    <a:pt x="442048" y="2055418"/>
                  </a:lnTo>
                  <a:lnTo>
                    <a:pt x="469214" y="2055418"/>
                  </a:lnTo>
                  <a:lnTo>
                    <a:pt x="469214" y="2046363"/>
                  </a:lnTo>
                  <a:close/>
                </a:path>
                <a:path w="6102984" h="2055495">
                  <a:moveTo>
                    <a:pt x="479907" y="0"/>
                  </a:moveTo>
                  <a:lnTo>
                    <a:pt x="452742" y="0"/>
                  </a:lnTo>
                  <a:lnTo>
                    <a:pt x="452742" y="9055"/>
                  </a:lnTo>
                  <a:lnTo>
                    <a:pt x="479907" y="9055"/>
                  </a:lnTo>
                  <a:lnTo>
                    <a:pt x="479907" y="0"/>
                  </a:lnTo>
                  <a:close/>
                </a:path>
                <a:path w="6102984" h="2055495">
                  <a:moveTo>
                    <a:pt x="514489" y="2046363"/>
                  </a:moveTo>
                  <a:lnTo>
                    <a:pt x="487324" y="2046363"/>
                  </a:lnTo>
                  <a:lnTo>
                    <a:pt x="487324" y="2055418"/>
                  </a:lnTo>
                  <a:lnTo>
                    <a:pt x="514489" y="2055418"/>
                  </a:lnTo>
                  <a:lnTo>
                    <a:pt x="514489" y="2046363"/>
                  </a:lnTo>
                  <a:close/>
                </a:path>
                <a:path w="6102984" h="2055495">
                  <a:moveTo>
                    <a:pt x="525170" y="0"/>
                  </a:moveTo>
                  <a:lnTo>
                    <a:pt x="498017" y="0"/>
                  </a:lnTo>
                  <a:lnTo>
                    <a:pt x="498017" y="9055"/>
                  </a:lnTo>
                  <a:lnTo>
                    <a:pt x="525170" y="9055"/>
                  </a:lnTo>
                  <a:lnTo>
                    <a:pt x="525170" y="0"/>
                  </a:lnTo>
                  <a:close/>
                </a:path>
                <a:path w="6102984" h="2055495">
                  <a:moveTo>
                    <a:pt x="559765" y="2046363"/>
                  </a:moveTo>
                  <a:lnTo>
                    <a:pt x="532599" y="2046363"/>
                  </a:lnTo>
                  <a:lnTo>
                    <a:pt x="532599" y="2055418"/>
                  </a:lnTo>
                  <a:lnTo>
                    <a:pt x="559765" y="2055418"/>
                  </a:lnTo>
                  <a:lnTo>
                    <a:pt x="559765" y="2046363"/>
                  </a:lnTo>
                  <a:close/>
                </a:path>
                <a:path w="6102984" h="2055495">
                  <a:moveTo>
                    <a:pt x="570445" y="0"/>
                  </a:moveTo>
                  <a:lnTo>
                    <a:pt x="543280" y="0"/>
                  </a:lnTo>
                  <a:lnTo>
                    <a:pt x="543280" y="9055"/>
                  </a:lnTo>
                  <a:lnTo>
                    <a:pt x="570445" y="9055"/>
                  </a:lnTo>
                  <a:lnTo>
                    <a:pt x="570445" y="0"/>
                  </a:lnTo>
                  <a:close/>
                </a:path>
                <a:path w="6102984" h="2055495">
                  <a:moveTo>
                    <a:pt x="605040" y="2046363"/>
                  </a:moveTo>
                  <a:lnTo>
                    <a:pt x="577875" y="2046363"/>
                  </a:lnTo>
                  <a:lnTo>
                    <a:pt x="577875" y="2055418"/>
                  </a:lnTo>
                  <a:lnTo>
                    <a:pt x="605040" y="2055418"/>
                  </a:lnTo>
                  <a:lnTo>
                    <a:pt x="605040" y="2046363"/>
                  </a:lnTo>
                  <a:close/>
                </a:path>
                <a:path w="6102984" h="2055495">
                  <a:moveTo>
                    <a:pt x="615721" y="0"/>
                  </a:moveTo>
                  <a:lnTo>
                    <a:pt x="588556" y="0"/>
                  </a:lnTo>
                  <a:lnTo>
                    <a:pt x="588556" y="9055"/>
                  </a:lnTo>
                  <a:lnTo>
                    <a:pt x="615721" y="9055"/>
                  </a:lnTo>
                  <a:lnTo>
                    <a:pt x="615721" y="0"/>
                  </a:lnTo>
                  <a:close/>
                </a:path>
                <a:path w="6102984" h="2055495">
                  <a:moveTo>
                    <a:pt x="650316" y="2046363"/>
                  </a:moveTo>
                  <a:lnTo>
                    <a:pt x="623150" y="2046363"/>
                  </a:lnTo>
                  <a:lnTo>
                    <a:pt x="623150" y="2055418"/>
                  </a:lnTo>
                  <a:lnTo>
                    <a:pt x="650316" y="2055418"/>
                  </a:lnTo>
                  <a:lnTo>
                    <a:pt x="650316" y="2046363"/>
                  </a:lnTo>
                  <a:close/>
                </a:path>
                <a:path w="6102984" h="2055495">
                  <a:moveTo>
                    <a:pt x="660996" y="0"/>
                  </a:moveTo>
                  <a:lnTo>
                    <a:pt x="633831" y="0"/>
                  </a:lnTo>
                  <a:lnTo>
                    <a:pt x="633831" y="9055"/>
                  </a:lnTo>
                  <a:lnTo>
                    <a:pt x="660996" y="9055"/>
                  </a:lnTo>
                  <a:lnTo>
                    <a:pt x="660996" y="0"/>
                  </a:lnTo>
                  <a:close/>
                </a:path>
                <a:path w="6102984" h="2055495">
                  <a:moveTo>
                    <a:pt x="695591" y="2046363"/>
                  </a:moveTo>
                  <a:lnTo>
                    <a:pt x="668426" y="2046363"/>
                  </a:lnTo>
                  <a:lnTo>
                    <a:pt x="668426" y="2055418"/>
                  </a:lnTo>
                  <a:lnTo>
                    <a:pt x="695591" y="2055418"/>
                  </a:lnTo>
                  <a:lnTo>
                    <a:pt x="695591" y="2046363"/>
                  </a:lnTo>
                  <a:close/>
                </a:path>
                <a:path w="6102984" h="2055495">
                  <a:moveTo>
                    <a:pt x="706272" y="0"/>
                  </a:moveTo>
                  <a:lnTo>
                    <a:pt x="679107" y="0"/>
                  </a:lnTo>
                  <a:lnTo>
                    <a:pt x="679107" y="9055"/>
                  </a:lnTo>
                  <a:lnTo>
                    <a:pt x="706272" y="9055"/>
                  </a:lnTo>
                  <a:lnTo>
                    <a:pt x="706272" y="0"/>
                  </a:lnTo>
                  <a:close/>
                </a:path>
                <a:path w="6102984" h="2055495">
                  <a:moveTo>
                    <a:pt x="740854" y="2046363"/>
                  </a:moveTo>
                  <a:lnTo>
                    <a:pt x="713701" y="2046363"/>
                  </a:lnTo>
                  <a:lnTo>
                    <a:pt x="713701" y="2055418"/>
                  </a:lnTo>
                  <a:lnTo>
                    <a:pt x="740854" y="2055418"/>
                  </a:lnTo>
                  <a:lnTo>
                    <a:pt x="740854" y="2046363"/>
                  </a:lnTo>
                  <a:close/>
                </a:path>
                <a:path w="6102984" h="2055495">
                  <a:moveTo>
                    <a:pt x="751547" y="0"/>
                  </a:moveTo>
                  <a:lnTo>
                    <a:pt x="724382" y="0"/>
                  </a:lnTo>
                  <a:lnTo>
                    <a:pt x="724382" y="9055"/>
                  </a:lnTo>
                  <a:lnTo>
                    <a:pt x="751547" y="9055"/>
                  </a:lnTo>
                  <a:lnTo>
                    <a:pt x="751547" y="0"/>
                  </a:lnTo>
                  <a:close/>
                </a:path>
                <a:path w="6102984" h="2055495">
                  <a:moveTo>
                    <a:pt x="786130" y="2046363"/>
                  </a:moveTo>
                  <a:lnTo>
                    <a:pt x="758964" y="2046363"/>
                  </a:lnTo>
                  <a:lnTo>
                    <a:pt x="758964" y="2055418"/>
                  </a:lnTo>
                  <a:lnTo>
                    <a:pt x="786130" y="2055418"/>
                  </a:lnTo>
                  <a:lnTo>
                    <a:pt x="786130" y="2046363"/>
                  </a:lnTo>
                  <a:close/>
                </a:path>
                <a:path w="6102984" h="2055495">
                  <a:moveTo>
                    <a:pt x="796823" y="0"/>
                  </a:moveTo>
                  <a:lnTo>
                    <a:pt x="769658" y="0"/>
                  </a:lnTo>
                  <a:lnTo>
                    <a:pt x="769658" y="9055"/>
                  </a:lnTo>
                  <a:lnTo>
                    <a:pt x="796823" y="9055"/>
                  </a:lnTo>
                  <a:lnTo>
                    <a:pt x="796823" y="0"/>
                  </a:lnTo>
                  <a:close/>
                </a:path>
                <a:path w="6102984" h="2055495">
                  <a:moveTo>
                    <a:pt x="831405" y="2046363"/>
                  </a:moveTo>
                  <a:lnTo>
                    <a:pt x="804240" y="2046363"/>
                  </a:lnTo>
                  <a:lnTo>
                    <a:pt x="804240" y="2055418"/>
                  </a:lnTo>
                  <a:lnTo>
                    <a:pt x="831405" y="2055418"/>
                  </a:lnTo>
                  <a:lnTo>
                    <a:pt x="831405" y="2046363"/>
                  </a:lnTo>
                  <a:close/>
                </a:path>
                <a:path w="6102984" h="2055495">
                  <a:moveTo>
                    <a:pt x="842086" y="0"/>
                  </a:moveTo>
                  <a:lnTo>
                    <a:pt x="814920" y="0"/>
                  </a:lnTo>
                  <a:lnTo>
                    <a:pt x="814920" y="9055"/>
                  </a:lnTo>
                  <a:lnTo>
                    <a:pt x="842086" y="9055"/>
                  </a:lnTo>
                  <a:lnTo>
                    <a:pt x="842086" y="0"/>
                  </a:lnTo>
                  <a:close/>
                </a:path>
                <a:path w="6102984" h="2055495">
                  <a:moveTo>
                    <a:pt x="876681" y="2046363"/>
                  </a:moveTo>
                  <a:lnTo>
                    <a:pt x="849515" y="2046363"/>
                  </a:lnTo>
                  <a:lnTo>
                    <a:pt x="849515" y="2055418"/>
                  </a:lnTo>
                  <a:lnTo>
                    <a:pt x="876681" y="2055418"/>
                  </a:lnTo>
                  <a:lnTo>
                    <a:pt x="876681" y="2046363"/>
                  </a:lnTo>
                  <a:close/>
                </a:path>
                <a:path w="6102984" h="2055495">
                  <a:moveTo>
                    <a:pt x="887361" y="0"/>
                  </a:moveTo>
                  <a:lnTo>
                    <a:pt x="860196" y="0"/>
                  </a:lnTo>
                  <a:lnTo>
                    <a:pt x="860196" y="9055"/>
                  </a:lnTo>
                  <a:lnTo>
                    <a:pt x="887361" y="9055"/>
                  </a:lnTo>
                  <a:lnTo>
                    <a:pt x="887361" y="0"/>
                  </a:lnTo>
                  <a:close/>
                </a:path>
                <a:path w="6102984" h="2055495">
                  <a:moveTo>
                    <a:pt x="921956" y="2046363"/>
                  </a:moveTo>
                  <a:lnTo>
                    <a:pt x="894791" y="2046363"/>
                  </a:lnTo>
                  <a:lnTo>
                    <a:pt x="894791" y="2055418"/>
                  </a:lnTo>
                  <a:lnTo>
                    <a:pt x="921956" y="2055418"/>
                  </a:lnTo>
                  <a:lnTo>
                    <a:pt x="921956" y="2046363"/>
                  </a:lnTo>
                  <a:close/>
                </a:path>
                <a:path w="6102984" h="2055495">
                  <a:moveTo>
                    <a:pt x="932637" y="0"/>
                  </a:moveTo>
                  <a:lnTo>
                    <a:pt x="905471" y="0"/>
                  </a:lnTo>
                  <a:lnTo>
                    <a:pt x="905471" y="9055"/>
                  </a:lnTo>
                  <a:lnTo>
                    <a:pt x="932637" y="9055"/>
                  </a:lnTo>
                  <a:lnTo>
                    <a:pt x="932637" y="0"/>
                  </a:lnTo>
                  <a:close/>
                </a:path>
                <a:path w="6102984" h="2055495">
                  <a:moveTo>
                    <a:pt x="967232" y="2046363"/>
                  </a:moveTo>
                  <a:lnTo>
                    <a:pt x="940066" y="2046363"/>
                  </a:lnTo>
                  <a:lnTo>
                    <a:pt x="940066" y="2055418"/>
                  </a:lnTo>
                  <a:lnTo>
                    <a:pt x="967232" y="2055418"/>
                  </a:lnTo>
                  <a:lnTo>
                    <a:pt x="967232" y="2046363"/>
                  </a:lnTo>
                  <a:close/>
                </a:path>
                <a:path w="6102984" h="2055495">
                  <a:moveTo>
                    <a:pt x="977912" y="0"/>
                  </a:moveTo>
                  <a:lnTo>
                    <a:pt x="950747" y="0"/>
                  </a:lnTo>
                  <a:lnTo>
                    <a:pt x="950747" y="9055"/>
                  </a:lnTo>
                  <a:lnTo>
                    <a:pt x="977912" y="9055"/>
                  </a:lnTo>
                  <a:lnTo>
                    <a:pt x="977912" y="0"/>
                  </a:lnTo>
                  <a:close/>
                </a:path>
                <a:path w="6102984" h="2055495">
                  <a:moveTo>
                    <a:pt x="1012507" y="2046363"/>
                  </a:moveTo>
                  <a:lnTo>
                    <a:pt x="985342" y="2046363"/>
                  </a:lnTo>
                  <a:lnTo>
                    <a:pt x="985342" y="2055418"/>
                  </a:lnTo>
                  <a:lnTo>
                    <a:pt x="1012507" y="2055418"/>
                  </a:lnTo>
                  <a:lnTo>
                    <a:pt x="1012507" y="2046363"/>
                  </a:lnTo>
                  <a:close/>
                </a:path>
                <a:path w="6102984" h="2055495">
                  <a:moveTo>
                    <a:pt x="1023188" y="0"/>
                  </a:moveTo>
                  <a:lnTo>
                    <a:pt x="996022" y="0"/>
                  </a:lnTo>
                  <a:lnTo>
                    <a:pt x="996022" y="9055"/>
                  </a:lnTo>
                  <a:lnTo>
                    <a:pt x="1023188" y="9055"/>
                  </a:lnTo>
                  <a:lnTo>
                    <a:pt x="1023188" y="0"/>
                  </a:lnTo>
                  <a:close/>
                </a:path>
                <a:path w="6102984" h="2055495">
                  <a:moveTo>
                    <a:pt x="1057770" y="2046363"/>
                  </a:moveTo>
                  <a:lnTo>
                    <a:pt x="1030605" y="2046363"/>
                  </a:lnTo>
                  <a:lnTo>
                    <a:pt x="1030605" y="2055418"/>
                  </a:lnTo>
                  <a:lnTo>
                    <a:pt x="1057770" y="2055418"/>
                  </a:lnTo>
                  <a:lnTo>
                    <a:pt x="1057770" y="2046363"/>
                  </a:lnTo>
                  <a:close/>
                </a:path>
                <a:path w="6102984" h="2055495">
                  <a:moveTo>
                    <a:pt x="1068463" y="0"/>
                  </a:moveTo>
                  <a:lnTo>
                    <a:pt x="1041298" y="0"/>
                  </a:lnTo>
                  <a:lnTo>
                    <a:pt x="1041298" y="9055"/>
                  </a:lnTo>
                  <a:lnTo>
                    <a:pt x="1068463" y="9055"/>
                  </a:lnTo>
                  <a:lnTo>
                    <a:pt x="1068463" y="0"/>
                  </a:lnTo>
                  <a:close/>
                </a:path>
                <a:path w="6102984" h="2055495">
                  <a:moveTo>
                    <a:pt x="1103045" y="2046363"/>
                  </a:moveTo>
                  <a:lnTo>
                    <a:pt x="1075880" y="2046363"/>
                  </a:lnTo>
                  <a:lnTo>
                    <a:pt x="1075880" y="2055418"/>
                  </a:lnTo>
                  <a:lnTo>
                    <a:pt x="1103045" y="2055418"/>
                  </a:lnTo>
                  <a:lnTo>
                    <a:pt x="1103045" y="2046363"/>
                  </a:lnTo>
                  <a:close/>
                </a:path>
                <a:path w="6102984" h="2055495">
                  <a:moveTo>
                    <a:pt x="1113726" y="0"/>
                  </a:moveTo>
                  <a:lnTo>
                    <a:pt x="1086573" y="0"/>
                  </a:lnTo>
                  <a:lnTo>
                    <a:pt x="1086573" y="9055"/>
                  </a:lnTo>
                  <a:lnTo>
                    <a:pt x="1113726" y="9055"/>
                  </a:lnTo>
                  <a:lnTo>
                    <a:pt x="1113726" y="0"/>
                  </a:lnTo>
                  <a:close/>
                </a:path>
                <a:path w="6102984" h="2055495">
                  <a:moveTo>
                    <a:pt x="1148321" y="2046363"/>
                  </a:moveTo>
                  <a:lnTo>
                    <a:pt x="1121156" y="2046363"/>
                  </a:lnTo>
                  <a:lnTo>
                    <a:pt x="1121156" y="2055418"/>
                  </a:lnTo>
                  <a:lnTo>
                    <a:pt x="1148321" y="2055418"/>
                  </a:lnTo>
                  <a:lnTo>
                    <a:pt x="1148321" y="2046363"/>
                  </a:lnTo>
                  <a:close/>
                </a:path>
                <a:path w="6102984" h="2055495">
                  <a:moveTo>
                    <a:pt x="1159002" y="0"/>
                  </a:moveTo>
                  <a:lnTo>
                    <a:pt x="1131836" y="0"/>
                  </a:lnTo>
                  <a:lnTo>
                    <a:pt x="1131836" y="9055"/>
                  </a:lnTo>
                  <a:lnTo>
                    <a:pt x="1159002" y="9055"/>
                  </a:lnTo>
                  <a:lnTo>
                    <a:pt x="1159002" y="0"/>
                  </a:lnTo>
                  <a:close/>
                </a:path>
                <a:path w="6102984" h="2055495">
                  <a:moveTo>
                    <a:pt x="1193596" y="2046363"/>
                  </a:moveTo>
                  <a:lnTo>
                    <a:pt x="1166431" y="2046363"/>
                  </a:lnTo>
                  <a:lnTo>
                    <a:pt x="1166431" y="2055418"/>
                  </a:lnTo>
                  <a:lnTo>
                    <a:pt x="1193596" y="2055418"/>
                  </a:lnTo>
                  <a:lnTo>
                    <a:pt x="1193596" y="2046363"/>
                  </a:lnTo>
                  <a:close/>
                </a:path>
                <a:path w="6102984" h="2055495">
                  <a:moveTo>
                    <a:pt x="1204277" y="0"/>
                  </a:moveTo>
                  <a:lnTo>
                    <a:pt x="1177112" y="0"/>
                  </a:lnTo>
                  <a:lnTo>
                    <a:pt x="1177112" y="9055"/>
                  </a:lnTo>
                  <a:lnTo>
                    <a:pt x="1204277" y="9055"/>
                  </a:lnTo>
                  <a:lnTo>
                    <a:pt x="1204277" y="0"/>
                  </a:lnTo>
                  <a:close/>
                </a:path>
                <a:path w="6102984" h="2055495">
                  <a:moveTo>
                    <a:pt x="1238872" y="2046363"/>
                  </a:moveTo>
                  <a:lnTo>
                    <a:pt x="1211707" y="2046363"/>
                  </a:lnTo>
                  <a:lnTo>
                    <a:pt x="1211707" y="2055418"/>
                  </a:lnTo>
                  <a:lnTo>
                    <a:pt x="1238872" y="2055418"/>
                  </a:lnTo>
                  <a:lnTo>
                    <a:pt x="1238872" y="2046363"/>
                  </a:lnTo>
                  <a:close/>
                </a:path>
                <a:path w="6102984" h="2055495">
                  <a:moveTo>
                    <a:pt x="1249553" y="0"/>
                  </a:moveTo>
                  <a:lnTo>
                    <a:pt x="1222387" y="0"/>
                  </a:lnTo>
                  <a:lnTo>
                    <a:pt x="1222387" y="9055"/>
                  </a:lnTo>
                  <a:lnTo>
                    <a:pt x="1249553" y="9055"/>
                  </a:lnTo>
                  <a:lnTo>
                    <a:pt x="1249553" y="0"/>
                  </a:lnTo>
                  <a:close/>
                </a:path>
                <a:path w="6102984" h="2055495">
                  <a:moveTo>
                    <a:pt x="1284147" y="2046363"/>
                  </a:moveTo>
                  <a:lnTo>
                    <a:pt x="1256982" y="2046363"/>
                  </a:lnTo>
                  <a:lnTo>
                    <a:pt x="1256982" y="2055418"/>
                  </a:lnTo>
                  <a:lnTo>
                    <a:pt x="1284147" y="2055418"/>
                  </a:lnTo>
                  <a:lnTo>
                    <a:pt x="1284147" y="2046363"/>
                  </a:lnTo>
                  <a:close/>
                </a:path>
                <a:path w="6102984" h="2055495">
                  <a:moveTo>
                    <a:pt x="1294828" y="0"/>
                  </a:moveTo>
                  <a:lnTo>
                    <a:pt x="1267663" y="0"/>
                  </a:lnTo>
                  <a:lnTo>
                    <a:pt x="1267663" y="9055"/>
                  </a:lnTo>
                  <a:lnTo>
                    <a:pt x="1294828" y="9055"/>
                  </a:lnTo>
                  <a:lnTo>
                    <a:pt x="1294828" y="0"/>
                  </a:lnTo>
                  <a:close/>
                </a:path>
                <a:path w="6102984" h="2055495">
                  <a:moveTo>
                    <a:pt x="1329410" y="2046363"/>
                  </a:moveTo>
                  <a:lnTo>
                    <a:pt x="1302258" y="2046363"/>
                  </a:lnTo>
                  <a:lnTo>
                    <a:pt x="1302258" y="2055418"/>
                  </a:lnTo>
                  <a:lnTo>
                    <a:pt x="1329410" y="2055418"/>
                  </a:lnTo>
                  <a:lnTo>
                    <a:pt x="1329410" y="2046363"/>
                  </a:lnTo>
                  <a:close/>
                </a:path>
                <a:path w="6102984" h="2055495">
                  <a:moveTo>
                    <a:pt x="1340104" y="0"/>
                  </a:moveTo>
                  <a:lnTo>
                    <a:pt x="1312938" y="0"/>
                  </a:lnTo>
                  <a:lnTo>
                    <a:pt x="1312938" y="9055"/>
                  </a:lnTo>
                  <a:lnTo>
                    <a:pt x="1340104" y="9055"/>
                  </a:lnTo>
                  <a:lnTo>
                    <a:pt x="1340104" y="0"/>
                  </a:lnTo>
                  <a:close/>
                </a:path>
                <a:path w="6102984" h="2055495">
                  <a:moveTo>
                    <a:pt x="1374686" y="2046363"/>
                  </a:moveTo>
                  <a:lnTo>
                    <a:pt x="1347520" y="2046363"/>
                  </a:lnTo>
                  <a:lnTo>
                    <a:pt x="1347520" y="2055418"/>
                  </a:lnTo>
                  <a:lnTo>
                    <a:pt x="1374686" y="2055418"/>
                  </a:lnTo>
                  <a:lnTo>
                    <a:pt x="1374686" y="2046363"/>
                  </a:lnTo>
                  <a:close/>
                </a:path>
                <a:path w="6102984" h="2055495">
                  <a:moveTo>
                    <a:pt x="1385379" y="0"/>
                  </a:moveTo>
                  <a:lnTo>
                    <a:pt x="1358214" y="0"/>
                  </a:lnTo>
                  <a:lnTo>
                    <a:pt x="1358214" y="9055"/>
                  </a:lnTo>
                  <a:lnTo>
                    <a:pt x="1385379" y="9055"/>
                  </a:lnTo>
                  <a:lnTo>
                    <a:pt x="1385379" y="0"/>
                  </a:lnTo>
                  <a:close/>
                </a:path>
                <a:path w="6102984" h="2055495">
                  <a:moveTo>
                    <a:pt x="1419961" y="2046363"/>
                  </a:moveTo>
                  <a:lnTo>
                    <a:pt x="1392796" y="2046363"/>
                  </a:lnTo>
                  <a:lnTo>
                    <a:pt x="1392796" y="2055418"/>
                  </a:lnTo>
                  <a:lnTo>
                    <a:pt x="1419961" y="2055418"/>
                  </a:lnTo>
                  <a:lnTo>
                    <a:pt x="1419961" y="2046363"/>
                  </a:lnTo>
                  <a:close/>
                </a:path>
                <a:path w="6102984" h="2055495">
                  <a:moveTo>
                    <a:pt x="1430642" y="0"/>
                  </a:moveTo>
                  <a:lnTo>
                    <a:pt x="1403489" y="0"/>
                  </a:lnTo>
                  <a:lnTo>
                    <a:pt x="1403489" y="9055"/>
                  </a:lnTo>
                  <a:lnTo>
                    <a:pt x="1430642" y="9055"/>
                  </a:lnTo>
                  <a:lnTo>
                    <a:pt x="1430642" y="0"/>
                  </a:lnTo>
                  <a:close/>
                </a:path>
                <a:path w="6102984" h="2055495">
                  <a:moveTo>
                    <a:pt x="1465237" y="2046363"/>
                  </a:moveTo>
                  <a:lnTo>
                    <a:pt x="1438071" y="2046363"/>
                  </a:lnTo>
                  <a:lnTo>
                    <a:pt x="1438071" y="2055418"/>
                  </a:lnTo>
                  <a:lnTo>
                    <a:pt x="1465237" y="2055418"/>
                  </a:lnTo>
                  <a:lnTo>
                    <a:pt x="1465237" y="2046363"/>
                  </a:lnTo>
                  <a:close/>
                </a:path>
                <a:path w="6102984" h="2055495">
                  <a:moveTo>
                    <a:pt x="1475917" y="0"/>
                  </a:moveTo>
                  <a:lnTo>
                    <a:pt x="1448752" y="0"/>
                  </a:lnTo>
                  <a:lnTo>
                    <a:pt x="1448752" y="9055"/>
                  </a:lnTo>
                  <a:lnTo>
                    <a:pt x="1475917" y="9055"/>
                  </a:lnTo>
                  <a:lnTo>
                    <a:pt x="1475917" y="0"/>
                  </a:lnTo>
                  <a:close/>
                </a:path>
                <a:path w="6102984" h="2055495">
                  <a:moveTo>
                    <a:pt x="1510512" y="2046363"/>
                  </a:moveTo>
                  <a:lnTo>
                    <a:pt x="1483347" y="2046363"/>
                  </a:lnTo>
                  <a:lnTo>
                    <a:pt x="1483347" y="2055418"/>
                  </a:lnTo>
                  <a:lnTo>
                    <a:pt x="1510512" y="2055418"/>
                  </a:lnTo>
                  <a:lnTo>
                    <a:pt x="1510512" y="2046363"/>
                  </a:lnTo>
                  <a:close/>
                </a:path>
                <a:path w="6102984" h="2055495">
                  <a:moveTo>
                    <a:pt x="1521193" y="0"/>
                  </a:moveTo>
                  <a:lnTo>
                    <a:pt x="1494028" y="0"/>
                  </a:lnTo>
                  <a:lnTo>
                    <a:pt x="1494028" y="9055"/>
                  </a:lnTo>
                  <a:lnTo>
                    <a:pt x="1521193" y="9055"/>
                  </a:lnTo>
                  <a:lnTo>
                    <a:pt x="1521193" y="0"/>
                  </a:lnTo>
                  <a:close/>
                </a:path>
                <a:path w="6102984" h="2055495">
                  <a:moveTo>
                    <a:pt x="1555788" y="2046363"/>
                  </a:moveTo>
                  <a:lnTo>
                    <a:pt x="1528622" y="2046363"/>
                  </a:lnTo>
                  <a:lnTo>
                    <a:pt x="1528622" y="2055418"/>
                  </a:lnTo>
                  <a:lnTo>
                    <a:pt x="1555788" y="2055418"/>
                  </a:lnTo>
                  <a:lnTo>
                    <a:pt x="1555788" y="2046363"/>
                  </a:lnTo>
                  <a:close/>
                </a:path>
                <a:path w="6102984" h="2055495">
                  <a:moveTo>
                    <a:pt x="1566468" y="0"/>
                  </a:moveTo>
                  <a:lnTo>
                    <a:pt x="1539303" y="0"/>
                  </a:lnTo>
                  <a:lnTo>
                    <a:pt x="1539303" y="9055"/>
                  </a:lnTo>
                  <a:lnTo>
                    <a:pt x="1566468" y="9055"/>
                  </a:lnTo>
                  <a:lnTo>
                    <a:pt x="1566468" y="0"/>
                  </a:lnTo>
                  <a:close/>
                </a:path>
                <a:path w="6102984" h="2055495">
                  <a:moveTo>
                    <a:pt x="1601063" y="2046363"/>
                  </a:moveTo>
                  <a:lnTo>
                    <a:pt x="1573898" y="2046363"/>
                  </a:lnTo>
                  <a:lnTo>
                    <a:pt x="1573898" y="2055418"/>
                  </a:lnTo>
                  <a:lnTo>
                    <a:pt x="1601063" y="2055418"/>
                  </a:lnTo>
                  <a:lnTo>
                    <a:pt x="1601063" y="2046363"/>
                  </a:lnTo>
                  <a:close/>
                </a:path>
                <a:path w="6102984" h="2055495">
                  <a:moveTo>
                    <a:pt x="1611744" y="0"/>
                  </a:moveTo>
                  <a:lnTo>
                    <a:pt x="1584579" y="0"/>
                  </a:lnTo>
                  <a:lnTo>
                    <a:pt x="1584579" y="9055"/>
                  </a:lnTo>
                  <a:lnTo>
                    <a:pt x="1611744" y="9055"/>
                  </a:lnTo>
                  <a:lnTo>
                    <a:pt x="1611744" y="0"/>
                  </a:lnTo>
                  <a:close/>
                </a:path>
                <a:path w="6102984" h="2055495">
                  <a:moveTo>
                    <a:pt x="1646326" y="2046363"/>
                  </a:moveTo>
                  <a:lnTo>
                    <a:pt x="1619161" y="2046363"/>
                  </a:lnTo>
                  <a:lnTo>
                    <a:pt x="1619161" y="2055418"/>
                  </a:lnTo>
                  <a:lnTo>
                    <a:pt x="1646326" y="2055418"/>
                  </a:lnTo>
                  <a:lnTo>
                    <a:pt x="1646326" y="2046363"/>
                  </a:lnTo>
                  <a:close/>
                </a:path>
                <a:path w="6102984" h="2055495">
                  <a:moveTo>
                    <a:pt x="1657019" y="0"/>
                  </a:moveTo>
                  <a:lnTo>
                    <a:pt x="1629854" y="0"/>
                  </a:lnTo>
                  <a:lnTo>
                    <a:pt x="1629854" y="9055"/>
                  </a:lnTo>
                  <a:lnTo>
                    <a:pt x="1657019" y="9055"/>
                  </a:lnTo>
                  <a:lnTo>
                    <a:pt x="1657019" y="0"/>
                  </a:lnTo>
                  <a:close/>
                </a:path>
                <a:path w="6102984" h="2055495">
                  <a:moveTo>
                    <a:pt x="1691601" y="2046363"/>
                  </a:moveTo>
                  <a:lnTo>
                    <a:pt x="1664436" y="2046363"/>
                  </a:lnTo>
                  <a:lnTo>
                    <a:pt x="1664436" y="2055418"/>
                  </a:lnTo>
                  <a:lnTo>
                    <a:pt x="1691601" y="2055418"/>
                  </a:lnTo>
                  <a:lnTo>
                    <a:pt x="1691601" y="2046363"/>
                  </a:lnTo>
                  <a:close/>
                </a:path>
                <a:path w="6102984" h="2055495">
                  <a:moveTo>
                    <a:pt x="1702295" y="0"/>
                  </a:moveTo>
                  <a:lnTo>
                    <a:pt x="1675130" y="0"/>
                  </a:lnTo>
                  <a:lnTo>
                    <a:pt x="1675130" y="9055"/>
                  </a:lnTo>
                  <a:lnTo>
                    <a:pt x="1702295" y="9055"/>
                  </a:lnTo>
                  <a:lnTo>
                    <a:pt x="1702295" y="0"/>
                  </a:lnTo>
                  <a:close/>
                </a:path>
                <a:path w="6102984" h="2055495">
                  <a:moveTo>
                    <a:pt x="1736877" y="2046363"/>
                  </a:moveTo>
                  <a:lnTo>
                    <a:pt x="1709712" y="2046363"/>
                  </a:lnTo>
                  <a:lnTo>
                    <a:pt x="1709712" y="2055418"/>
                  </a:lnTo>
                  <a:lnTo>
                    <a:pt x="1736877" y="2055418"/>
                  </a:lnTo>
                  <a:lnTo>
                    <a:pt x="1736877" y="2046363"/>
                  </a:lnTo>
                  <a:close/>
                </a:path>
                <a:path w="6102984" h="2055495">
                  <a:moveTo>
                    <a:pt x="1747558" y="0"/>
                  </a:moveTo>
                  <a:lnTo>
                    <a:pt x="1720392" y="0"/>
                  </a:lnTo>
                  <a:lnTo>
                    <a:pt x="1720392" y="9055"/>
                  </a:lnTo>
                  <a:lnTo>
                    <a:pt x="1747558" y="9055"/>
                  </a:lnTo>
                  <a:lnTo>
                    <a:pt x="1747558" y="0"/>
                  </a:lnTo>
                  <a:close/>
                </a:path>
                <a:path w="6102984" h="2055495">
                  <a:moveTo>
                    <a:pt x="1782152" y="2046363"/>
                  </a:moveTo>
                  <a:lnTo>
                    <a:pt x="1754987" y="2046363"/>
                  </a:lnTo>
                  <a:lnTo>
                    <a:pt x="1754987" y="2055418"/>
                  </a:lnTo>
                  <a:lnTo>
                    <a:pt x="1782152" y="2055418"/>
                  </a:lnTo>
                  <a:lnTo>
                    <a:pt x="1782152" y="2046363"/>
                  </a:lnTo>
                  <a:close/>
                </a:path>
                <a:path w="6102984" h="2055495">
                  <a:moveTo>
                    <a:pt x="1792833" y="0"/>
                  </a:moveTo>
                  <a:lnTo>
                    <a:pt x="1765668" y="0"/>
                  </a:lnTo>
                  <a:lnTo>
                    <a:pt x="1765668" y="9055"/>
                  </a:lnTo>
                  <a:lnTo>
                    <a:pt x="1792833" y="9055"/>
                  </a:lnTo>
                  <a:lnTo>
                    <a:pt x="1792833" y="0"/>
                  </a:lnTo>
                  <a:close/>
                </a:path>
                <a:path w="6102984" h="2055495">
                  <a:moveTo>
                    <a:pt x="1827428" y="2046363"/>
                  </a:moveTo>
                  <a:lnTo>
                    <a:pt x="1800263" y="2046363"/>
                  </a:lnTo>
                  <a:lnTo>
                    <a:pt x="1800263" y="2055418"/>
                  </a:lnTo>
                  <a:lnTo>
                    <a:pt x="1827428" y="2055418"/>
                  </a:lnTo>
                  <a:lnTo>
                    <a:pt x="1827428" y="2046363"/>
                  </a:lnTo>
                  <a:close/>
                </a:path>
                <a:path w="6102984" h="2055495">
                  <a:moveTo>
                    <a:pt x="1838109" y="0"/>
                  </a:moveTo>
                  <a:lnTo>
                    <a:pt x="1810943" y="0"/>
                  </a:lnTo>
                  <a:lnTo>
                    <a:pt x="1810943" y="9055"/>
                  </a:lnTo>
                  <a:lnTo>
                    <a:pt x="1838109" y="9055"/>
                  </a:lnTo>
                  <a:lnTo>
                    <a:pt x="1838109" y="0"/>
                  </a:lnTo>
                  <a:close/>
                </a:path>
                <a:path w="6102984" h="2055495">
                  <a:moveTo>
                    <a:pt x="1872703" y="2046363"/>
                  </a:moveTo>
                  <a:lnTo>
                    <a:pt x="1845538" y="2046363"/>
                  </a:lnTo>
                  <a:lnTo>
                    <a:pt x="1845538" y="2055418"/>
                  </a:lnTo>
                  <a:lnTo>
                    <a:pt x="1872703" y="2055418"/>
                  </a:lnTo>
                  <a:lnTo>
                    <a:pt x="1872703" y="2046363"/>
                  </a:lnTo>
                  <a:close/>
                </a:path>
                <a:path w="6102984" h="2055495">
                  <a:moveTo>
                    <a:pt x="1883384" y="0"/>
                  </a:moveTo>
                  <a:lnTo>
                    <a:pt x="1856219" y="0"/>
                  </a:lnTo>
                  <a:lnTo>
                    <a:pt x="1856219" y="9055"/>
                  </a:lnTo>
                  <a:lnTo>
                    <a:pt x="1883384" y="9055"/>
                  </a:lnTo>
                  <a:lnTo>
                    <a:pt x="1883384" y="0"/>
                  </a:lnTo>
                  <a:close/>
                </a:path>
                <a:path w="6102984" h="2055495">
                  <a:moveTo>
                    <a:pt x="1917966" y="2046363"/>
                  </a:moveTo>
                  <a:lnTo>
                    <a:pt x="1890814" y="2046363"/>
                  </a:lnTo>
                  <a:lnTo>
                    <a:pt x="1890814" y="2055418"/>
                  </a:lnTo>
                  <a:lnTo>
                    <a:pt x="1917966" y="2055418"/>
                  </a:lnTo>
                  <a:lnTo>
                    <a:pt x="1917966" y="2046363"/>
                  </a:lnTo>
                  <a:close/>
                </a:path>
                <a:path w="6102984" h="2055495">
                  <a:moveTo>
                    <a:pt x="1928660" y="0"/>
                  </a:moveTo>
                  <a:lnTo>
                    <a:pt x="1901494" y="0"/>
                  </a:lnTo>
                  <a:lnTo>
                    <a:pt x="1901494" y="9055"/>
                  </a:lnTo>
                  <a:lnTo>
                    <a:pt x="1928660" y="9055"/>
                  </a:lnTo>
                  <a:lnTo>
                    <a:pt x="1928660" y="0"/>
                  </a:lnTo>
                  <a:close/>
                </a:path>
                <a:path w="6102984" h="2055495">
                  <a:moveTo>
                    <a:pt x="1963242" y="2046363"/>
                  </a:moveTo>
                  <a:lnTo>
                    <a:pt x="1936076" y="2046363"/>
                  </a:lnTo>
                  <a:lnTo>
                    <a:pt x="1936076" y="2055418"/>
                  </a:lnTo>
                  <a:lnTo>
                    <a:pt x="1963242" y="2055418"/>
                  </a:lnTo>
                  <a:lnTo>
                    <a:pt x="1963242" y="2046363"/>
                  </a:lnTo>
                  <a:close/>
                </a:path>
                <a:path w="6102984" h="2055495">
                  <a:moveTo>
                    <a:pt x="1973935" y="0"/>
                  </a:moveTo>
                  <a:lnTo>
                    <a:pt x="1946770" y="0"/>
                  </a:lnTo>
                  <a:lnTo>
                    <a:pt x="1946770" y="9055"/>
                  </a:lnTo>
                  <a:lnTo>
                    <a:pt x="1973935" y="9055"/>
                  </a:lnTo>
                  <a:lnTo>
                    <a:pt x="1973935" y="0"/>
                  </a:lnTo>
                  <a:close/>
                </a:path>
                <a:path w="6102984" h="2055495">
                  <a:moveTo>
                    <a:pt x="2008517" y="2046363"/>
                  </a:moveTo>
                  <a:lnTo>
                    <a:pt x="1981352" y="2046363"/>
                  </a:lnTo>
                  <a:lnTo>
                    <a:pt x="1981352" y="2055418"/>
                  </a:lnTo>
                  <a:lnTo>
                    <a:pt x="2008517" y="2055418"/>
                  </a:lnTo>
                  <a:lnTo>
                    <a:pt x="2008517" y="2046363"/>
                  </a:lnTo>
                  <a:close/>
                </a:path>
                <a:path w="6102984" h="2055495">
                  <a:moveTo>
                    <a:pt x="2019198" y="0"/>
                  </a:moveTo>
                  <a:lnTo>
                    <a:pt x="1992045" y="0"/>
                  </a:lnTo>
                  <a:lnTo>
                    <a:pt x="1992045" y="9055"/>
                  </a:lnTo>
                  <a:lnTo>
                    <a:pt x="2019198" y="9055"/>
                  </a:lnTo>
                  <a:lnTo>
                    <a:pt x="2019198" y="0"/>
                  </a:lnTo>
                  <a:close/>
                </a:path>
                <a:path w="6102984" h="2055495">
                  <a:moveTo>
                    <a:pt x="2053793" y="2046363"/>
                  </a:moveTo>
                  <a:lnTo>
                    <a:pt x="2026627" y="2046363"/>
                  </a:lnTo>
                  <a:lnTo>
                    <a:pt x="2026627" y="2055418"/>
                  </a:lnTo>
                  <a:lnTo>
                    <a:pt x="2053793" y="2055418"/>
                  </a:lnTo>
                  <a:lnTo>
                    <a:pt x="2053793" y="2046363"/>
                  </a:lnTo>
                  <a:close/>
                </a:path>
                <a:path w="6102984" h="2055495">
                  <a:moveTo>
                    <a:pt x="2064473" y="0"/>
                  </a:moveTo>
                  <a:lnTo>
                    <a:pt x="2037308" y="0"/>
                  </a:lnTo>
                  <a:lnTo>
                    <a:pt x="2037308" y="9055"/>
                  </a:lnTo>
                  <a:lnTo>
                    <a:pt x="2064473" y="9055"/>
                  </a:lnTo>
                  <a:lnTo>
                    <a:pt x="2064473" y="0"/>
                  </a:lnTo>
                  <a:close/>
                </a:path>
                <a:path w="6102984" h="2055495">
                  <a:moveTo>
                    <a:pt x="2099068" y="2046363"/>
                  </a:moveTo>
                  <a:lnTo>
                    <a:pt x="2071903" y="2046363"/>
                  </a:lnTo>
                  <a:lnTo>
                    <a:pt x="2071903" y="2055418"/>
                  </a:lnTo>
                  <a:lnTo>
                    <a:pt x="2099068" y="2055418"/>
                  </a:lnTo>
                  <a:lnTo>
                    <a:pt x="2099068" y="2046363"/>
                  </a:lnTo>
                  <a:close/>
                </a:path>
                <a:path w="6102984" h="2055495">
                  <a:moveTo>
                    <a:pt x="2109749" y="0"/>
                  </a:moveTo>
                  <a:lnTo>
                    <a:pt x="2082584" y="0"/>
                  </a:lnTo>
                  <a:lnTo>
                    <a:pt x="2082584" y="9055"/>
                  </a:lnTo>
                  <a:lnTo>
                    <a:pt x="2109749" y="9055"/>
                  </a:lnTo>
                  <a:lnTo>
                    <a:pt x="2109749" y="0"/>
                  </a:lnTo>
                  <a:close/>
                </a:path>
                <a:path w="6102984" h="2055495">
                  <a:moveTo>
                    <a:pt x="2144344" y="2046363"/>
                  </a:moveTo>
                  <a:lnTo>
                    <a:pt x="2117179" y="2046363"/>
                  </a:lnTo>
                  <a:lnTo>
                    <a:pt x="2117179" y="2055418"/>
                  </a:lnTo>
                  <a:lnTo>
                    <a:pt x="2144344" y="2055418"/>
                  </a:lnTo>
                  <a:lnTo>
                    <a:pt x="2144344" y="2046363"/>
                  </a:lnTo>
                  <a:close/>
                </a:path>
                <a:path w="6102984" h="2055495">
                  <a:moveTo>
                    <a:pt x="2155025" y="0"/>
                  </a:moveTo>
                  <a:lnTo>
                    <a:pt x="2127859" y="0"/>
                  </a:lnTo>
                  <a:lnTo>
                    <a:pt x="2127859" y="9055"/>
                  </a:lnTo>
                  <a:lnTo>
                    <a:pt x="2155025" y="9055"/>
                  </a:lnTo>
                  <a:lnTo>
                    <a:pt x="2155025" y="0"/>
                  </a:lnTo>
                  <a:close/>
                </a:path>
                <a:path w="6102984" h="2055495">
                  <a:moveTo>
                    <a:pt x="2189619" y="2046363"/>
                  </a:moveTo>
                  <a:lnTo>
                    <a:pt x="2162454" y="2046363"/>
                  </a:lnTo>
                  <a:lnTo>
                    <a:pt x="2162454" y="2055418"/>
                  </a:lnTo>
                  <a:lnTo>
                    <a:pt x="2189619" y="2055418"/>
                  </a:lnTo>
                  <a:lnTo>
                    <a:pt x="2189619" y="2046363"/>
                  </a:lnTo>
                  <a:close/>
                </a:path>
                <a:path w="6102984" h="2055495">
                  <a:moveTo>
                    <a:pt x="2200300" y="0"/>
                  </a:moveTo>
                  <a:lnTo>
                    <a:pt x="2173135" y="0"/>
                  </a:lnTo>
                  <a:lnTo>
                    <a:pt x="2173135" y="9055"/>
                  </a:lnTo>
                  <a:lnTo>
                    <a:pt x="2200300" y="9055"/>
                  </a:lnTo>
                  <a:lnTo>
                    <a:pt x="2200300" y="0"/>
                  </a:lnTo>
                  <a:close/>
                </a:path>
                <a:path w="6102984" h="2055495">
                  <a:moveTo>
                    <a:pt x="2234882" y="2046363"/>
                  </a:moveTo>
                  <a:lnTo>
                    <a:pt x="2207730" y="2046363"/>
                  </a:lnTo>
                  <a:lnTo>
                    <a:pt x="2207730" y="2055418"/>
                  </a:lnTo>
                  <a:lnTo>
                    <a:pt x="2234882" y="2055418"/>
                  </a:lnTo>
                  <a:lnTo>
                    <a:pt x="2234882" y="2046363"/>
                  </a:lnTo>
                  <a:close/>
                </a:path>
                <a:path w="6102984" h="2055495">
                  <a:moveTo>
                    <a:pt x="2245576" y="0"/>
                  </a:moveTo>
                  <a:lnTo>
                    <a:pt x="2218410" y="0"/>
                  </a:lnTo>
                  <a:lnTo>
                    <a:pt x="2218410" y="9055"/>
                  </a:lnTo>
                  <a:lnTo>
                    <a:pt x="2245576" y="9055"/>
                  </a:lnTo>
                  <a:lnTo>
                    <a:pt x="2245576" y="0"/>
                  </a:lnTo>
                  <a:close/>
                </a:path>
                <a:path w="6102984" h="2055495">
                  <a:moveTo>
                    <a:pt x="2280158" y="2046363"/>
                  </a:moveTo>
                  <a:lnTo>
                    <a:pt x="2252992" y="2046363"/>
                  </a:lnTo>
                  <a:lnTo>
                    <a:pt x="2252992" y="2055418"/>
                  </a:lnTo>
                  <a:lnTo>
                    <a:pt x="2280158" y="2055418"/>
                  </a:lnTo>
                  <a:lnTo>
                    <a:pt x="2280158" y="2046363"/>
                  </a:lnTo>
                  <a:close/>
                </a:path>
                <a:path w="6102984" h="2055495">
                  <a:moveTo>
                    <a:pt x="2290851" y="0"/>
                  </a:moveTo>
                  <a:lnTo>
                    <a:pt x="2263686" y="0"/>
                  </a:lnTo>
                  <a:lnTo>
                    <a:pt x="2263686" y="9055"/>
                  </a:lnTo>
                  <a:lnTo>
                    <a:pt x="2290851" y="9055"/>
                  </a:lnTo>
                  <a:lnTo>
                    <a:pt x="2290851" y="0"/>
                  </a:lnTo>
                  <a:close/>
                </a:path>
                <a:path w="6102984" h="2055495">
                  <a:moveTo>
                    <a:pt x="2325433" y="2046363"/>
                  </a:moveTo>
                  <a:lnTo>
                    <a:pt x="2298268" y="2046363"/>
                  </a:lnTo>
                  <a:lnTo>
                    <a:pt x="2298268" y="2055418"/>
                  </a:lnTo>
                  <a:lnTo>
                    <a:pt x="2325433" y="2055418"/>
                  </a:lnTo>
                  <a:lnTo>
                    <a:pt x="2325433" y="2046363"/>
                  </a:lnTo>
                  <a:close/>
                </a:path>
                <a:path w="6102984" h="2055495">
                  <a:moveTo>
                    <a:pt x="2336114" y="0"/>
                  </a:moveTo>
                  <a:lnTo>
                    <a:pt x="2308949" y="0"/>
                  </a:lnTo>
                  <a:lnTo>
                    <a:pt x="2308949" y="9055"/>
                  </a:lnTo>
                  <a:lnTo>
                    <a:pt x="2336114" y="9055"/>
                  </a:lnTo>
                  <a:lnTo>
                    <a:pt x="2336114" y="0"/>
                  </a:lnTo>
                  <a:close/>
                </a:path>
                <a:path w="6102984" h="2055495">
                  <a:moveTo>
                    <a:pt x="2370709" y="2046363"/>
                  </a:moveTo>
                  <a:lnTo>
                    <a:pt x="2343543" y="2046363"/>
                  </a:lnTo>
                  <a:lnTo>
                    <a:pt x="2343543" y="2055418"/>
                  </a:lnTo>
                  <a:lnTo>
                    <a:pt x="2370709" y="2055418"/>
                  </a:lnTo>
                  <a:lnTo>
                    <a:pt x="2370709" y="2046363"/>
                  </a:lnTo>
                  <a:close/>
                </a:path>
                <a:path w="6102984" h="2055495">
                  <a:moveTo>
                    <a:pt x="2381389" y="0"/>
                  </a:moveTo>
                  <a:lnTo>
                    <a:pt x="2354224" y="0"/>
                  </a:lnTo>
                  <a:lnTo>
                    <a:pt x="2354224" y="9055"/>
                  </a:lnTo>
                  <a:lnTo>
                    <a:pt x="2381389" y="9055"/>
                  </a:lnTo>
                  <a:lnTo>
                    <a:pt x="2381389" y="0"/>
                  </a:lnTo>
                  <a:close/>
                </a:path>
                <a:path w="6102984" h="2055495">
                  <a:moveTo>
                    <a:pt x="2415984" y="2046363"/>
                  </a:moveTo>
                  <a:lnTo>
                    <a:pt x="2388819" y="2046363"/>
                  </a:lnTo>
                  <a:lnTo>
                    <a:pt x="2388819" y="2055418"/>
                  </a:lnTo>
                  <a:lnTo>
                    <a:pt x="2415984" y="2055418"/>
                  </a:lnTo>
                  <a:lnTo>
                    <a:pt x="2415984" y="2046363"/>
                  </a:lnTo>
                  <a:close/>
                </a:path>
                <a:path w="6102984" h="2055495">
                  <a:moveTo>
                    <a:pt x="2426665" y="0"/>
                  </a:moveTo>
                  <a:lnTo>
                    <a:pt x="2399500" y="0"/>
                  </a:lnTo>
                  <a:lnTo>
                    <a:pt x="2399500" y="9055"/>
                  </a:lnTo>
                  <a:lnTo>
                    <a:pt x="2426665" y="9055"/>
                  </a:lnTo>
                  <a:lnTo>
                    <a:pt x="2426665" y="0"/>
                  </a:lnTo>
                  <a:close/>
                </a:path>
                <a:path w="6102984" h="2055495">
                  <a:moveTo>
                    <a:pt x="2461260" y="2046363"/>
                  </a:moveTo>
                  <a:lnTo>
                    <a:pt x="2434094" y="2046363"/>
                  </a:lnTo>
                  <a:lnTo>
                    <a:pt x="2434094" y="2055418"/>
                  </a:lnTo>
                  <a:lnTo>
                    <a:pt x="2461260" y="2055418"/>
                  </a:lnTo>
                  <a:lnTo>
                    <a:pt x="2461260" y="2046363"/>
                  </a:lnTo>
                  <a:close/>
                </a:path>
                <a:path w="6102984" h="2055495">
                  <a:moveTo>
                    <a:pt x="2471940" y="0"/>
                  </a:moveTo>
                  <a:lnTo>
                    <a:pt x="2444775" y="0"/>
                  </a:lnTo>
                  <a:lnTo>
                    <a:pt x="2444775" y="9055"/>
                  </a:lnTo>
                  <a:lnTo>
                    <a:pt x="2471940" y="9055"/>
                  </a:lnTo>
                  <a:lnTo>
                    <a:pt x="2471940" y="0"/>
                  </a:lnTo>
                  <a:close/>
                </a:path>
                <a:path w="6102984" h="2055495">
                  <a:moveTo>
                    <a:pt x="2506535" y="2046363"/>
                  </a:moveTo>
                  <a:lnTo>
                    <a:pt x="2479370" y="2046363"/>
                  </a:lnTo>
                  <a:lnTo>
                    <a:pt x="2479370" y="2055418"/>
                  </a:lnTo>
                  <a:lnTo>
                    <a:pt x="2506535" y="2055418"/>
                  </a:lnTo>
                  <a:lnTo>
                    <a:pt x="2506535" y="2046363"/>
                  </a:lnTo>
                  <a:close/>
                </a:path>
                <a:path w="6102984" h="2055495">
                  <a:moveTo>
                    <a:pt x="2517216" y="0"/>
                  </a:moveTo>
                  <a:lnTo>
                    <a:pt x="2490051" y="0"/>
                  </a:lnTo>
                  <a:lnTo>
                    <a:pt x="2490051" y="9055"/>
                  </a:lnTo>
                  <a:lnTo>
                    <a:pt x="2517216" y="9055"/>
                  </a:lnTo>
                  <a:lnTo>
                    <a:pt x="2517216" y="0"/>
                  </a:lnTo>
                  <a:close/>
                </a:path>
                <a:path w="6102984" h="2055495">
                  <a:moveTo>
                    <a:pt x="2551798" y="2046363"/>
                  </a:moveTo>
                  <a:lnTo>
                    <a:pt x="2524633" y="2046363"/>
                  </a:lnTo>
                  <a:lnTo>
                    <a:pt x="2524633" y="2055418"/>
                  </a:lnTo>
                  <a:lnTo>
                    <a:pt x="2551798" y="2055418"/>
                  </a:lnTo>
                  <a:lnTo>
                    <a:pt x="2551798" y="2046363"/>
                  </a:lnTo>
                  <a:close/>
                </a:path>
                <a:path w="6102984" h="2055495">
                  <a:moveTo>
                    <a:pt x="2562491" y="0"/>
                  </a:moveTo>
                  <a:lnTo>
                    <a:pt x="2535326" y="0"/>
                  </a:lnTo>
                  <a:lnTo>
                    <a:pt x="2535326" y="9055"/>
                  </a:lnTo>
                  <a:lnTo>
                    <a:pt x="2562491" y="9055"/>
                  </a:lnTo>
                  <a:lnTo>
                    <a:pt x="2562491" y="0"/>
                  </a:lnTo>
                  <a:close/>
                </a:path>
                <a:path w="6102984" h="2055495">
                  <a:moveTo>
                    <a:pt x="2597073" y="2046363"/>
                  </a:moveTo>
                  <a:lnTo>
                    <a:pt x="2569908" y="2046363"/>
                  </a:lnTo>
                  <a:lnTo>
                    <a:pt x="2569908" y="2055418"/>
                  </a:lnTo>
                  <a:lnTo>
                    <a:pt x="2597073" y="2055418"/>
                  </a:lnTo>
                  <a:lnTo>
                    <a:pt x="2597073" y="2046363"/>
                  </a:lnTo>
                  <a:close/>
                </a:path>
                <a:path w="6102984" h="2055495">
                  <a:moveTo>
                    <a:pt x="2607754" y="0"/>
                  </a:moveTo>
                  <a:lnTo>
                    <a:pt x="2580602" y="0"/>
                  </a:lnTo>
                  <a:lnTo>
                    <a:pt x="2580602" y="9055"/>
                  </a:lnTo>
                  <a:lnTo>
                    <a:pt x="2607754" y="9055"/>
                  </a:lnTo>
                  <a:lnTo>
                    <a:pt x="2607754" y="0"/>
                  </a:lnTo>
                  <a:close/>
                </a:path>
                <a:path w="6102984" h="2055495">
                  <a:moveTo>
                    <a:pt x="2642349" y="2046363"/>
                  </a:moveTo>
                  <a:lnTo>
                    <a:pt x="2615184" y="2046363"/>
                  </a:lnTo>
                  <a:lnTo>
                    <a:pt x="2615184" y="2055418"/>
                  </a:lnTo>
                  <a:lnTo>
                    <a:pt x="2642349" y="2055418"/>
                  </a:lnTo>
                  <a:lnTo>
                    <a:pt x="2642349" y="2046363"/>
                  </a:lnTo>
                  <a:close/>
                </a:path>
                <a:path w="6102984" h="2055495">
                  <a:moveTo>
                    <a:pt x="2653030" y="0"/>
                  </a:moveTo>
                  <a:lnTo>
                    <a:pt x="2625864" y="0"/>
                  </a:lnTo>
                  <a:lnTo>
                    <a:pt x="2625864" y="9055"/>
                  </a:lnTo>
                  <a:lnTo>
                    <a:pt x="2653030" y="9055"/>
                  </a:lnTo>
                  <a:lnTo>
                    <a:pt x="2653030" y="0"/>
                  </a:lnTo>
                  <a:close/>
                </a:path>
                <a:path w="6102984" h="2055495">
                  <a:moveTo>
                    <a:pt x="2687624" y="2046363"/>
                  </a:moveTo>
                  <a:lnTo>
                    <a:pt x="2660459" y="2046363"/>
                  </a:lnTo>
                  <a:lnTo>
                    <a:pt x="2660459" y="2055418"/>
                  </a:lnTo>
                  <a:lnTo>
                    <a:pt x="2687624" y="2055418"/>
                  </a:lnTo>
                  <a:lnTo>
                    <a:pt x="2687624" y="2046363"/>
                  </a:lnTo>
                  <a:close/>
                </a:path>
                <a:path w="6102984" h="2055495">
                  <a:moveTo>
                    <a:pt x="2698305" y="0"/>
                  </a:moveTo>
                  <a:lnTo>
                    <a:pt x="2671140" y="0"/>
                  </a:lnTo>
                  <a:lnTo>
                    <a:pt x="2671140" y="9055"/>
                  </a:lnTo>
                  <a:lnTo>
                    <a:pt x="2698305" y="9055"/>
                  </a:lnTo>
                  <a:lnTo>
                    <a:pt x="2698305" y="0"/>
                  </a:lnTo>
                  <a:close/>
                </a:path>
                <a:path w="6102984" h="2055495">
                  <a:moveTo>
                    <a:pt x="2732900" y="2046363"/>
                  </a:moveTo>
                  <a:lnTo>
                    <a:pt x="2705735" y="2046363"/>
                  </a:lnTo>
                  <a:lnTo>
                    <a:pt x="2705735" y="2055418"/>
                  </a:lnTo>
                  <a:lnTo>
                    <a:pt x="2732900" y="2055418"/>
                  </a:lnTo>
                  <a:lnTo>
                    <a:pt x="2732900" y="2046363"/>
                  </a:lnTo>
                  <a:close/>
                </a:path>
                <a:path w="6102984" h="2055495">
                  <a:moveTo>
                    <a:pt x="2743581" y="0"/>
                  </a:moveTo>
                  <a:lnTo>
                    <a:pt x="2716415" y="0"/>
                  </a:lnTo>
                  <a:lnTo>
                    <a:pt x="2716415" y="9055"/>
                  </a:lnTo>
                  <a:lnTo>
                    <a:pt x="2743581" y="9055"/>
                  </a:lnTo>
                  <a:lnTo>
                    <a:pt x="2743581" y="0"/>
                  </a:lnTo>
                  <a:close/>
                </a:path>
                <a:path w="6102984" h="2055495">
                  <a:moveTo>
                    <a:pt x="2778175" y="2046363"/>
                  </a:moveTo>
                  <a:lnTo>
                    <a:pt x="2751010" y="2046363"/>
                  </a:lnTo>
                  <a:lnTo>
                    <a:pt x="2751010" y="2055418"/>
                  </a:lnTo>
                  <a:lnTo>
                    <a:pt x="2778175" y="2055418"/>
                  </a:lnTo>
                  <a:lnTo>
                    <a:pt x="2778175" y="2046363"/>
                  </a:lnTo>
                  <a:close/>
                </a:path>
                <a:path w="6102984" h="2055495">
                  <a:moveTo>
                    <a:pt x="2788856" y="0"/>
                  </a:moveTo>
                  <a:lnTo>
                    <a:pt x="2761691" y="0"/>
                  </a:lnTo>
                  <a:lnTo>
                    <a:pt x="2761691" y="9055"/>
                  </a:lnTo>
                  <a:lnTo>
                    <a:pt x="2788856" y="9055"/>
                  </a:lnTo>
                  <a:lnTo>
                    <a:pt x="2788856" y="0"/>
                  </a:lnTo>
                  <a:close/>
                </a:path>
                <a:path w="6102984" h="2055495">
                  <a:moveTo>
                    <a:pt x="2823438" y="2046363"/>
                  </a:moveTo>
                  <a:lnTo>
                    <a:pt x="2796286" y="2046363"/>
                  </a:lnTo>
                  <a:lnTo>
                    <a:pt x="2796286" y="2055418"/>
                  </a:lnTo>
                  <a:lnTo>
                    <a:pt x="2823438" y="2055418"/>
                  </a:lnTo>
                  <a:lnTo>
                    <a:pt x="2823438" y="2046363"/>
                  </a:lnTo>
                  <a:close/>
                </a:path>
                <a:path w="6102984" h="2055495">
                  <a:moveTo>
                    <a:pt x="2834132" y="0"/>
                  </a:moveTo>
                  <a:lnTo>
                    <a:pt x="2806966" y="0"/>
                  </a:lnTo>
                  <a:lnTo>
                    <a:pt x="2806966" y="9055"/>
                  </a:lnTo>
                  <a:lnTo>
                    <a:pt x="2834132" y="9055"/>
                  </a:lnTo>
                  <a:lnTo>
                    <a:pt x="2834132" y="0"/>
                  </a:lnTo>
                  <a:close/>
                </a:path>
                <a:path w="6102984" h="2055495">
                  <a:moveTo>
                    <a:pt x="2868714" y="2046363"/>
                  </a:moveTo>
                  <a:lnTo>
                    <a:pt x="2841548" y="2046363"/>
                  </a:lnTo>
                  <a:lnTo>
                    <a:pt x="2841548" y="2055418"/>
                  </a:lnTo>
                  <a:lnTo>
                    <a:pt x="2868714" y="2055418"/>
                  </a:lnTo>
                  <a:lnTo>
                    <a:pt x="2868714" y="2046363"/>
                  </a:lnTo>
                  <a:close/>
                </a:path>
                <a:path w="6102984" h="2055495">
                  <a:moveTo>
                    <a:pt x="2879407" y="0"/>
                  </a:moveTo>
                  <a:lnTo>
                    <a:pt x="2852242" y="0"/>
                  </a:lnTo>
                  <a:lnTo>
                    <a:pt x="2852242" y="9055"/>
                  </a:lnTo>
                  <a:lnTo>
                    <a:pt x="2879407" y="9055"/>
                  </a:lnTo>
                  <a:lnTo>
                    <a:pt x="2879407" y="0"/>
                  </a:lnTo>
                  <a:close/>
                </a:path>
                <a:path w="6102984" h="2055495">
                  <a:moveTo>
                    <a:pt x="2913989" y="2046363"/>
                  </a:moveTo>
                  <a:lnTo>
                    <a:pt x="2886824" y="2046363"/>
                  </a:lnTo>
                  <a:lnTo>
                    <a:pt x="2886824" y="2055418"/>
                  </a:lnTo>
                  <a:lnTo>
                    <a:pt x="2913989" y="2055418"/>
                  </a:lnTo>
                  <a:lnTo>
                    <a:pt x="2913989" y="2046363"/>
                  </a:lnTo>
                  <a:close/>
                </a:path>
                <a:path w="6102984" h="2055495">
                  <a:moveTo>
                    <a:pt x="2924670" y="0"/>
                  </a:moveTo>
                  <a:lnTo>
                    <a:pt x="2897505" y="0"/>
                  </a:lnTo>
                  <a:lnTo>
                    <a:pt x="2897505" y="9055"/>
                  </a:lnTo>
                  <a:lnTo>
                    <a:pt x="2924670" y="9055"/>
                  </a:lnTo>
                  <a:lnTo>
                    <a:pt x="2924670" y="0"/>
                  </a:lnTo>
                  <a:close/>
                </a:path>
                <a:path w="6102984" h="2055495">
                  <a:moveTo>
                    <a:pt x="2959265" y="2046363"/>
                  </a:moveTo>
                  <a:lnTo>
                    <a:pt x="2932099" y="2046363"/>
                  </a:lnTo>
                  <a:lnTo>
                    <a:pt x="2932099" y="2055418"/>
                  </a:lnTo>
                  <a:lnTo>
                    <a:pt x="2959265" y="2055418"/>
                  </a:lnTo>
                  <a:lnTo>
                    <a:pt x="2959265" y="2046363"/>
                  </a:lnTo>
                  <a:close/>
                </a:path>
                <a:path w="6102984" h="2055495">
                  <a:moveTo>
                    <a:pt x="2969945" y="0"/>
                  </a:moveTo>
                  <a:lnTo>
                    <a:pt x="2942780" y="0"/>
                  </a:lnTo>
                  <a:lnTo>
                    <a:pt x="2942780" y="9055"/>
                  </a:lnTo>
                  <a:lnTo>
                    <a:pt x="2969945" y="9055"/>
                  </a:lnTo>
                  <a:lnTo>
                    <a:pt x="2969945" y="0"/>
                  </a:lnTo>
                  <a:close/>
                </a:path>
                <a:path w="6102984" h="2055495">
                  <a:moveTo>
                    <a:pt x="3004540" y="2046363"/>
                  </a:moveTo>
                  <a:lnTo>
                    <a:pt x="2977375" y="2046363"/>
                  </a:lnTo>
                  <a:lnTo>
                    <a:pt x="2977375" y="2055418"/>
                  </a:lnTo>
                  <a:lnTo>
                    <a:pt x="3004540" y="2055418"/>
                  </a:lnTo>
                  <a:lnTo>
                    <a:pt x="3004540" y="2046363"/>
                  </a:lnTo>
                  <a:close/>
                </a:path>
                <a:path w="6102984" h="2055495">
                  <a:moveTo>
                    <a:pt x="3015221" y="0"/>
                  </a:moveTo>
                  <a:lnTo>
                    <a:pt x="2988056" y="0"/>
                  </a:lnTo>
                  <a:lnTo>
                    <a:pt x="2988056" y="9055"/>
                  </a:lnTo>
                  <a:lnTo>
                    <a:pt x="3015221" y="9055"/>
                  </a:lnTo>
                  <a:lnTo>
                    <a:pt x="3015221" y="0"/>
                  </a:lnTo>
                  <a:close/>
                </a:path>
                <a:path w="6102984" h="2055495">
                  <a:moveTo>
                    <a:pt x="3049816" y="2046363"/>
                  </a:moveTo>
                  <a:lnTo>
                    <a:pt x="3022650" y="2046363"/>
                  </a:lnTo>
                  <a:lnTo>
                    <a:pt x="3022650" y="2055418"/>
                  </a:lnTo>
                  <a:lnTo>
                    <a:pt x="3049816" y="2055418"/>
                  </a:lnTo>
                  <a:lnTo>
                    <a:pt x="3049816" y="2046363"/>
                  </a:lnTo>
                  <a:close/>
                </a:path>
                <a:path w="6102984" h="2055495">
                  <a:moveTo>
                    <a:pt x="3060496" y="0"/>
                  </a:moveTo>
                  <a:lnTo>
                    <a:pt x="3033331" y="0"/>
                  </a:lnTo>
                  <a:lnTo>
                    <a:pt x="3033331" y="9055"/>
                  </a:lnTo>
                  <a:lnTo>
                    <a:pt x="3060496" y="9055"/>
                  </a:lnTo>
                  <a:lnTo>
                    <a:pt x="3060496" y="0"/>
                  </a:lnTo>
                  <a:close/>
                </a:path>
                <a:path w="6102984" h="2055495">
                  <a:moveTo>
                    <a:pt x="3095091" y="2046363"/>
                  </a:moveTo>
                  <a:lnTo>
                    <a:pt x="3067926" y="2046363"/>
                  </a:lnTo>
                  <a:lnTo>
                    <a:pt x="3067926" y="2055418"/>
                  </a:lnTo>
                  <a:lnTo>
                    <a:pt x="3095091" y="2055418"/>
                  </a:lnTo>
                  <a:lnTo>
                    <a:pt x="3095091" y="2046363"/>
                  </a:lnTo>
                  <a:close/>
                </a:path>
                <a:path w="6102984" h="2055495">
                  <a:moveTo>
                    <a:pt x="3105772" y="0"/>
                  </a:moveTo>
                  <a:lnTo>
                    <a:pt x="3078607" y="0"/>
                  </a:lnTo>
                  <a:lnTo>
                    <a:pt x="3078607" y="9055"/>
                  </a:lnTo>
                  <a:lnTo>
                    <a:pt x="3105772" y="9055"/>
                  </a:lnTo>
                  <a:lnTo>
                    <a:pt x="3105772" y="0"/>
                  </a:lnTo>
                  <a:close/>
                </a:path>
                <a:path w="6102984" h="2055495">
                  <a:moveTo>
                    <a:pt x="3140354" y="2046363"/>
                  </a:moveTo>
                  <a:lnTo>
                    <a:pt x="3113189" y="2046363"/>
                  </a:lnTo>
                  <a:lnTo>
                    <a:pt x="3113189" y="2055418"/>
                  </a:lnTo>
                  <a:lnTo>
                    <a:pt x="3140354" y="2055418"/>
                  </a:lnTo>
                  <a:lnTo>
                    <a:pt x="3140354" y="2046363"/>
                  </a:lnTo>
                  <a:close/>
                </a:path>
                <a:path w="6102984" h="2055495">
                  <a:moveTo>
                    <a:pt x="3151047" y="0"/>
                  </a:moveTo>
                  <a:lnTo>
                    <a:pt x="3123882" y="0"/>
                  </a:lnTo>
                  <a:lnTo>
                    <a:pt x="3123882" y="9055"/>
                  </a:lnTo>
                  <a:lnTo>
                    <a:pt x="3151047" y="9055"/>
                  </a:lnTo>
                  <a:lnTo>
                    <a:pt x="3151047" y="0"/>
                  </a:lnTo>
                  <a:close/>
                </a:path>
                <a:path w="6102984" h="2055495">
                  <a:moveTo>
                    <a:pt x="3185630" y="2046363"/>
                  </a:moveTo>
                  <a:lnTo>
                    <a:pt x="3158464" y="2046363"/>
                  </a:lnTo>
                  <a:lnTo>
                    <a:pt x="3158464" y="2055418"/>
                  </a:lnTo>
                  <a:lnTo>
                    <a:pt x="3185630" y="2055418"/>
                  </a:lnTo>
                  <a:lnTo>
                    <a:pt x="3185630" y="2046363"/>
                  </a:lnTo>
                  <a:close/>
                </a:path>
                <a:path w="6102984" h="2055495">
                  <a:moveTo>
                    <a:pt x="3196310" y="0"/>
                  </a:moveTo>
                  <a:lnTo>
                    <a:pt x="3169158" y="0"/>
                  </a:lnTo>
                  <a:lnTo>
                    <a:pt x="3169158" y="9055"/>
                  </a:lnTo>
                  <a:lnTo>
                    <a:pt x="3196310" y="9055"/>
                  </a:lnTo>
                  <a:lnTo>
                    <a:pt x="3196310" y="0"/>
                  </a:lnTo>
                  <a:close/>
                </a:path>
                <a:path w="6102984" h="2055495">
                  <a:moveTo>
                    <a:pt x="3230905" y="2046363"/>
                  </a:moveTo>
                  <a:lnTo>
                    <a:pt x="3203740" y="2046363"/>
                  </a:lnTo>
                  <a:lnTo>
                    <a:pt x="3203740" y="2055418"/>
                  </a:lnTo>
                  <a:lnTo>
                    <a:pt x="3230905" y="2055418"/>
                  </a:lnTo>
                  <a:lnTo>
                    <a:pt x="3230905" y="2046363"/>
                  </a:lnTo>
                  <a:close/>
                </a:path>
                <a:path w="6102984" h="2055495">
                  <a:moveTo>
                    <a:pt x="3241586" y="0"/>
                  </a:moveTo>
                  <a:lnTo>
                    <a:pt x="3214420" y="0"/>
                  </a:lnTo>
                  <a:lnTo>
                    <a:pt x="3214420" y="9055"/>
                  </a:lnTo>
                  <a:lnTo>
                    <a:pt x="3241586" y="9055"/>
                  </a:lnTo>
                  <a:lnTo>
                    <a:pt x="3241586" y="0"/>
                  </a:lnTo>
                  <a:close/>
                </a:path>
                <a:path w="6102984" h="2055495">
                  <a:moveTo>
                    <a:pt x="3276181" y="2046363"/>
                  </a:moveTo>
                  <a:lnTo>
                    <a:pt x="3249015" y="2046363"/>
                  </a:lnTo>
                  <a:lnTo>
                    <a:pt x="3249015" y="2055418"/>
                  </a:lnTo>
                  <a:lnTo>
                    <a:pt x="3276181" y="2055418"/>
                  </a:lnTo>
                  <a:lnTo>
                    <a:pt x="3276181" y="2046363"/>
                  </a:lnTo>
                  <a:close/>
                </a:path>
                <a:path w="6102984" h="2055495">
                  <a:moveTo>
                    <a:pt x="3286861" y="0"/>
                  </a:moveTo>
                  <a:lnTo>
                    <a:pt x="3259696" y="0"/>
                  </a:lnTo>
                  <a:lnTo>
                    <a:pt x="3259696" y="9055"/>
                  </a:lnTo>
                  <a:lnTo>
                    <a:pt x="3286861" y="9055"/>
                  </a:lnTo>
                  <a:lnTo>
                    <a:pt x="3286861" y="0"/>
                  </a:lnTo>
                  <a:close/>
                </a:path>
                <a:path w="6102984" h="2055495">
                  <a:moveTo>
                    <a:pt x="3321456" y="2046363"/>
                  </a:moveTo>
                  <a:lnTo>
                    <a:pt x="3294291" y="2046363"/>
                  </a:lnTo>
                  <a:lnTo>
                    <a:pt x="3294291" y="2055418"/>
                  </a:lnTo>
                  <a:lnTo>
                    <a:pt x="3321456" y="2055418"/>
                  </a:lnTo>
                  <a:lnTo>
                    <a:pt x="3321456" y="2046363"/>
                  </a:lnTo>
                  <a:close/>
                </a:path>
                <a:path w="6102984" h="2055495">
                  <a:moveTo>
                    <a:pt x="3332137" y="0"/>
                  </a:moveTo>
                  <a:lnTo>
                    <a:pt x="3304971" y="0"/>
                  </a:lnTo>
                  <a:lnTo>
                    <a:pt x="3304971" y="9055"/>
                  </a:lnTo>
                  <a:lnTo>
                    <a:pt x="3332137" y="9055"/>
                  </a:lnTo>
                  <a:lnTo>
                    <a:pt x="3332137" y="0"/>
                  </a:lnTo>
                  <a:close/>
                </a:path>
                <a:path w="6102984" h="2055495">
                  <a:moveTo>
                    <a:pt x="3366732" y="2046363"/>
                  </a:moveTo>
                  <a:lnTo>
                    <a:pt x="3339566" y="2046363"/>
                  </a:lnTo>
                  <a:lnTo>
                    <a:pt x="3339566" y="2055418"/>
                  </a:lnTo>
                  <a:lnTo>
                    <a:pt x="3366732" y="2055418"/>
                  </a:lnTo>
                  <a:lnTo>
                    <a:pt x="3366732" y="2046363"/>
                  </a:lnTo>
                  <a:close/>
                </a:path>
                <a:path w="6102984" h="2055495">
                  <a:moveTo>
                    <a:pt x="3377412" y="0"/>
                  </a:moveTo>
                  <a:lnTo>
                    <a:pt x="3350247" y="0"/>
                  </a:lnTo>
                  <a:lnTo>
                    <a:pt x="3350247" y="9055"/>
                  </a:lnTo>
                  <a:lnTo>
                    <a:pt x="3377412" y="9055"/>
                  </a:lnTo>
                  <a:lnTo>
                    <a:pt x="3377412" y="0"/>
                  </a:lnTo>
                  <a:close/>
                </a:path>
                <a:path w="6102984" h="2055495">
                  <a:moveTo>
                    <a:pt x="3411994" y="2046363"/>
                  </a:moveTo>
                  <a:lnTo>
                    <a:pt x="3384842" y="2046363"/>
                  </a:lnTo>
                  <a:lnTo>
                    <a:pt x="3384842" y="2055418"/>
                  </a:lnTo>
                  <a:lnTo>
                    <a:pt x="3411994" y="2055418"/>
                  </a:lnTo>
                  <a:lnTo>
                    <a:pt x="3411994" y="2046363"/>
                  </a:lnTo>
                  <a:close/>
                </a:path>
                <a:path w="6102984" h="2055495">
                  <a:moveTo>
                    <a:pt x="3422688" y="0"/>
                  </a:moveTo>
                  <a:lnTo>
                    <a:pt x="3395522" y="0"/>
                  </a:lnTo>
                  <a:lnTo>
                    <a:pt x="3395522" y="9055"/>
                  </a:lnTo>
                  <a:lnTo>
                    <a:pt x="3422688" y="9055"/>
                  </a:lnTo>
                  <a:lnTo>
                    <a:pt x="3422688" y="0"/>
                  </a:lnTo>
                  <a:close/>
                </a:path>
                <a:path w="6102984" h="2055495">
                  <a:moveTo>
                    <a:pt x="3457270" y="2046363"/>
                  </a:moveTo>
                  <a:lnTo>
                    <a:pt x="3430105" y="2046363"/>
                  </a:lnTo>
                  <a:lnTo>
                    <a:pt x="3430105" y="2055418"/>
                  </a:lnTo>
                  <a:lnTo>
                    <a:pt x="3457270" y="2055418"/>
                  </a:lnTo>
                  <a:lnTo>
                    <a:pt x="3457270" y="2046363"/>
                  </a:lnTo>
                  <a:close/>
                </a:path>
                <a:path w="6102984" h="2055495">
                  <a:moveTo>
                    <a:pt x="3467963" y="0"/>
                  </a:moveTo>
                  <a:lnTo>
                    <a:pt x="3440798" y="0"/>
                  </a:lnTo>
                  <a:lnTo>
                    <a:pt x="3440798" y="9055"/>
                  </a:lnTo>
                  <a:lnTo>
                    <a:pt x="3467963" y="9055"/>
                  </a:lnTo>
                  <a:lnTo>
                    <a:pt x="3467963" y="0"/>
                  </a:lnTo>
                  <a:close/>
                </a:path>
                <a:path w="6102984" h="2055495">
                  <a:moveTo>
                    <a:pt x="3502545" y="2046363"/>
                  </a:moveTo>
                  <a:lnTo>
                    <a:pt x="3475380" y="2046363"/>
                  </a:lnTo>
                  <a:lnTo>
                    <a:pt x="3475380" y="2055418"/>
                  </a:lnTo>
                  <a:lnTo>
                    <a:pt x="3502545" y="2055418"/>
                  </a:lnTo>
                  <a:lnTo>
                    <a:pt x="3502545" y="2046363"/>
                  </a:lnTo>
                  <a:close/>
                </a:path>
                <a:path w="6102984" h="2055495">
                  <a:moveTo>
                    <a:pt x="3513226" y="0"/>
                  </a:moveTo>
                  <a:lnTo>
                    <a:pt x="3486061" y="0"/>
                  </a:lnTo>
                  <a:lnTo>
                    <a:pt x="3486061" y="9055"/>
                  </a:lnTo>
                  <a:lnTo>
                    <a:pt x="3513226" y="9055"/>
                  </a:lnTo>
                  <a:lnTo>
                    <a:pt x="3513226" y="0"/>
                  </a:lnTo>
                  <a:close/>
                </a:path>
                <a:path w="6102984" h="2055495">
                  <a:moveTo>
                    <a:pt x="3547821" y="2046363"/>
                  </a:moveTo>
                  <a:lnTo>
                    <a:pt x="3520656" y="2046363"/>
                  </a:lnTo>
                  <a:lnTo>
                    <a:pt x="3520656" y="2055418"/>
                  </a:lnTo>
                  <a:lnTo>
                    <a:pt x="3547821" y="2055418"/>
                  </a:lnTo>
                  <a:lnTo>
                    <a:pt x="3547821" y="2046363"/>
                  </a:lnTo>
                  <a:close/>
                </a:path>
                <a:path w="6102984" h="2055495">
                  <a:moveTo>
                    <a:pt x="3558502" y="0"/>
                  </a:moveTo>
                  <a:lnTo>
                    <a:pt x="3531336" y="0"/>
                  </a:lnTo>
                  <a:lnTo>
                    <a:pt x="3531336" y="9055"/>
                  </a:lnTo>
                  <a:lnTo>
                    <a:pt x="3558502" y="9055"/>
                  </a:lnTo>
                  <a:lnTo>
                    <a:pt x="3558502" y="0"/>
                  </a:lnTo>
                  <a:close/>
                </a:path>
                <a:path w="6102984" h="2055495">
                  <a:moveTo>
                    <a:pt x="3593096" y="2046363"/>
                  </a:moveTo>
                  <a:lnTo>
                    <a:pt x="3565931" y="2046363"/>
                  </a:lnTo>
                  <a:lnTo>
                    <a:pt x="3565931" y="2055418"/>
                  </a:lnTo>
                  <a:lnTo>
                    <a:pt x="3593096" y="2055418"/>
                  </a:lnTo>
                  <a:lnTo>
                    <a:pt x="3593096" y="2046363"/>
                  </a:lnTo>
                  <a:close/>
                </a:path>
                <a:path w="6102984" h="2055495">
                  <a:moveTo>
                    <a:pt x="3603777" y="0"/>
                  </a:moveTo>
                  <a:lnTo>
                    <a:pt x="3576612" y="0"/>
                  </a:lnTo>
                  <a:lnTo>
                    <a:pt x="3576612" y="9055"/>
                  </a:lnTo>
                  <a:lnTo>
                    <a:pt x="3603777" y="9055"/>
                  </a:lnTo>
                  <a:lnTo>
                    <a:pt x="3603777" y="0"/>
                  </a:lnTo>
                  <a:close/>
                </a:path>
                <a:path w="6102984" h="2055495">
                  <a:moveTo>
                    <a:pt x="3638372" y="2046363"/>
                  </a:moveTo>
                  <a:lnTo>
                    <a:pt x="3611207" y="2046363"/>
                  </a:lnTo>
                  <a:lnTo>
                    <a:pt x="3611207" y="2055418"/>
                  </a:lnTo>
                  <a:lnTo>
                    <a:pt x="3638372" y="2055418"/>
                  </a:lnTo>
                  <a:lnTo>
                    <a:pt x="3638372" y="2046363"/>
                  </a:lnTo>
                  <a:close/>
                </a:path>
                <a:path w="6102984" h="2055495">
                  <a:moveTo>
                    <a:pt x="3649053" y="0"/>
                  </a:moveTo>
                  <a:lnTo>
                    <a:pt x="3621887" y="0"/>
                  </a:lnTo>
                  <a:lnTo>
                    <a:pt x="3621887" y="9055"/>
                  </a:lnTo>
                  <a:lnTo>
                    <a:pt x="3649053" y="9055"/>
                  </a:lnTo>
                  <a:lnTo>
                    <a:pt x="3649053" y="0"/>
                  </a:lnTo>
                  <a:close/>
                </a:path>
                <a:path w="6102984" h="2055495">
                  <a:moveTo>
                    <a:pt x="3683647" y="2046363"/>
                  </a:moveTo>
                  <a:lnTo>
                    <a:pt x="3656482" y="2046363"/>
                  </a:lnTo>
                  <a:lnTo>
                    <a:pt x="3656482" y="2055418"/>
                  </a:lnTo>
                  <a:lnTo>
                    <a:pt x="3683647" y="2055418"/>
                  </a:lnTo>
                  <a:lnTo>
                    <a:pt x="3683647" y="2046363"/>
                  </a:lnTo>
                  <a:close/>
                </a:path>
                <a:path w="6102984" h="2055495">
                  <a:moveTo>
                    <a:pt x="3694328" y="0"/>
                  </a:moveTo>
                  <a:lnTo>
                    <a:pt x="3667163" y="0"/>
                  </a:lnTo>
                  <a:lnTo>
                    <a:pt x="3667163" y="9055"/>
                  </a:lnTo>
                  <a:lnTo>
                    <a:pt x="3694328" y="9055"/>
                  </a:lnTo>
                  <a:lnTo>
                    <a:pt x="3694328" y="0"/>
                  </a:lnTo>
                  <a:close/>
                </a:path>
                <a:path w="6102984" h="2055495">
                  <a:moveTo>
                    <a:pt x="3728910" y="2046363"/>
                  </a:moveTo>
                  <a:lnTo>
                    <a:pt x="3701745" y="2046363"/>
                  </a:lnTo>
                  <a:lnTo>
                    <a:pt x="3701745" y="2055418"/>
                  </a:lnTo>
                  <a:lnTo>
                    <a:pt x="3728910" y="2055418"/>
                  </a:lnTo>
                  <a:lnTo>
                    <a:pt x="3728910" y="2046363"/>
                  </a:lnTo>
                  <a:close/>
                </a:path>
                <a:path w="6102984" h="2055495">
                  <a:moveTo>
                    <a:pt x="3739604" y="0"/>
                  </a:moveTo>
                  <a:lnTo>
                    <a:pt x="3712438" y="0"/>
                  </a:lnTo>
                  <a:lnTo>
                    <a:pt x="3712438" y="9055"/>
                  </a:lnTo>
                  <a:lnTo>
                    <a:pt x="3739604" y="9055"/>
                  </a:lnTo>
                  <a:lnTo>
                    <a:pt x="3739604" y="0"/>
                  </a:lnTo>
                  <a:close/>
                </a:path>
                <a:path w="6102984" h="2055495">
                  <a:moveTo>
                    <a:pt x="3774186" y="2046363"/>
                  </a:moveTo>
                  <a:lnTo>
                    <a:pt x="3747020" y="2046363"/>
                  </a:lnTo>
                  <a:lnTo>
                    <a:pt x="3747020" y="2055418"/>
                  </a:lnTo>
                  <a:lnTo>
                    <a:pt x="3774186" y="2055418"/>
                  </a:lnTo>
                  <a:lnTo>
                    <a:pt x="3774186" y="2046363"/>
                  </a:lnTo>
                  <a:close/>
                </a:path>
                <a:path w="6102984" h="2055495">
                  <a:moveTo>
                    <a:pt x="3784866" y="0"/>
                  </a:moveTo>
                  <a:lnTo>
                    <a:pt x="3757714" y="0"/>
                  </a:lnTo>
                  <a:lnTo>
                    <a:pt x="3757714" y="9055"/>
                  </a:lnTo>
                  <a:lnTo>
                    <a:pt x="3784866" y="9055"/>
                  </a:lnTo>
                  <a:lnTo>
                    <a:pt x="3784866" y="0"/>
                  </a:lnTo>
                  <a:close/>
                </a:path>
                <a:path w="6102984" h="2055495">
                  <a:moveTo>
                    <a:pt x="3819461" y="2046363"/>
                  </a:moveTo>
                  <a:lnTo>
                    <a:pt x="3792296" y="2046363"/>
                  </a:lnTo>
                  <a:lnTo>
                    <a:pt x="3792296" y="2055418"/>
                  </a:lnTo>
                  <a:lnTo>
                    <a:pt x="3819461" y="2055418"/>
                  </a:lnTo>
                  <a:lnTo>
                    <a:pt x="3819461" y="2046363"/>
                  </a:lnTo>
                  <a:close/>
                </a:path>
                <a:path w="6102984" h="2055495">
                  <a:moveTo>
                    <a:pt x="3830142" y="0"/>
                  </a:moveTo>
                  <a:lnTo>
                    <a:pt x="3802977" y="0"/>
                  </a:lnTo>
                  <a:lnTo>
                    <a:pt x="3802977" y="9055"/>
                  </a:lnTo>
                  <a:lnTo>
                    <a:pt x="3830142" y="9055"/>
                  </a:lnTo>
                  <a:lnTo>
                    <a:pt x="3830142" y="0"/>
                  </a:lnTo>
                  <a:close/>
                </a:path>
                <a:path w="6102984" h="2055495">
                  <a:moveTo>
                    <a:pt x="3864737" y="2046363"/>
                  </a:moveTo>
                  <a:lnTo>
                    <a:pt x="3837571" y="2046363"/>
                  </a:lnTo>
                  <a:lnTo>
                    <a:pt x="3837571" y="2055418"/>
                  </a:lnTo>
                  <a:lnTo>
                    <a:pt x="3864737" y="2055418"/>
                  </a:lnTo>
                  <a:lnTo>
                    <a:pt x="3864737" y="2046363"/>
                  </a:lnTo>
                  <a:close/>
                </a:path>
                <a:path w="6102984" h="2055495">
                  <a:moveTo>
                    <a:pt x="3875417" y="0"/>
                  </a:moveTo>
                  <a:lnTo>
                    <a:pt x="3848252" y="0"/>
                  </a:lnTo>
                  <a:lnTo>
                    <a:pt x="3848252" y="9055"/>
                  </a:lnTo>
                  <a:lnTo>
                    <a:pt x="3875417" y="9055"/>
                  </a:lnTo>
                  <a:lnTo>
                    <a:pt x="3875417" y="0"/>
                  </a:lnTo>
                  <a:close/>
                </a:path>
                <a:path w="6102984" h="2055495">
                  <a:moveTo>
                    <a:pt x="3910012" y="2046363"/>
                  </a:moveTo>
                  <a:lnTo>
                    <a:pt x="3882847" y="2046363"/>
                  </a:lnTo>
                  <a:lnTo>
                    <a:pt x="3882847" y="2055418"/>
                  </a:lnTo>
                  <a:lnTo>
                    <a:pt x="3910012" y="2055418"/>
                  </a:lnTo>
                  <a:lnTo>
                    <a:pt x="3910012" y="2046363"/>
                  </a:lnTo>
                  <a:close/>
                </a:path>
                <a:path w="6102984" h="2055495">
                  <a:moveTo>
                    <a:pt x="3920693" y="0"/>
                  </a:moveTo>
                  <a:lnTo>
                    <a:pt x="3893528" y="0"/>
                  </a:lnTo>
                  <a:lnTo>
                    <a:pt x="3893528" y="9055"/>
                  </a:lnTo>
                  <a:lnTo>
                    <a:pt x="3920693" y="9055"/>
                  </a:lnTo>
                  <a:lnTo>
                    <a:pt x="3920693" y="0"/>
                  </a:lnTo>
                  <a:close/>
                </a:path>
                <a:path w="6102984" h="2055495">
                  <a:moveTo>
                    <a:pt x="3955288" y="2046363"/>
                  </a:moveTo>
                  <a:lnTo>
                    <a:pt x="3928122" y="2046363"/>
                  </a:lnTo>
                  <a:lnTo>
                    <a:pt x="3928122" y="2055418"/>
                  </a:lnTo>
                  <a:lnTo>
                    <a:pt x="3955288" y="2055418"/>
                  </a:lnTo>
                  <a:lnTo>
                    <a:pt x="3955288" y="2046363"/>
                  </a:lnTo>
                  <a:close/>
                </a:path>
                <a:path w="6102984" h="2055495">
                  <a:moveTo>
                    <a:pt x="3965968" y="0"/>
                  </a:moveTo>
                  <a:lnTo>
                    <a:pt x="3938803" y="0"/>
                  </a:lnTo>
                  <a:lnTo>
                    <a:pt x="3938803" y="9055"/>
                  </a:lnTo>
                  <a:lnTo>
                    <a:pt x="3965968" y="9055"/>
                  </a:lnTo>
                  <a:lnTo>
                    <a:pt x="3965968" y="0"/>
                  </a:lnTo>
                  <a:close/>
                </a:path>
                <a:path w="6102984" h="2055495">
                  <a:moveTo>
                    <a:pt x="4000550" y="2046363"/>
                  </a:moveTo>
                  <a:lnTo>
                    <a:pt x="3973398" y="2046363"/>
                  </a:lnTo>
                  <a:lnTo>
                    <a:pt x="3973398" y="2055418"/>
                  </a:lnTo>
                  <a:lnTo>
                    <a:pt x="4000550" y="2055418"/>
                  </a:lnTo>
                  <a:lnTo>
                    <a:pt x="4000550" y="2046363"/>
                  </a:lnTo>
                  <a:close/>
                </a:path>
                <a:path w="6102984" h="2055495">
                  <a:moveTo>
                    <a:pt x="4011244" y="0"/>
                  </a:moveTo>
                  <a:lnTo>
                    <a:pt x="3984079" y="0"/>
                  </a:lnTo>
                  <a:lnTo>
                    <a:pt x="3984079" y="9055"/>
                  </a:lnTo>
                  <a:lnTo>
                    <a:pt x="4011244" y="9055"/>
                  </a:lnTo>
                  <a:lnTo>
                    <a:pt x="4011244" y="0"/>
                  </a:lnTo>
                  <a:close/>
                </a:path>
                <a:path w="6102984" h="2055495">
                  <a:moveTo>
                    <a:pt x="4045826" y="2046363"/>
                  </a:moveTo>
                  <a:lnTo>
                    <a:pt x="4018661" y="2046363"/>
                  </a:lnTo>
                  <a:lnTo>
                    <a:pt x="4018661" y="2055418"/>
                  </a:lnTo>
                  <a:lnTo>
                    <a:pt x="4045826" y="2055418"/>
                  </a:lnTo>
                  <a:lnTo>
                    <a:pt x="4045826" y="2046363"/>
                  </a:lnTo>
                  <a:close/>
                </a:path>
                <a:path w="6102984" h="2055495">
                  <a:moveTo>
                    <a:pt x="4056519" y="0"/>
                  </a:moveTo>
                  <a:lnTo>
                    <a:pt x="4029354" y="0"/>
                  </a:lnTo>
                  <a:lnTo>
                    <a:pt x="4029354" y="9055"/>
                  </a:lnTo>
                  <a:lnTo>
                    <a:pt x="4056519" y="9055"/>
                  </a:lnTo>
                  <a:lnTo>
                    <a:pt x="4056519" y="0"/>
                  </a:lnTo>
                  <a:close/>
                </a:path>
                <a:path w="6102984" h="2055495">
                  <a:moveTo>
                    <a:pt x="4091101" y="2046363"/>
                  </a:moveTo>
                  <a:lnTo>
                    <a:pt x="4063936" y="2046363"/>
                  </a:lnTo>
                  <a:lnTo>
                    <a:pt x="4063936" y="2055418"/>
                  </a:lnTo>
                  <a:lnTo>
                    <a:pt x="4091101" y="2055418"/>
                  </a:lnTo>
                  <a:lnTo>
                    <a:pt x="4091101" y="2046363"/>
                  </a:lnTo>
                  <a:close/>
                </a:path>
                <a:path w="6102984" h="2055495">
                  <a:moveTo>
                    <a:pt x="4101782" y="0"/>
                  </a:moveTo>
                  <a:lnTo>
                    <a:pt x="4074630" y="0"/>
                  </a:lnTo>
                  <a:lnTo>
                    <a:pt x="4074630" y="9055"/>
                  </a:lnTo>
                  <a:lnTo>
                    <a:pt x="4101782" y="9055"/>
                  </a:lnTo>
                  <a:lnTo>
                    <a:pt x="4101782" y="0"/>
                  </a:lnTo>
                  <a:close/>
                </a:path>
                <a:path w="6102984" h="2055495">
                  <a:moveTo>
                    <a:pt x="4136377" y="2046363"/>
                  </a:moveTo>
                  <a:lnTo>
                    <a:pt x="4109212" y="2046363"/>
                  </a:lnTo>
                  <a:lnTo>
                    <a:pt x="4109212" y="2055418"/>
                  </a:lnTo>
                  <a:lnTo>
                    <a:pt x="4136377" y="2055418"/>
                  </a:lnTo>
                  <a:lnTo>
                    <a:pt x="4136377" y="2046363"/>
                  </a:lnTo>
                  <a:close/>
                </a:path>
                <a:path w="6102984" h="2055495">
                  <a:moveTo>
                    <a:pt x="4147058" y="0"/>
                  </a:moveTo>
                  <a:lnTo>
                    <a:pt x="4119892" y="0"/>
                  </a:lnTo>
                  <a:lnTo>
                    <a:pt x="4119892" y="9055"/>
                  </a:lnTo>
                  <a:lnTo>
                    <a:pt x="4147058" y="9055"/>
                  </a:lnTo>
                  <a:lnTo>
                    <a:pt x="4147058" y="0"/>
                  </a:lnTo>
                  <a:close/>
                </a:path>
                <a:path w="6102984" h="2055495">
                  <a:moveTo>
                    <a:pt x="4181652" y="2046363"/>
                  </a:moveTo>
                  <a:lnTo>
                    <a:pt x="4154487" y="2046363"/>
                  </a:lnTo>
                  <a:lnTo>
                    <a:pt x="4154487" y="2055418"/>
                  </a:lnTo>
                  <a:lnTo>
                    <a:pt x="4181652" y="2055418"/>
                  </a:lnTo>
                  <a:lnTo>
                    <a:pt x="4181652" y="2046363"/>
                  </a:lnTo>
                  <a:close/>
                </a:path>
                <a:path w="6102984" h="2055495">
                  <a:moveTo>
                    <a:pt x="4192333" y="0"/>
                  </a:moveTo>
                  <a:lnTo>
                    <a:pt x="4165168" y="0"/>
                  </a:lnTo>
                  <a:lnTo>
                    <a:pt x="4165168" y="9055"/>
                  </a:lnTo>
                  <a:lnTo>
                    <a:pt x="4192333" y="9055"/>
                  </a:lnTo>
                  <a:lnTo>
                    <a:pt x="4192333" y="0"/>
                  </a:lnTo>
                  <a:close/>
                </a:path>
                <a:path w="6102984" h="2055495">
                  <a:moveTo>
                    <a:pt x="4226928" y="2046363"/>
                  </a:moveTo>
                  <a:lnTo>
                    <a:pt x="4199763" y="2046363"/>
                  </a:lnTo>
                  <a:lnTo>
                    <a:pt x="4199763" y="2055418"/>
                  </a:lnTo>
                  <a:lnTo>
                    <a:pt x="4226928" y="2055418"/>
                  </a:lnTo>
                  <a:lnTo>
                    <a:pt x="4226928" y="2046363"/>
                  </a:lnTo>
                  <a:close/>
                </a:path>
                <a:path w="6102984" h="2055495">
                  <a:moveTo>
                    <a:pt x="4237609" y="0"/>
                  </a:moveTo>
                  <a:lnTo>
                    <a:pt x="4210443" y="0"/>
                  </a:lnTo>
                  <a:lnTo>
                    <a:pt x="4210443" y="9055"/>
                  </a:lnTo>
                  <a:lnTo>
                    <a:pt x="4237609" y="9055"/>
                  </a:lnTo>
                  <a:lnTo>
                    <a:pt x="4237609" y="0"/>
                  </a:lnTo>
                  <a:close/>
                </a:path>
                <a:path w="6102984" h="2055495">
                  <a:moveTo>
                    <a:pt x="4272204" y="2046363"/>
                  </a:moveTo>
                  <a:lnTo>
                    <a:pt x="4245038" y="2046363"/>
                  </a:lnTo>
                  <a:lnTo>
                    <a:pt x="4245038" y="2055418"/>
                  </a:lnTo>
                  <a:lnTo>
                    <a:pt x="4272204" y="2055418"/>
                  </a:lnTo>
                  <a:lnTo>
                    <a:pt x="4272204" y="2046363"/>
                  </a:lnTo>
                  <a:close/>
                </a:path>
                <a:path w="6102984" h="2055495">
                  <a:moveTo>
                    <a:pt x="4282884" y="0"/>
                  </a:moveTo>
                  <a:lnTo>
                    <a:pt x="4255719" y="0"/>
                  </a:lnTo>
                  <a:lnTo>
                    <a:pt x="4255719" y="9055"/>
                  </a:lnTo>
                  <a:lnTo>
                    <a:pt x="4282884" y="9055"/>
                  </a:lnTo>
                  <a:lnTo>
                    <a:pt x="4282884" y="0"/>
                  </a:lnTo>
                  <a:close/>
                </a:path>
                <a:path w="6102984" h="2055495">
                  <a:moveTo>
                    <a:pt x="4317466" y="2046363"/>
                  </a:moveTo>
                  <a:lnTo>
                    <a:pt x="4290301" y="2046363"/>
                  </a:lnTo>
                  <a:lnTo>
                    <a:pt x="4290301" y="2055418"/>
                  </a:lnTo>
                  <a:lnTo>
                    <a:pt x="4317466" y="2055418"/>
                  </a:lnTo>
                  <a:lnTo>
                    <a:pt x="4317466" y="2046363"/>
                  </a:lnTo>
                  <a:close/>
                </a:path>
                <a:path w="6102984" h="2055495">
                  <a:moveTo>
                    <a:pt x="4328160" y="0"/>
                  </a:moveTo>
                  <a:lnTo>
                    <a:pt x="4300994" y="0"/>
                  </a:lnTo>
                  <a:lnTo>
                    <a:pt x="4300994" y="9055"/>
                  </a:lnTo>
                  <a:lnTo>
                    <a:pt x="4328160" y="9055"/>
                  </a:lnTo>
                  <a:lnTo>
                    <a:pt x="4328160" y="0"/>
                  </a:lnTo>
                  <a:close/>
                </a:path>
                <a:path w="6102984" h="2055495">
                  <a:moveTo>
                    <a:pt x="4362742" y="2046363"/>
                  </a:moveTo>
                  <a:lnTo>
                    <a:pt x="4335577" y="2046363"/>
                  </a:lnTo>
                  <a:lnTo>
                    <a:pt x="4335577" y="2055418"/>
                  </a:lnTo>
                  <a:lnTo>
                    <a:pt x="4362742" y="2055418"/>
                  </a:lnTo>
                  <a:lnTo>
                    <a:pt x="4362742" y="2046363"/>
                  </a:lnTo>
                  <a:close/>
                </a:path>
                <a:path w="6102984" h="2055495">
                  <a:moveTo>
                    <a:pt x="4373435" y="0"/>
                  </a:moveTo>
                  <a:lnTo>
                    <a:pt x="4346270" y="0"/>
                  </a:lnTo>
                  <a:lnTo>
                    <a:pt x="4346270" y="9055"/>
                  </a:lnTo>
                  <a:lnTo>
                    <a:pt x="4373435" y="9055"/>
                  </a:lnTo>
                  <a:lnTo>
                    <a:pt x="4373435" y="0"/>
                  </a:lnTo>
                  <a:close/>
                </a:path>
                <a:path w="6102984" h="2055495">
                  <a:moveTo>
                    <a:pt x="4408017" y="2046363"/>
                  </a:moveTo>
                  <a:lnTo>
                    <a:pt x="4380852" y="2046363"/>
                  </a:lnTo>
                  <a:lnTo>
                    <a:pt x="4380852" y="2055418"/>
                  </a:lnTo>
                  <a:lnTo>
                    <a:pt x="4408017" y="2055418"/>
                  </a:lnTo>
                  <a:lnTo>
                    <a:pt x="4408017" y="2046363"/>
                  </a:lnTo>
                  <a:close/>
                </a:path>
                <a:path w="6102984" h="2055495">
                  <a:moveTo>
                    <a:pt x="4418698" y="0"/>
                  </a:moveTo>
                  <a:lnTo>
                    <a:pt x="4391533" y="0"/>
                  </a:lnTo>
                  <a:lnTo>
                    <a:pt x="4391533" y="9055"/>
                  </a:lnTo>
                  <a:lnTo>
                    <a:pt x="4418698" y="9055"/>
                  </a:lnTo>
                  <a:lnTo>
                    <a:pt x="4418698" y="0"/>
                  </a:lnTo>
                  <a:close/>
                </a:path>
                <a:path w="6102984" h="2055495">
                  <a:moveTo>
                    <a:pt x="4453293" y="2046363"/>
                  </a:moveTo>
                  <a:lnTo>
                    <a:pt x="4426128" y="2046363"/>
                  </a:lnTo>
                  <a:lnTo>
                    <a:pt x="4426128" y="2055418"/>
                  </a:lnTo>
                  <a:lnTo>
                    <a:pt x="4453293" y="2055418"/>
                  </a:lnTo>
                  <a:lnTo>
                    <a:pt x="4453293" y="2046363"/>
                  </a:lnTo>
                  <a:close/>
                </a:path>
                <a:path w="6102984" h="2055495">
                  <a:moveTo>
                    <a:pt x="4463974" y="0"/>
                  </a:moveTo>
                  <a:lnTo>
                    <a:pt x="4436808" y="0"/>
                  </a:lnTo>
                  <a:lnTo>
                    <a:pt x="4436808" y="9055"/>
                  </a:lnTo>
                  <a:lnTo>
                    <a:pt x="4463974" y="9055"/>
                  </a:lnTo>
                  <a:lnTo>
                    <a:pt x="4463974" y="0"/>
                  </a:lnTo>
                  <a:close/>
                </a:path>
                <a:path w="6102984" h="2055495">
                  <a:moveTo>
                    <a:pt x="4498568" y="2046363"/>
                  </a:moveTo>
                  <a:lnTo>
                    <a:pt x="4471403" y="2046363"/>
                  </a:lnTo>
                  <a:lnTo>
                    <a:pt x="4471403" y="2055418"/>
                  </a:lnTo>
                  <a:lnTo>
                    <a:pt x="4498568" y="2055418"/>
                  </a:lnTo>
                  <a:lnTo>
                    <a:pt x="4498568" y="2046363"/>
                  </a:lnTo>
                  <a:close/>
                </a:path>
                <a:path w="6102984" h="2055495">
                  <a:moveTo>
                    <a:pt x="4509249" y="0"/>
                  </a:moveTo>
                  <a:lnTo>
                    <a:pt x="4482084" y="0"/>
                  </a:lnTo>
                  <a:lnTo>
                    <a:pt x="4482084" y="9055"/>
                  </a:lnTo>
                  <a:lnTo>
                    <a:pt x="4509249" y="9055"/>
                  </a:lnTo>
                  <a:lnTo>
                    <a:pt x="4509249" y="0"/>
                  </a:lnTo>
                  <a:close/>
                </a:path>
                <a:path w="6102984" h="2055495">
                  <a:moveTo>
                    <a:pt x="4543844" y="2046363"/>
                  </a:moveTo>
                  <a:lnTo>
                    <a:pt x="4516679" y="2046363"/>
                  </a:lnTo>
                  <a:lnTo>
                    <a:pt x="4516679" y="2055418"/>
                  </a:lnTo>
                  <a:lnTo>
                    <a:pt x="4543844" y="2055418"/>
                  </a:lnTo>
                  <a:lnTo>
                    <a:pt x="4543844" y="2046363"/>
                  </a:lnTo>
                  <a:close/>
                </a:path>
                <a:path w="6102984" h="2055495">
                  <a:moveTo>
                    <a:pt x="4554525" y="0"/>
                  </a:moveTo>
                  <a:lnTo>
                    <a:pt x="4527359" y="0"/>
                  </a:lnTo>
                  <a:lnTo>
                    <a:pt x="4527359" y="9055"/>
                  </a:lnTo>
                  <a:lnTo>
                    <a:pt x="4554525" y="9055"/>
                  </a:lnTo>
                  <a:lnTo>
                    <a:pt x="4554525" y="0"/>
                  </a:lnTo>
                  <a:close/>
                </a:path>
                <a:path w="6102984" h="2055495">
                  <a:moveTo>
                    <a:pt x="4589107" y="2046363"/>
                  </a:moveTo>
                  <a:lnTo>
                    <a:pt x="4561954" y="2046363"/>
                  </a:lnTo>
                  <a:lnTo>
                    <a:pt x="4561954" y="2055418"/>
                  </a:lnTo>
                  <a:lnTo>
                    <a:pt x="4589107" y="2055418"/>
                  </a:lnTo>
                  <a:lnTo>
                    <a:pt x="4589107" y="2046363"/>
                  </a:lnTo>
                  <a:close/>
                </a:path>
                <a:path w="6102984" h="2055495">
                  <a:moveTo>
                    <a:pt x="4599800" y="0"/>
                  </a:moveTo>
                  <a:lnTo>
                    <a:pt x="4572635" y="0"/>
                  </a:lnTo>
                  <a:lnTo>
                    <a:pt x="4572635" y="9055"/>
                  </a:lnTo>
                  <a:lnTo>
                    <a:pt x="4599800" y="9055"/>
                  </a:lnTo>
                  <a:lnTo>
                    <a:pt x="4599800" y="0"/>
                  </a:lnTo>
                  <a:close/>
                </a:path>
                <a:path w="6102984" h="2055495">
                  <a:moveTo>
                    <a:pt x="4634382" y="2046363"/>
                  </a:moveTo>
                  <a:lnTo>
                    <a:pt x="4607217" y="2046363"/>
                  </a:lnTo>
                  <a:lnTo>
                    <a:pt x="4607217" y="2055418"/>
                  </a:lnTo>
                  <a:lnTo>
                    <a:pt x="4634382" y="2055418"/>
                  </a:lnTo>
                  <a:lnTo>
                    <a:pt x="4634382" y="2046363"/>
                  </a:lnTo>
                  <a:close/>
                </a:path>
                <a:path w="6102984" h="2055495">
                  <a:moveTo>
                    <a:pt x="4645076" y="0"/>
                  </a:moveTo>
                  <a:lnTo>
                    <a:pt x="4617910" y="0"/>
                  </a:lnTo>
                  <a:lnTo>
                    <a:pt x="4617910" y="9055"/>
                  </a:lnTo>
                  <a:lnTo>
                    <a:pt x="4645076" y="9055"/>
                  </a:lnTo>
                  <a:lnTo>
                    <a:pt x="4645076" y="0"/>
                  </a:lnTo>
                  <a:close/>
                </a:path>
                <a:path w="6102984" h="2055495">
                  <a:moveTo>
                    <a:pt x="4679658" y="2046363"/>
                  </a:moveTo>
                  <a:lnTo>
                    <a:pt x="4652492" y="2046363"/>
                  </a:lnTo>
                  <a:lnTo>
                    <a:pt x="4652492" y="2055418"/>
                  </a:lnTo>
                  <a:lnTo>
                    <a:pt x="4679658" y="2055418"/>
                  </a:lnTo>
                  <a:lnTo>
                    <a:pt x="4679658" y="2046363"/>
                  </a:lnTo>
                  <a:close/>
                </a:path>
                <a:path w="6102984" h="2055495">
                  <a:moveTo>
                    <a:pt x="4690338" y="0"/>
                  </a:moveTo>
                  <a:lnTo>
                    <a:pt x="4663186" y="0"/>
                  </a:lnTo>
                  <a:lnTo>
                    <a:pt x="4663186" y="9055"/>
                  </a:lnTo>
                  <a:lnTo>
                    <a:pt x="4690338" y="9055"/>
                  </a:lnTo>
                  <a:lnTo>
                    <a:pt x="4690338" y="0"/>
                  </a:lnTo>
                  <a:close/>
                </a:path>
                <a:path w="6102984" h="2055495">
                  <a:moveTo>
                    <a:pt x="4724933" y="2046363"/>
                  </a:moveTo>
                  <a:lnTo>
                    <a:pt x="4697768" y="2046363"/>
                  </a:lnTo>
                  <a:lnTo>
                    <a:pt x="4697768" y="2055418"/>
                  </a:lnTo>
                  <a:lnTo>
                    <a:pt x="4724933" y="2055418"/>
                  </a:lnTo>
                  <a:lnTo>
                    <a:pt x="4724933" y="2046363"/>
                  </a:lnTo>
                  <a:close/>
                </a:path>
                <a:path w="6102984" h="2055495">
                  <a:moveTo>
                    <a:pt x="4735614" y="0"/>
                  </a:moveTo>
                  <a:lnTo>
                    <a:pt x="4708449" y="0"/>
                  </a:lnTo>
                  <a:lnTo>
                    <a:pt x="4708449" y="9055"/>
                  </a:lnTo>
                  <a:lnTo>
                    <a:pt x="4735614" y="9055"/>
                  </a:lnTo>
                  <a:lnTo>
                    <a:pt x="4735614" y="0"/>
                  </a:lnTo>
                  <a:close/>
                </a:path>
                <a:path w="6102984" h="2055495">
                  <a:moveTo>
                    <a:pt x="4770209" y="2046363"/>
                  </a:moveTo>
                  <a:lnTo>
                    <a:pt x="4743043" y="2046363"/>
                  </a:lnTo>
                  <a:lnTo>
                    <a:pt x="4743043" y="2055418"/>
                  </a:lnTo>
                  <a:lnTo>
                    <a:pt x="4770209" y="2055418"/>
                  </a:lnTo>
                  <a:lnTo>
                    <a:pt x="4770209" y="2046363"/>
                  </a:lnTo>
                  <a:close/>
                </a:path>
                <a:path w="6102984" h="2055495">
                  <a:moveTo>
                    <a:pt x="4780889" y="0"/>
                  </a:moveTo>
                  <a:lnTo>
                    <a:pt x="4753724" y="0"/>
                  </a:lnTo>
                  <a:lnTo>
                    <a:pt x="4753724" y="9055"/>
                  </a:lnTo>
                  <a:lnTo>
                    <a:pt x="4780889" y="9055"/>
                  </a:lnTo>
                  <a:lnTo>
                    <a:pt x="4780889" y="0"/>
                  </a:lnTo>
                  <a:close/>
                </a:path>
                <a:path w="6102984" h="2055495">
                  <a:moveTo>
                    <a:pt x="4815484" y="2046363"/>
                  </a:moveTo>
                  <a:lnTo>
                    <a:pt x="4788319" y="2046363"/>
                  </a:lnTo>
                  <a:lnTo>
                    <a:pt x="4788319" y="2055418"/>
                  </a:lnTo>
                  <a:lnTo>
                    <a:pt x="4815484" y="2055418"/>
                  </a:lnTo>
                  <a:lnTo>
                    <a:pt x="4815484" y="2046363"/>
                  </a:lnTo>
                  <a:close/>
                </a:path>
                <a:path w="6102984" h="2055495">
                  <a:moveTo>
                    <a:pt x="4826165" y="0"/>
                  </a:moveTo>
                  <a:lnTo>
                    <a:pt x="4799000" y="0"/>
                  </a:lnTo>
                  <a:lnTo>
                    <a:pt x="4799000" y="9055"/>
                  </a:lnTo>
                  <a:lnTo>
                    <a:pt x="4826165" y="9055"/>
                  </a:lnTo>
                  <a:lnTo>
                    <a:pt x="4826165" y="0"/>
                  </a:lnTo>
                  <a:close/>
                </a:path>
                <a:path w="6102984" h="2055495">
                  <a:moveTo>
                    <a:pt x="4860760" y="2046363"/>
                  </a:moveTo>
                  <a:lnTo>
                    <a:pt x="4833594" y="2046363"/>
                  </a:lnTo>
                  <a:lnTo>
                    <a:pt x="4833594" y="2055418"/>
                  </a:lnTo>
                  <a:lnTo>
                    <a:pt x="4860760" y="2055418"/>
                  </a:lnTo>
                  <a:lnTo>
                    <a:pt x="4860760" y="2046363"/>
                  </a:lnTo>
                  <a:close/>
                </a:path>
                <a:path w="6102984" h="2055495">
                  <a:moveTo>
                    <a:pt x="4871440" y="0"/>
                  </a:moveTo>
                  <a:lnTo>
                    <a:pt x="4844275" y="0"/>
                  </a:lnTo>
                  <a:lnTo>
                    <a:pt x="4844275" y="9055"/>
                  </a:lnTo>
                  <a:lnTo>
                    <a:pt x="4871440" y="9055"/>
                  </a:lnTo>
                  <a:lnTo>
                    <a:pt x="4871440" y="0"/>
                  </a:lnTo>
                  <a:close/>
                </a:path>
                <a:path w="6102984" h="2055495">
                  <a:moveTo>
                    <a:pt x="4906022" y="2046363"/>
                  </a:moveTo>
                  <a:lnTo>
                    <a:pt x="4878870" y="2046363"/>
                  </a:lnTo>
                  <a:lnTo>
                    <a:pt x="4878870" y="2055418"/>
                  </a:lnTo>
                  <a:lnTo>
                    <a:pt x="4906022" y="2055418"/>
                  </a:lnTo>
                  <a:lnTo>
                    <a:pt x="4906022" y="2046363"/>
                  </a:lnTo>
                  <a:close/>
                </a:path>
                <a:path w="6102984" h="2055495">
                  <a:moveTo>
                    <a:pt x="4916716" y="0"/>
                  </a:moveTo>
                  <a:lnTo>
                    <a:pt x="4889551" y="0"/>
                  </a:lnTo>
                  <a:lnTo>
                    <a:pt x="4889551" y="9055"/>
                  </a:lnTo>
                  <a:lnTo>
                    <a:pt x="4916716" y="9055"/>
                  </a:lnTo>
                  <a:lnTo>
                    <a:pt x="4916716" y="0"/>
                  </a:lnTo>
                  <a:close/>
                </a:path>
                <a:path w="6102984" h="2055495">
                  <a:moveTo>
                    <a:pt x="4951298" y="2046363"/>
                  </a:moveTo>
                  <a:lnTo>
                    <a:pt x="4924133" y="2046363"/>
                  </a:lnTo>
                  <a:lnTo>
                    <a:pt x="4924133" y="2055418"/>
                  </a:lnTo>
                  <a:lnTo>
                    <a:pt x="4951298" y="2055418"/>
                  </a:lnTo>
                  <a:lnTo>
                    <a:pt x="4951298" y="2046363"/>
                  </a:lnTo>
                  <a:close/>
                </a:path>
                <a:path w="6102984" h="2055495">
                  <a:moveTo>
                    <a:pt x="4961991" y="0"/>
                  </a:moveTo>
                  <a:lnTo>
                    <a:pt x="4934826" y="0"/>
                  </a:lnTo>
                  <a:lnTo>
                    <a:pt x="4934826" y="9055"/>
                  </a:lnTo>
                  <a:lnTo>
                    <a:pt x="4961991" y="9055"/>
                  </a:lnTo>
                  <a:lnTo>
                    <a:pt x="4961991" y="0"/>
                  </a:lnTo>
                  <a:close/>
                </a:path>
                <a:path w="6102984" h="2055495">
                  <a:moveTo>
                    <a:pt x="4996573" y="2046363"/>
                  </a:moveTo>
                  <a:lnTo>
                    <a:pt x="4969408" y="2046363"/>
                  </a:lnTo>
                  <a:lnTo>
                    <a:pt x="4969408" y="2055418"/>
                  </a:lnTo>
                  <a:lnTo>
                    <a:pt x="4996573" y="2055418"/>
                  </a:lnTo>
                  <a:lnTo>
                    <a:pt x="4996573" y="2046363"/>
                  </a:lnTo>
                  <a:close/>
                </a:path>
                <a:path w="6102984" h="2055495">
                  <a:moveTo>
                    <a:pt x="5007254" y="0"/>
                  </a:moveTo>
                  <a:lnTo>
                    <a:pt x="4980089" y="0"/>
                  </a:lnTo>
                  <a:lnTo>
                    <a:pt x="4980089" y="9055"/>
                  </a:lnTo>
                  <a:lnTo>
                    <a:pt x="5007254" y="9055"/>
                  </a:lnTo>
                  <a:lnTo>
                    <a:pt x="5007254" y="0"/>
                  </a:lnTo>
                  <a:close/>
                </a:path>
                <a:path w="6102984" h="2055495">
                  <a:moveTo>
                    <a:pt x="5041849" y="2046363"/>
                  </a:moveTo>
                  <a:lnTo>
                    <a:pt x="5014684" y="2046363"/>
                  </a:lnTo>
                  <a:lnTo>
                    <a:pt x="5014684" y="2055418"/>
                  </a:lnTo>
                  <a:lnTo>
                    <a:pt x="5041849" y="2055418"/>
                  </a:lnTo>
                  <a:lnTo>
                    <a:pt x="5041849" y="2046363"/>
                  </a:lnTo>
                  <a:close/>
                </a:path>
                <a:path w="6102984" h="2055495">
                  <a:moveTo>
                    <a:pt x="5052530" y="0"/>
                  </a:moveTo>
                  <a:lnTo>
                    <a:pt x="5025364" y="0"/>
                  </a:lnTo>
                  <a:lnTo>
                    <a:pt x="5025364" y="9055"/>
                  </a:lnTo>
                  <a:lnTo>
                    <a:pt x="5052530" y="9055"/>
                  </a:lnTo>
                  <a:lnTo>
                    <a:pt x="5052530" y="0"/>
                  </a:lnTo>
                  <a:close/>
                </a:path>
                <a:path w="6102984" h="2055495">
                  <a:moveTo>
                    <a:pt x="5087124" y="2046363"/>
                  </a:moveTo>
                  <a:lnTo>
                    <a:pt x="5059959" y="2046363"/>
                  </a:lnTo>
                  <a:lnTo>
                    <a:pt x="5059959" y="2055418"/>
                  </a:lnTo>
                  <a:lnTo>
                    <a:pt x="5087124" y="2055418"/>
                  </a:lnTo>
                  <a:lnTo>
                    <a:pt x="5087124" y="2046363"/>
                  </a:lnTo>
                  <a:close/>
                </a:path>
                <a:path w="6102984" h="2055495">
                  <a:moveTo>
                    <a:pt x="5097805" y="0"/>
                  </a:moveTo>
                  <a:lnTo>
                    <a:pt x="5070640" y="0"/>
                  </a:lnTo>
                  <a:lnTo>
                    <a:pt x="5070640" y="9055"/>
                  </a:lnTo>
                  <a:lnTo>
                    <a:pt x="5097805" y="9055"/>
                  </a:lnTo>
                  <a:lnTo>
                    <a:pt x="5097805" y="0"/>
                  </a:lnTo>
                  <a:close/>
                </a:path>
                <a:path w="6102984" h="2055495">
                  <a:moveTo>
                    <a:pt x="5132400" y="2046363"/>
                  </a:moveTo>
                  <a:lnTo>
                    <a:pt x="5105235" y="2046363"/>
                  </a:lnTo>
                  <a:lnTo>
                    <a:pt x="5105235" y="2055418"/>
                  </a:lnTo>
                  <a:lnTo>
                    <a:pt x="5132400" y="2055418"/>
                  </a:lnTo>
                  <a:lnTo>
                    <a:pt x="5132400" y="2046363"/>
                  </a:lnTo>
                  <a:close/>
                </a:path>
                <a:path w="6102984" h="2055495">
                  <a:moveTo>
                    <a:pt x="5143081" y="0"/>
                  </a:moveTo>
                  <a:lnTo>
                    <a:pt x="5115915" y="0"/>
                  </a:lnTo>
                  <a:lnTo>
                    <a:pt x="5115915" y="9055"/>
                  </a:lnTo>
                  <a:lnTo>
                    <a:pt x="5143081" y="9055"/>
                  </a:lnTo>
                  <a:lnTo>
                    <a:pt x="5143081" y="0"/>
                  </a:lnTo>
                  <a:close/>
                </a:path>
                <a:path w="6102984" h="2055495">
                  <a:moveTo>
                    <a:pt x="5177663" y="2046363"/>
                  </a:moveTo>
                  <a:lnTo>
                    <a:pt x="5150510" y="2046363"/>
                  </a:lnTo>
                  <a:lnTo>
                    <a:pt x="5150510" y="2055418"/>
                  </a:lnTo>
                  <a:lnTo>
                    <a:pt x="5177663" y="2055418"/>
                  </a:lnTo>
                  <a:lnTo>
                    <a:pt x="5177663" y="2046363"/>
                  </a:lnTo>
                  <a:close/>
                </a:path>
                <a:path w="6102984" h="2055495">
                  <a:moveTo>
                    <a:pt x="5188356" y="0"/>
                  </a:moveTo>
                  <a:lnTo>
                    <a:pt x="5161191" y="0"/>
                  </a:lnTo>
                  <a:lnTo>
                    <a:pt x="5161191" y="9055"/>
                  </a:lnTo>
                  <a:lnTo>
                    <a:pt x="5188356" y="9055"/>
                  </a:lnTo>
                  <a:lnTo>
                    <a:pt x="5188356" y="0"/>
                  </a:lnTo>
                  <a:close/>
                </a:path>
                <a:path w="6102984" h="2055495">
                  <a:moveTo>
                    <a:pt x="5222938" y="2046363"/>
                  </a:moveTo>
                  <a:lnTo>
                    <a:pt x="5195773" y="2046363"/>
                  </a:lnTo>
                  <a:lnTo>
                    <a:pt x="5195773" y="2055418"/>
                  </a:lnTo>
                  <a:lnTo>
                    <a:pt x="5222938" y="2055418"/>
                  </a:lnTo>
                  <a:lnTo>
                    <a:pt x="5222938" y="2046363"/>
                  </a:lnTo>
                  <a:close/>
                </a:path>
                <a:path w="6102984" h="2055495">
                  <a:moveTo>
                    <a:pt x="5233632" y="0"/>
                  </a:moveTo>
                  <a:lnTo>
                    <a:pt x="5206466" y="0"/>
                  </a:lnTo>
                  <a:lnTo>
                    <a:pt x="5206466" y="9055"/>
                  </a:lnTo>
                  <a:lnTo>
                    <a:pt x="5233632" y="9055"/>
                  </a:lnTo>
                  <a:lnTo>
                    <a:pt x="5233632" y="0"/>
                  </a:lnTo>
                  <a:close/>
                </a:path>
                <a:path w="6102984" h="2055495">
                  <a:moveTo>
                    <a:pt x="5268214" y="2046363"/>
                  </a:moveTo>
                  <a:lnTo>
                    <a:pt x="5241048" y="2046363"/>
                  </a:lnTo>
                  <a:lnTo>
                    <a:pt x="5241048" y="2055418"/>
                  </a:lnTo>
                  <a:lnTo>
                    <a:pt x="5268214" y="2055418"/>
                  </a:lnTo>
                  <a:lnTo>
                    <a:pt x="5268214" y="2046363"/>
                  </a:lnTo>
                  <a:close/>
                </a:path>
                <a:path w="6102984" h="2055495">
                  <a:moveTo>
                    <a:pt x="5278894" y="0"/>
                  </a:moveTo>
                  <a:lnTo>
                    <a:pt x="5251742" y="0"/>
                  </a:lnTo>
                  <a:lnTo>
                    <a:pt x="5251742" y="9055"/>
                  </a:lnTo>
                  <a:lnTo>
                    <a:pt x="5278894" y="9055"/>
                  </a:lnTo>
                  <a:lnTo>
                    <a:pt x="5278894" y="0"/>
                  </a:lnTo>
                  <a:close/>
                </a:path>
                <a:path w="6102984" h="2055495">
                  <a:moveTo>
                    <a:pt x="5313489" y="2046363"/>
                  </a:moveTo>
                  <a:lnTo>
                    <a:pt x="5286324" y="2046363"/>
                  </a:lnTo>
                  <a:lnTo>
                    <a:pt x="5286324" y="2055418"/>
                  </a:lnTo>
                  <a:lnTo>
                    <a:pt x="5313489" y="2055418"/>
                  </a:lnTo>
                  <a:lnTo>
                    <a:pt x="5313489" y="2046363"/>
                  </a:lnTo>
                  <a:close/>
                </a:path>
                <a:path w="6102984" h="2055495">
                  <a:moveTo>
                    <a:pt x="5324170" y="0"/>
                  </a:moveTo>
                  <a:lnTo>
                    <a:pt x="5297005" y="0"/>
                  </a:lnTo>
                  <a:lnTo>
                    <a:pt x="5297005" y="9055"/>
                  </a:lnTo>
                  <a:lnTo>
                    <a:pt x="5324170" y="9055"/>
                  </a:lnTo>
                  <a:lnTo>
                    <a:pt x="5324170" y="0"/>
                  </a:lnTo>
                  <a:close/>
                </a:path>
                <a:path w="6102984" h="2055495">
                  <a:moveTo>
                    <a:pt x="5358765" y="2046363"/>
                  </a:moveTo>
                  <a:lnTo>
                    <a:pt x="5331599" y="2046363"/>
                  </a:lnTo>
                  <a:lnTo>
                    <a:pt x="5331599" y="2055418"/>
                  </a:lnTo>
                  <a:lnTo>
                    <a:pt x="5358765" y="2055418"/>
                  </a:lnTo>
                  <a:lnTo>
                    <a:pt x="5358765" y="2046363"/>
                  </a:lnTo>
                  <a:close/>
                </a:path>
                <a:path w="6102984" h="2055495">
                  <a:moveTo>
                    <a:pt x="5369445" y="0"/>
                  </a:moveTo>
                  <a:lnTo>
                    <a:pt x="5342280" y="0"/>
                  </a:lnTo>
                  <a:lnTo>
                    <a:pt x="5342280" y="9055"/>
                  </a:lnTo>
                  <a:lnTo>
                    <a:pt x="5369445" y="9055"/>
                  </a:lnTo>
                  <a:lnTo>
                    <a:pt x="5369445" y="0"/>
                  </a:lnTo>
                  <a:close/>
                </a:path>
                <a:path w="6102984" h="2055495">
                  <a:moveTo>
                    <a:pt x="5404040" y="2046363"/>
                  </a:moveTo>
                  <a:lnTo>
                    <a:pt x="5376875" y="2046363"/>
                  </a:lnTo>
                  <a:lnTo>
                    <a:pt x="5376875" y="2055418"/>
                  </a:lnTo>
                  <a:lnTo>
                    <a:pt x="5404040" y="2055418"/>
                  </a:lnTo>
                  <a:lnTo>
                    <a:pt x="5404040" y="2046363"/>
                  </a:lnTo>
                  <a:close/>
                </a:path>
                <a:path w="6102984" h="2055495">
                  <a:moveTo>
                    <a:pt x="5414721" y="0"/>
                  </a:moveTo>
                  <a:lnTo>
                    <a:pt x="5387556" y="0"/>
                  </a:lnTo>
                  <a:lnTo>
                    <a:pt x="5387556" y="9055"/>
                  </a:lnTo>
                  <a:lnTo>
                    <a:pt x="5414721" y="9055"/>
                  </a:lnTo>
                  <a:lnTo>
                    <a:pt x="5414721" y="0"/>
                  </a:lnTo>
                  <a:close/>
                </a:path>
                <a:path w="6102984" h="2055495">
                  <a:moveTo>
                    <a:pt x="5449316" y="2046363"/>
                  </a:moveTo>
                  <a:lnTo>
                    <a:pt x="5422150" y="2046363"/>
                  </a:lnTo>
                  <a:lnTo>
                    <a:pt x="5422150" y="2055418"/>
                  </a:lnTo>
                  <a:lnTo>
                    <a:pt x="5449316" y="2055418"/>
                  </a:lnTo>
                  <a:lnTo>
                    <a:pt x="5449316" y="2046363"/>
                  </a:lnTo>
                  <a:close/>
                </a:path>
                <a:path w="6102984" h="2055495">
                  <a:moveTo>
                    <a:pt x="5459996" y="0"/>
                  </a:moveTo>
                  <a:lnTo>
                    <a:pt x="5432831" y="0"/>
                  </a:lnTo>
                  <a:lnTo>
                    <a:pt x="5432831" y="9055"/>
                  </a:lnTo>
                  <a:lnTo>
                    <a:pt x="5459996" y="9055"/>
                  </a:lnTo>
                  <a:lnTo>
                    <a:pt x="5459996" y="0"/>
                  </a:lnTo>
                  <a:close/>
                </a:path>
                <a:path w="6102984" h="2055495">
                  <a:moveTo>
                    <a:pt x="5494579" y="2046363"/>
                  </a:moveTo>
                  <a:lnTo>
                    <a:pt x="5467426" y="2046363"/>
                  </a:lnTo>
                  <a:lnTo>
                    <a:pt x="5467426" y="2055418"/>
                  </a:lnTo>
                  <a:lnTo>
                    <a:pt x="5494579" y="2055418"/>
                  </a:lnTo>
                  <a:lnTo>
                    <a:pt x="5494579" y="2046363"/>
                  </a:lnTo>
                  <a:close/>
                </a:path>
                <a:path w="6102984" h="2055495">
                  <a:moveTo>
                    <a:pt x="5505272" y="0"/>
                  </a:moveTo>
                  <a:lnTo>
                    <a:pt x="5478107" y="0"/>
                  </a:lnTo>
                  <a:lnTo>
                    <a:pt x="5478107" y="9055"/>
                  </a:lnTo>
                  <a:lnTo>
                    <a:pt x="5505272" y="9055"/>
                  </a:lnTo>
                  <a:lnTo>
                    <a:pt x="5505272" y="0"/>
                  </a:lnTo>
                  <a:close/>
                </a:path>
                <a:path w="6102984" h="2055495">
                  <a:moveTo>
                    <a:pt x="5539854" y="2046363"/>
                  </a:moveTo>
                  <a:lnTo>
                    <a:pt x="5512689" y="2046363"/>
                  </a:lnTo>
                  <a:lnTo>
                    <a:pt x="5512689" y="2055418"/>
                  </a:lnTo>
                  <a:lnTo>
                    <a:pt x="5539854" y="2055418"/>
                  </a:lnTo>
                  <a:lnTo>
                    <a:pt x="5539854" y="2046363"/>
                  </a:lnTo>
                  <a:close/>
                </a:path>
                <a:path w="6102984" h="2055495">
                  <a:moveTo>
                    <a:pt x="5550547" y="0"/>
                  </a:moveTo>
                  <a:lnTo>
                    <a:pt x="5523382" y="0"/>
                  </a:lnTo>
                  <a:lnTo>
                    <a:pt x="5523382" y="9055"/>
                  </a:lnTo>
                  <a:lnTo>
                    <a:pt x="5550547" y="9055"/>
                  </a:lnTo>
                  <a:lnTo>
                    <a:pt x="5550547" y="0"/>
                  </a:lnTo>
                  <a:close/>
                </a:path>
                <a:path w="6102984" h="2055495">
                  <a:moveTo>
                    <a:pt x="5585130" y="2046363"/>
                  </a:moveTo>
                  <a:lnTo>
                    <a:pt x="5557964" y="2046363"/>
                  </a:lnTo>
                  <a:lnTo>
                    <a:pt x="5557964" y="2055418"/>
                  </a:lnTo>
                  <a:lnTo>
                    <a:pt x="5585130" y="2055418"/>
                  </a:lnTo>
                  <a:lnTo>
                    <a:pt x="5585130" y="2046363"/>
                  </a:lnTo>
                  <a:close/>
                </a:path>
                <a:path w="6102984" h="2055495">
                  <a:moveTo>
                    <a:pt x="5595810" y="0"/>
                  </a:moveTo>
                  <a:lnTo>
                    <a:pt x="5568645" y="0"/>
                  </a:lnTo>
                  <a:lnTo>
                    <a:pt x="5568645" y="9055"/>
                  </a:lnTo>
                  <a:lnTo>
                    <a:pt x="5595810" y="9055"/>
                  </a:lnTo>
                  <a:lnTo>
                    <a:pt x="5595810" y="0"/>
                  </a:lnTo>
                  <a:close/>
                </a:path>
                <a:path w="6102984" h="2055495">
                  <a:moveTo>
                    <a:pt x="5630405" y="2046363"/>
                  </a:moveTo>
                  <a:lnTo>
                    <a:pt x="5603240" y="2046363"/>
                  </a:lnTo>
                  <a:lnTo>
                    <a:pt x="5603240" y="2055418"/>
                  </a:lnTo>
                  <a:lnTo>
                    <a:pt x="5630405" y="2055418"/>
                  </a:lnTo>
                  <a:lnTo>
                    <a:pt x="5630405" y="2046363"/>
                  </a:lnTo>
                  <a:close/>
                </a:path>
                <a:path w="6102984" h="2055495">
                  <a:moveTo>
                    <a:pt x="5641086" y="0"/>
                  </a:moveTo>
                  <a:lnTo>
                    <a:pt x="5613920" y="0"/>
                  </a:lnTo>
                  <a:lnTo>
                    <a:pt x="5613920" y="9055"/>
                  </a:lnTo>
                  <a:lnTo>
                    <a:pt x="5641086" y="9055"/>
                  </a:lnTo>
                  <a:lnTo>
                    <a:pt x="5641086" y="0"/>
                  </a:lnTo>
                  <a:close/>
                </a:path>
                <a:path w="6102984" h="2055495">
                  <a:moveTo>
                    <a:pt x="5675681" y="2046363"/>
                  </a:moveTo>
                  <a:lnTo>
                    <a:pt x="5648515" y="2046363"/>
                  </a:lnTo>
                  <a:lnTo>
                    <a:pt x="5648515" y="2055418"/>
                  </a:lnTo>
                  <a:lnTo>
                    <a:pt x="5675681" y="2055418"/>
                  </a:lnTo>
                  <a:lnTo>
                    <a:pt x="5675681" y="2046363"/>
                  </a:lnTo>
                  <a:close/>
                </a:path>
                <a:path w="6102984" h="2055495">
                  <a:moveTo>
                    <a:pt x="5686361" y="0"/>
                  </a:moveTo>
                  <a:lnTo>
                    <a:pt x="5659196" y="0"/>
                  </a:lnTo>
                  <a:lnTo>
                    <a:pt x="5659196" y="9055"/>
                  </a:lnTo>
                  <a:lnTo>
                    <a:pt x="5686361" y="9055"/>
                  </a:lnTo>
                  <a:lnTo>
                    <a:pt x="5686361" y="0"/>
                  </a:lnTo>
                  <a:close/>
                </a:path>
                <a:path w="6102984" h="2055495">
                  <a:moveTo>
                    <a:pt x="5720956" y="2046363"/>
                  </a:moveTo>
                  <a:lnTo>
                    <a:pt x="5693791" y="2046363"/>
                  </a:lnTo>
                  <a:lnTo>
                    <a:pt x="5693791" y="2055418"/>
                  </a:lnTo>
                  <a:lnTo>
                    <a:pt x="5720956" y="2055418"/>
                  </a:lnTo>
                  <a:lnTo>
                    <a:pt x="5720956" y="2046363"/>
                  </a:lnTo>
                  <a:close/>
                </a:path>
                <a:path w="6102984" h="2055495">
                  <a:moveTo>
                    <a:pt x="5731637" y="0"/>
                  </a:moveTo>
                  <a:lnTo>
                    <a:pt x="5704471" y="0"/>
                  </a:lnTo>
                  <a:lnTo>
                    <a:pt x="5704471" y="9055"/>
                  </a:lnTo>
                  <a:lnTo>
                    <a:pt x="5731637" y="9055"/>
                  </a:lnTo>
                  <a:lnTo>
                    <a:pt x="5731637" y="0"/>
                  </a:lnTo>
                  <a:close/>
                </a:path>
                <a:path w="6102984" h="2055495">
                  <a:moveTo>
                    <a:pt x="5766232" y="2046363"/>
                  </a:moveTo>
                  <a:lnTo>
                    <a:pt x="5739066" y="2046363"/>
                  </a:lnTo>
                  <a:lnTo>
                    <a:pt x="5739066" y="2055418"/>
                  </a:lnTo>
                  <a:lnTo>
                    <a:pt x="5766232" y="2055418"/>
                  </a:lnTo>
                  <a:lnTo>
                    <a:pt x="5766232" y="2046363"/>
                  </a:lnTo>
                  <a:close/>
                </a:path>
                <a:path w="6102984" h="2055495">
                  <a:moveTo>
                    <a:pt x="5776912" y="0"/>
                  </a:moveTo>
                  <a:lnTo>
                    <a:pt x="5749747" y="0"/>
                  </a:lnTo>
                  <a:lnTo>
                    <a:pt x="5749747" y="9055"/>
                  </a:lnTo>
                  <a:lnTo>
                    <a:pt x="5776912" y="9055"/>
                  </a:lnTo>
                  <a:lnTo>
                    <a:pt x="5776912" y="0"/>
                  </a:lnTo>
                  <a:close/>
                </a:path>
                <a:path w="6102984" h="2055495">
                  <a:moveTo>
                    <a:pt x="5811494" y="2046363"/>
                  </a:moveTo>
                  <a:lnTo>
                    <a:pt x="5784329" y="2046363"/>
                  </a:lnTo>
                  <a:lnTo>
                    <a:pt x="5784329" y="2055418"/>
                  </a:lnTo>
                  <a:lnTo>
                    <a:pt x="5811494" y="2055418"/>
                  </a:lnTo>
                  <a:lnTo>
                    <a:pt x="5811494" y="2046363"/>
                  </a:lnTo>
                  <a:close/>
                </a:path>
                <a:path w="6102984" h="2055495">
                  <a:moveTo>
                    <a:pt x="5822188" y="0"/>
                  </a:moveTo>
                  <a:lnTo>
                    <a:pt x="5795022" y="0"/>
                  </a:lnTo>
                  <a:lnTo>
                    <a:pt x="5795022" y="9055"/>
                  </a:lnTo>
                  <a:lnTo>
                    <a:pt x="5822188" y="9055"/>
                  </a:lnTo>
                  <a:lnTo>
                    <a:pt x="5822188" y="0"/>
                  </a:lnTo>
                  <a:close/>
                </a:path>
                <a:path w="6102984" h="2055495">
                  <a:moveTo>
                    <a:pt x="5856770" y="2046363"/>
                  </a:moveTo>
                  <a:lnTo>
                    <a:pt x="5829605" y="2046363"/>
                  </a:lnTo>
                  <a:lnTo>
                    <a:pt x="5829605" y="2055418"/>
                  </a:lnTo>
                  <a:lnTo>
                    <a:pt x="5856770" y="2055418"/>
                  </a:lnTo>
                  <a:lnTo>
                    <a:pt x="5856770" y="2046363"/>
                  </a:lnTo>
                  <a:close/>
                </a:path>
                <a:path w="6102984" h="2055495">
                  <a:moveTo>
                    <a:pt x="5867451" y="0"/>
                  </a:moveTo>
                  <a:lnTo>
                    <a:pt x="5840298" y="0"/>
                  </a:lnTo>
                  <a:lnTo>
                    <a:pt x="5840298" y="9055"/>
                  </a:lnTo>
                  <a:lnTo>
                    <a:pt x="5867451" y="9055"/>
                  </a:lnTo>
                  <a:lnTo>
                    <a:pt x="5867451" y="0"/>
                  </a:lnTo>
                  <a:close/>
                </a:path>
                <a:path w="6102984" h="2055495">
                  <a:moveTo>
                    <a:pt x="5902045" y="2046363"/>
                  </a:moveTo>
                  <a:lnTo>
                    <a:pt x="5874880" y="2046363"/>
                  </a:lnTo>
                  <a:lnTo>
                    <a:pt x="5874880" y="2055418"/>
                  </a:lnTo>
                  <a:lnTo>
                    <a:pt x="5902045" y="2055418"/>
                  </a:lnTo>
                  <a:lnTo>
                    <a:pt x="5902045" y="2046363"/>
                  </a:lnTo>
                  <a:close/>
                </a:path>
                <a:path w="6102984" h="2055495">
                  <a:moveTo>
                    <a:pt x="5912726" y="0"/>
                  </a:moveTo>
                  <a:lnTo>
                    <a:pt x="5885561" y="0"/>
                  </a:lnTo>
                  <a:lnTo>
                    <a:pt x="5885561" y="9055"/>
                  </a:lnTo>
                  <a:lnTo>
                    <a:pt x="5912726" y="9055"/>
                  </a:lnTo>
                  <a:lnTo>
                    <a:pt x="5912726" y="0"/>
                  </a:lnTo>
                  <a:close/>
                </a:path>
                <a:path w="6102984" h="2055495">
                  <a:moveTo>
                    <a:pt x="5947321" y="2046363"/>
                  </a:moveTo>
                  <a:lnTo>
                    <a:pt x="5920156" y="2046363"/>
                  </a:lnTo>
                  <a:lnTo>
                    <a:pt x="5920156" y="2055418"/>
                  </a:lnTo>
                  <a:lnTo>
                    <a:pt x="5947321" y="2055418"/>
                  </a:lnTo>
                  <a:lnTo>
                    <a:pt x="5947321" y="2046363"/>
                  </a:lnTo>
                  <a:close/>
                </a:path>
                <a:path w="6102984" h="2055495">
                  <a:moveTo>
                    <a:pt x="5958002" y="0"/>
                  </a:moveTo>
                  <a:lnTo>
                    <a:pt x="5930836" y="0"/>
                  </a:lnTo>
                  <a:lnTo>
                    <a:pt x="5930836" y="9055"/>
                  </a:lnTo>
                  <a:lnTo>
                    <a:pt x="5958002" y="9055"/>
                  </a:lnTo>
                  <a:lnTo>
                    <a:pt x="5958002" y="0"/>
                  </a:lnTo>
                  <a:close/>
                </a:path>
                <a:path w="6102984" h="2055495">
                  <a:moveTo>
                    <a:pt x="5991847" y="2053082"/>
                  </a:moveTo>
                  <a:lnTo>
                    <a:pt x="5990196" y="2044179"/>
                  </a:lnTo>
                  <a:lnTo>
                    <a:pt x="5979541" y="2045754"/>
                  </a:lnTo>
                  <a:lnTo>
                    <a:pt x="5967057" y="2046363"/>
                  </a:lnTo>
                  <a:lnTo>
                    <a:pt x="5965431" y="2046363"/>
                  </a:lnTo>
                  <a:lnTo>
                    <a:pt x="5965431" y="2055418"/>
                  </a:lnTo>
                  <a:lnTo>
                    <a:pt x="5967057" y="2055418"/>
                  </a:lnTo>
                  <a:lnTo>
                    <a:pt x="5980442" y="2054771"/>
                  </a:lnTo>
                  <a:lnTo>
                    <a:pt x="5991847" y="2053082"/>
                  </a:lnTo>
                  <a:close/>
                </a:path>
                <a:path w="6102984" h="2055495">
                  <a:moveTo>
                    <a:pt x="6002452" y="4813"/>
                  </a:moveTo>
                  <a:lnTo>
                    <a:pt x="5993562" y="2578"/>
                  </a:lnTo>
                  <a:lnTo>
                    <a:pt x="5980442" y="647"/>
                  </a:lnTo>
                  <a:lnTo>
                    <a:pt x="5975693" y="419"/>
                  </a:lnTo>
                  <a:lnTo>
                    <a:pt x="5975121" y="9436"/>
                  </a:lnTo>
                  <a:lnTo>
                    <a:pt x="5979541" y="9652"/>
                  </a:lnTo>
                  <a:lnTo>
                    <a:pt x="5991796" y="11468"/>
                  </a:lnTo>
                  <a:lnTo>
                    <a:pt x="6000089" y="13550"/>
                  </a:lnTo>
                  <a:lnTo>
                    <a:pt x="6002452" y="4813"/>
                  </a:lnTo>
                  <a:close/>
                </a:path>
                <a:path w="6102984" h="2055495">
                  <a:moveTo>
                    <a:pt x="6034773" y="2037194"/>
                  </a:moveTo>
                  <a:lnTo>
                    <a:pt x="6030252" y="2029358"/>
                  </a:lnTo>
                  <a:lnTo>
                    <a:pt x="6026874" y="2031377"/>
                  </a:lnTo>
                  <a:lnTo>
                    <a:pt x="6015571" y="2036711"/>
                  </a:lnTo>
                  <a:lnTo>
                    <a:pt x="6006985" y="2039785"/>
                  </a:lnTo>
                  <a:lnTo>
                    <a:pt x="6009830" y="2048370"/>
                  </a:lnTo>
                  <a:lnTo>
                    <a:pt x="6019038" y="2045081"/>
                  </a:lnTo>
                  <a:lnTo>
                    <a:pt x="6031154" y="2039353"/>
                  </a:lnTo>
                  <a:lnTo>
                    <a:pt x="6034773" y="2037194"/>
                  </a:lnTo>
                  <a:close/>
                </a:path>
                <a:path w="6102984" h="2055495">
                  <a:moveTo>
                    <a:pt x="6043917" y="23888"/>
                  </a:moveTo>
                  <a:lnTo>
                    <a:pt x="6042533" y="22860"/>
                  </a:lnTo>
                  <a:lnTo>
                    <a:pt x="6031154" y="16052"/>
                  </a:lnTo>
                  <a:lnTo>
                    <a:pt x="6020143" y="10858"/>
                  </a:lnTo>
                  <a:lnTo>
                    <a:pt x="6016612" y="19189"/>
                  </a:lnTo>
                  <a:lnTo>
                    <a:pt x="6026874" y="24041"/>
                  </a:lnTo>
                  <a:lnTo>
                    <a:pt x="6037504" y="30391"/>
                  </a:lnTo>
                  <a:lnTo>
                    <a:pt x="6038786" y="31356"/>
                  </a:lnTo>
                  <a:lnTo>
                    <a:pt x="6043917" y="23888"/>
                  </a:lnTo>
                  <a:close/>
                </a:path>
                <a:path w="6102984" h="2055495">
                  <a:moveTo>
                    <a:pt x="6070016" y="2008009"/>
                  </a:moveTo>
                  <a:lnTo>
                    <a:pt x="6063158" y="2002116"/>
                  </a:lnTo>
                  <a:lnTo>
                    <a:pt x="6056693" y="2009228"/>
                  </a:lnTo>
                  <a:lnTo>
                    <a:pt x="6047435" y="2017636"/>
                  </a:lnTo>
                  <a:lnTo>
                    <a:pt x="6044438" y="2019858"/>
                  </a:lnTo>
                  <a:lnTo>
                    <a:pt x="6049962" y="2027021"/>
                  </a:lnTo>
                  <a:lnTo>
                    <a:pt x="6053175" y="2024634"/>
                  </a:lnTo>
                  <a:lnTo>
                    <a:pt x="6063094" y="2015629"/>
                  </a:lnTo>
                  <a:lnTo>
                    <a:pt x="6070016" y="2008009"/>
                  </a:lnTo>
                  <a:close/>
                </a:path>
                <a:path w="6102984" h="2055495">
                  <a:moveTo>
                    <a:pt x="6076734" y="55930"/>
                  </a:moveTo>
                  <a:lnTo>
                    <a:pt x="6072098" y="49695"/>
                  </a:lnTo>
                  <a:lnTo>
                    <a:pt x="6063094" y="39776"/>
                  </a:lnTo>
                  <a:lnTo>
                    <a:pt x="6058268" y="35394"/>
                  </a:lnTo>
                  <a:lnTo>
                    <a:pt x="6052197" y="42100"/>
                  </a:lnTo>
                  <a:lnTo>
                    <a:pt x="6056693" y="46177"/>
                  </a:lnTo>
                  <a:lnTo>
                    <a:pt x="6065101" y="55435"/>
                  </a:lnTo>
                  <a:lnTo>
                    <a:pt x="6069419" y="61264"/>
                  </a:lnTo>
                  <a:lnTo>
                    <a:pt x="6076734" y="55930"/>
                  </a:lnTo>
                  <a:close/>
                </a:path>
                <a:path w="6102984" h="2055495">
                  <a:moveTo>
                    <a:pt x="6093358" y="1969274"/>
                  </a:moveTo>
                  <a:lnTo>
                    <a:pt x="6084938" y="1965972"/>
                  </a:lnTo>
                  <a:lnTo>
                    <a:pt x="6084176" y="1968106"/>
                  </a:lnTo>
                  <a:lnTo>
                    <a:pt x="6078842" y="1979409"/>
                  </a:lnTo>
                  <a:lnTo>
                    <a:pt x="6073457" y="1988400"/>
                  </a:lnTo>
                  <a:lnTo>
                    <a:pt x="6081052" y="1993328"/>
                  </a:lnTo>
                  <a:lnTo>
                    <a:pt x="6086818" y="1983689"/>
                  </a:lnTo>
                  <a:lnTo>
                    <a:pt x="6092545" y="1971573"/>
                  </a:lnTo>
                  <a:lnTo>
                    <a:pt x="6093358" y="1969274"/>
                  </a:lnTo>
                  <a:close/>
                </a:path>
                <a:path w="6102984" h="2055495">
                  <a:moveTo>
                    <a:pt x="6097130" y="96697"/>
                  </a:moveTo>
                  <a:lnTo>
                    <a:pt x="6097067" y="96443"/>
                  </a:lnTo>
                  <a:lnTo>
                    <a:pt x="6092545" y="83845"/>
                  </a:lnTo>
                  <a:lnTo>
                    <a:pt x="6086818" y="71729"/>
                  </a:lnTo>
                  <a:lnTo>
                    <a:pt x="6086564" y="71297"/>
                  </a:lnTo>
                  <a:lnTo>
                    <a:pt x="6078601" y="75603"/>
                  </a:lnTo>
                  <a:lnTo>
                    <a:pt x="6078842" y="75996"/>
                  </a:lnTo>
                  <a:lnTo>
                    <a:pt x="6084176" y="87312"/>
                  </a:lnTo>
                  <a:lnTo>
                    <a:pt x="6088392" y="99072"/>
                  </a:lnTo>
                  <a:lnTo>
                    <a:pt x="6088456" y="99301"/>
                  </a:lnTo>
                  <a:lnTo>
                    <a:pt x="6097130" y="96697"/>
                  </a:lnTo>
                  <a:close/>
                </a:path>
                <a:path w="6102984" h="2055495">
                  <a:moveTo>
                    <a:pt x="6102629" y="1924659"/>
                  </a:moveTo>
                  <a:lnTo>
                    <a:pt x="6093599" y="1924329"/>
                  </a:lnTo>
                  <a:lnTo>
                    <a:pt x="6093218" y="1932076"/>
                  </a:lnTo>
                  <a:lnTo>
                    <a:pt x="6091415" y="1944331"/>
                  </a:lnTo>
                  <a:lnTo>
                    <a:pt x="6090196" y="1949183"/>
                  </a:lnTo>
                  <a:lnTo>
                    <a:pt x="6098984" y="1951291"/>
                  </a:lnTo>
                  <a:lnTo>
                    <a:pt x="6100292" y="1946097"/>
                  </a:lnTo>
                  <a:lnTo>
                    <a:pt x="6102235" y="1932978"/>
                  </a:lnTo>
                  <a:lnTo>
                    <a:pt x="6102629" y="1924659"/>
                  </a:lnTo>
                  <a:close/>
                </a:path>
                <a:path w="6102984" h="2055495">
                  <a:moveTo>
                    <a:pt x="6102883" y="1879663"/>
                  </a:moveTo>
                  <a:lnTo>
                    <a:pt x="6093828" y="1879663"/>
                  </a:lnTo>
                  <a:lnTo>
                    <a:pt x="6093828" y="1906828"/>
                  </a:lnTo>
                  <a:lnTo>
                    <a:pt x="6102883" y="1906828"/>
                  </a:lnTo>
                  <a:lnTo>
                    <a:pt x="6102883" y="1879663"/>
                  </a:lnTo>
                  <a:close/>
                </a:path>
                <a:path w="6102984" h="2055495">
                  <a:moveTo>
                    <a:pt x="6102883" y="1834388"/>
                  </a:moveTo>
                  <a:lnTo>
                    <a:pt x="6093828" y="1834388"/>
                  </a:lnTo>
                  <a:lnTo>
                    <a:pt x="6093828" y="1861553"/>
                  </a:lnTo>
                  <a:lnTo>
                    <a:pt x="6102883" y="1861553"/>
                  </a:lnTo>
                  <a:lnTo>
                    <a:pt x="6102883" y="1834388"/>
                  </a:lnTo>
                  <a:close/>
                </a:path>
                <a:path w="6102984" h="2055495">
                  <a:moveTo>
                    <a:pt x="6102883" y="1789112"/>
                  </a:moveTo>
                  <a:lnTo>
                    <a:pt x="6093828" y="1789112"/>
                  </a:lnTo>
                  <a:lnTo>
                    <a:pt x="6093828" y="1816277"/>
                  </a:lnTo>
                  <a:lnTo>
                    <a:pt x="6102883" y="1816277"/>
                  </a:lnTo>
                  <a:lnTo>
                    <a:pt x="6102883" y="1789112"/>
                  </a:lnTo>
                  <a:close/>
                </a:path>
                <a:path w="6102984" h="2055495">
                  <a:moveTo>
                    <a:pt x="6102883" y="1743837"/>
                  </a:moveTo>
                  <a:lnTo>
                    <a:pt x="6093828" y="1743837"/>
                  </a:lnTo>
                  <a:lnTo>
                    <a:pt x="6093828" y="1771002"/>
                  </a:lnTo>
                  <a:lnTo>
                    <a:pt x="6102883" y="1771002"/>
                  </a:lnTo>
                  <a:lnTo>
                    <a:pt x="6102883" y="1743837"/>
                  </a:lnTo>
                  <a:close/>
                </a:path>
                <a:path w="6102984" h="2055495">
                  <a:moveTo>
                    <a:pt x="6102883" y="1698561"/>
                  </a:moveTo>
                  <a:lnTo>
                    <a:pt x="6093828" y="1698561"/>
                  </a:lnTo>
                  <a:lnTo>
                    <a:pt x="6093828" y="1725726"/>
                  </a:lnTo>
                  <a:lnTo>
                    <a:pt x="6102883" y="1725726"/>
                  </a:lnTo>
                  <a:lnTo>
                    <a:pt x="6102883" y="1698561"/>
                  </a:lnTo>
                  <a:close/>
                </a:path>
                <a:path w="6102984" h="2055495">
                  <a:moveTo>
                    <a:pt x="6102883" y="1653298"/>
                  </a:moveTo>
                  <a:lnTo>
                    <a:pt x="6093828" y="1653298"/>
                  </a:lnTo>
                  <a:lnTo>
                    <a:pt x="6093828" y="1680464"/>
                  </a:lnTo>
                  <a:lnTo>
                    <a:pt x="6102883" y="1680464"/>
                  </a:lnTo>
                  <a:lnTo>
                    <a:pt x="6102883" y="1653298"/>
                  </a:lnTo>
                  <a:close/>
                </a:path>
                <a:path w="6102984" h="2055495">
                  <a:moveTo>
                    <a:pt x="6102883" y="1608023"/>
                  </a:moveTo>
                  <a:lnTo>
                    <a:pt x="6093828" y="1608023"/>
                  </a:lnTo>
                  <a:lnTo>
                    <a:pt x="6093828" y="1635188"/>
                  </a:lnTo>
                  <a:lnTo>
                    <a:pt x="6102883" y="1635188"/>
                  </a:lnTo>
                  <a:lnTo>
                    <a:pt x="6102883" y="1608023"/>
                  </a:lnTo>
                  <a:close/>
                </a:path>
                <a:path w="6102984" h="2055495">
                  <a:moveTo>
                    <a:pt x="6102883" y="1562747"/>
                  </a:moveTo>
                  <a:lnTo>
                    <a:pt x="6093828" y="1562747"/>
                  </a:lnTo>
                  <a:lnTo>
                    <a:pt x="6093828" y="1589913"/>
                  </a:lnTo>
                  <a:lnTo>
                    <a:pt x="6102883" y="1589913"/>
                  </a:lnTo>
                  <a:lnTo>
                    <a:pt x="6102883" y="1562747"/>
                  </a:lnTo>
                  <a:close/>
                </a:path>
                <a:path w="6102984" h="2055495">
                  <a:moveTo>
                    <a:pt x="6102883" y="1517472"/>
                  </a:moveTo>
                  <a:lnTo>
                    <a:pt x="6093828" y="1517472"/>
                  </a:lnTo>
                  <a:lnTo>
                    <a:pt x="6093828" y="1544637"/>
                  </a:lnTo>
                  <a:lnTo>
                    <a:pt x="6102883" y="1544637"/>
                  </a:lnTo>
                  <a:lnTo>
                    <a:pt x="6102883" y="1517472"/>
                  </a:lnTo>
                  <a:close/>
                </a:path>
                <a:path w="6102984" h="2055495">
                  <a:moveTo>
                    <a:pt x="6102883" y="1472196"/>
                  </a:moveTo>
                  <a:lnTo>
                    <a:pt x="6093828" y="1472196"/>
                  </a:lnTo>
                  <a:lnTo>
                    <a:pt x="6093828" y="1499362"/>
                  </a:lnTo>
                  <a:lnTo>
                    <a:pt x="6102883" y="1499362"/>
                  </a:lnTo>
                  <a:lnTo>
                    <a:pt x="6102883" y="1472196"/>
                  </a:lnTo>
                  <a:close/>
                </a:path>
                <a:path w="6102984" h="2055495">
                  <a:moveTo>
                    <a:pt x="6102883" y="1426921"/>
                  </a:moveTo>
                  <a:lnTo>
                    <a:pt x="6093828" y="1426921"/>
                  </a:lnTo>
                  <a:lnTo>
                    <a:pt x="6093828" y="1454086"/>
                  </a:lnTo>
                  <a:lnTo>
                    <a:pt x="6102883" y="1454086"/>
                  </a:lnTo>
                  <a:lnTo>
                    <a:pt x="6102883" y="1426921"/>
                  </a:lnTo>
                  <a:close/>
                </a:path>
                <a:path w="6102984" h="2055495">
                  <a:moveTo>
                    <a:pt x="6102883" y="1381658"/>
                  </a:moveTo>
                  <a:lnTo>
                    <a:pt x="6093828" y="1381658"/>
                  </a:lnTo>
                  <a:lnTo>
                    <a:pt x="6093828" y="1408811"/>
                  </a:lnTo>
                  <a:lnTo>
                    <a:pt x="6102883" y="1408811"/>
                  </a:lnTo>
                  <a:lnTo>
                    <a:pt x="6102883" y="1381658"/>
                  </a:lnTo>
                  <a:close/>
                </a:path>
                <a:path w="6102984" h="2055495">
                  <a:moveTo>
                    <a:pt x="6102883" y="1336382"/>
                  </a:moveTo>
                  <a:lnTo>
                    <a:pt x="6093828" y="1336382"/>
                  </a:lnTo>
                  <a:lnTo>
                    <a:pt x="6093828" y="1363548"/>
                  </a:lnTo>
                  <a:lnTo>
                    <a:pt x="6102883" y="1363548"/>
                  </a:lnTo>
                  <a:lnTo>
                    <a:pt x="6102883" y="1336382"/>
                  </a:lnTo>
                  <a:close/>
                </a:path>
                <a:path w="6102984" h="2055495">
                  <a:moveTo>
                    <a:pt x="6102883" y="1291107"/>
                  </a:moveTo>
                  <a:lnTo>
                    <a:pt x="6093828" y="1291107"/>
                  </a:lnTo>
                  <a:lnTo>
                    <a:pt x="6093828" y="1318272"/>
                  </a:lnTo>
                  <a:lnTo>
                    <a:pt x="6102883" y="1318272"/>
                  </a:lnTo>
                  <a:lnTo>
                    <a:pt x="6102883" y="1291107"/>
                  </a:lnTo>
                  <a:close/>
                </a:path>
                <a:path w="6102984" h="2055495">
                  <a:moveTo>
                    <a:pt x="6102883" y="1245831"/>
                  </a:moveTo>
                  <a:lnTo>
                    <a:pt x="6093828" y="1245831"/>
                  </a:lnTo>
                  <a:lnTo>
                    <a:pt x="6093828" y="1272997"/>
                  </a:lnTo>
                  <a:lnTo>
                    <a:pt x="6102883" y="1272997"/>
                  </a:lnTo>
                  <a:lnTo>
                    <a:pt x="6102883" y="1245831"/>
                  </a:lnTo>
                  <a:close/>
                </a:path>
                <a:path w="6102984" h="2055495">
                  <a:moveTo>
                    <a:pt x="6102883" y="1200556"/>
                  </a:moveTo>
                  <a:lnTo>
                    <a:pt x="6093828" y="1200556"/>
                  </a:lnTo>
                  <a:lnTo>
                    <a:pt x="6093828" y="1227721"/>
                  </a:lnTo>
                  <a:lnTo>
                    <a:pt x="6102883" y="1227721"/>
                  </a:lnTo>
                  <a:lnTo>
                    <a:pt x="6102883" y="1200556"/>
                  </a:lnTo>
                  <a:close/>
                </a:path>
                <a:path w="6102984" h="2055495">
                  <a:moveTo>
                    <a:pt x="6102883" y="1155280"/>
                  </a:moveTo>
                  <a:lnTo>
                    <a:pt x="6093828" y="1155280"/>
                  </a:lnTo>
                  <a:lnTo>
                    <a:pt x="6093828" y="1182446"/>
                  </a:lnTo>
                  <a:lnTo>
                    <a:pt x="6102883" y="1182446"/>
                  </a:lnTo>
                  <a:lnTo>
                    <a:pt x="6102883" y="1155280"/>
                  </a:lnTo>
                  <a:close/>
                </a:path>
                <a:path w="6102984" h="2055495">
                  <a:moveTo>
                    <a:pt x="6102883" y="1110005"/>
                  </a:moveTo>
                  <a:lnTo>
                    <a:pt x="6093828" y="1110005"/>
                  </a:lnTo>
                  <a:lnTo>
                    <a:pt x="6093828" y="1137170"/>
                  </a:lnTo>
                  <a:lnTo>
                    <a:pt x="6102883" y="1137170"/>
                  </a:lnTo>
                  <a:lnTo>
                    <a:pt x="6102883" y="1110005"/>
                  </a:lnTo>
                  <a:close/>
                </a:path>
                <a:path w="6102984" h="2055495">
                  <a:moveTo>
                    <a:pt x="6102883" y="1064742"/>
                  </a:moveTo>
                  <a:lnTo>
                    <a:pt x="6093828" y="1064742"/>
                  </a:lnTo>
                  <a:lnTo>
                    <a:pt x="6093828" y="1091895"/>
                  </a:lnTo>
                  <a:lnTo>
                    <a:pt x="6102883" y="1091895"/>
                  </a:lnTo>
                  <a:lnTo>
                    <a:pt x="6102883" y="1064742"/>
                  </a:lnTo>
                  <a:close/>
                </a:path>
                <a:path w="6102984" h="2055495">
                  <a:moveTo>
                    <a:pt x="6102883" y="1019467"/>
                  </a:moveTo>
                  <a:lnTo>
                    <a:pt x="6093828" y="1019467"/>
                  </a:lnTo>
                  <a:lnTo>
                    <a:pt x="6093828" y="1046632"/>
                  </a:lnTo>
                  <a:lnTo>
                    <a:pt x="6102883" y="1046632"/>
                  </a:lnTo>
                  <a:lnTo>
                    <a:pt x="6102883" y="1019467"/>
                  </a:lnTo>
                  <a:close/>
                </a:path>
                <a:path w="6102984" h="2055495">
                  <a:moveTo>
                    <a:pt x="6102883" y="974191"/>
                  </a:moveTo>
                  <a:lnTo>
                    <a:pt x="6093828" y="974191"/>
                  </a:lnTo>
                  <a:lnTo>
                    <a:pt x="6093828" y="1001356"/>
                  </a:lnTo>
                  <a:lnTo>
                    <a:pt x="6102883" y="1001356"/>
                  </a:lnTo>
                  <a:lnTo>
                    <a:pt x="6102883" y="974191"/>
                  </a:lnTo>
                  <a:close/>
                </a:path>
                <a:path w="6102984" h="2055495">
                  <a:moveTo>
                    <a:pt x="6102883" y="928916"/>
                  </a:moveTo>
                  <a:lnTo>
                    <a:pt x="6093828" y="928916"/>
                  </a:lnTo>
                  <a:lnTo>
                    <a:pt x="6093828" y="956081"/>
                  </a:lnTo>
                  <a:lnTo>
                    <a:pt x="6102883" y="956081"/>
                  </a:lnTo>
                  <a:lnTo>
                    <a:pt x="6102883" y="928916"/>
                  </a:lnTo>
                  <a:close/>
                </a:path>
                <a:path w="6102984" h="2055495">
                  <a:moveTo>
                    <a:pt x="6102883" y="883640"/>
                  </a:moveTo>
                  <a:lnTo>
                    <a:pt x="6093828" y="883640"/>
                  </a:lnTo>
                  <a:lnTo>
                    <a:pt x="6093828" y="910805"/>
                  </a:lnTo>
                  <a:lnTo>
                    <a:pt x="6102883" y="910805"/>
                  </a:lnTo>
                  <a:lnTo>
                    <a:pt x="6102883" y="883640"/>
                  </a:lnTo>
                  <a:close/>
                </a:path>
                <a:path w="6102984" h="2055495">
                  <a:moveTo>
                    <a:pt x="6102883" y="838365"/>
                  </a:moveTo>
                  <a:lnTo>
                    <a:pt x="6093828" y="838365"/>
                  </a:lnTo>
                  <a:lnTo>
                    <a:pt x="6093828" y="865530"/>
                  </a:lnTo>
                  <a:lnTo>
                    <a:pt x="6102883" y="865530"/>
                  </a:lnTo>
                  <a:lnTo>
                    <a:pt x="6102883" y="838365"/>
                  </a:lnTo>
                  <a:close/>
                </a:path>
                <a:path w="6102984" h="2055495">
                  <a:moveTo>
                    <a:pt x="6102883" y="793102"/>
                  </a:moveTo>
                  <a:lnTo>
                    <a:pt x="6093828" y="793102"/>
                  </a:lnTo>
                  <a:lnTo>
                    <a:pt x="6093828" y="820254"/>
                  </a:lnTo>
                  <a:lnTo>
                    <a:pt x="6102883" y="820254"/>
                  </a:lnTo>
                  <a:lnTo>
                    <a:pt x="6102883" y="793102"/>
                  </a:lnTo>
                  <a:close/>
                </a:path>
                <a:path w="6102984" h="2055495">
                  <a:moveTo>
                    <a:pt x="6102883" y="747826"/>
                  </a:moveTo>
                  <a:lnTo>
                    <a:pt x="6093828" y="747826"/>
                  </a:lnTo>
                  <a:lnTo>
                    <a:pt x="6093828" y="774992"/>
                  </a:lnTo>
                  <a:lnTo>
                    <a:pt x="6102883" y="774992"/>
                  </a:lnTo>
                  <a:lnTo>
                    <a:pt x="6102883" y="747826"/>
                  </a:lnTo>
                  <a:close/>
                </a:path>
                <a:path w="6102984" h="2055495">
                  <a:moveTo>
                    <a:pt x="6102883" y="702551"/>
                  </a:moveTo>
                  <a:lnTo>
                    <a:pt x="6093828" y="702551"/>
                  </a:lnTo>
                  <a:lnTo>
                    <a:pt x="6093828" y="729716"/>
                  </a:lnTo>
                  <a:lnTo>
                    <a:pt x="6102883" y="729716"/>
                  </a:lnTo>
                  <a:lnTo>
                    <a:pt x="6102883" y="702551"/>
                  </a:lnTo>
                  <a:close/>
                </a:path>
                <a:path w="6102984" h="2055495">
                  <a:moveTo>
                    <a:pt x="6102883" y="657275"/>
                  </a:moveTo>
                  <a:lnTo>
                    <a:pt x="6093828" y="657275"/>
                  </a:lnTo>
                  <a:lnTo>
                    <a:pt x="6093828" y="684441"/>
                  </a:lnTo>
                  <a:lnTo>
                    <a:pt x="6102883" y="684441"/>
                  </a:lnTo>
                  <a:lnTo>
                    <a:pt x="6102883" y="657275"/>
                  </a:lnTo>
                  <a:close/>
                </a:path>
                <a:path w="6102984" h="2055495">
                  <a:moveTo>
                    <a:pt x="6102883" y="612000"/>
                  </a:moveTo>
                  <a:lnTo>
                    <a:pt x="6093828" y="612000"/>
                  </a:lnTo>
                  <a:lnTo>
                    <a:pt x="6093828" y="639165"/>
                  </a:lnTo>
                  <a:lnTo>
                    <a:pt x="6102883" y="639165"/>
                  </a:lnTo>
                  <a:lnTo>
                    <a:pt x="6102883" y="612000"/>
                  </a:lnTo>
                  <a:close/>
                </a:path>
                <a:path w="6102984" h="2055495">
                  <a:moveTo>
                    <a:pt x="6102883" y="566724"/>
                  </a:moveTo>
                  <a:lnTo>
                    <a:pt x="6093828" y="566724"/>
                  </a:lnTo>
                  <a:lnTo>
                    <a:pt x="6093828" y="593890"/>
                  </a:lnTo>
                  <a:lnTo>
                    <a:pt x="6102883" y="593890"/>
                  </a:lnTo>
                  <a:lnTo>
                    <a:pt x="6102883" y="566724"/>
                  </a:lnTo>
                  <a:close/>
                </a:path>
                <a:path w="6102984" h="2055495">
                  <a:moveTo>
                    <a:pt x="6102883" y="521449"/>
                  </a:moveTo>
                  <a:lnTo>
                    <a:pt x="6093828" y="521449"/>
                  </a:lnTo>
                  <a:lnTo>
                    <a:pt x="6093828" y="548614"/>
                  </a:lnTo>
                  <a:lnTo>
                    <a:pt x="6102883" y="548614"/>
                  </a:lnTo>
                  <a:lnTo>
                    <a:pt x="6102883" y="521449"/>
                  </a:lnTo>
                  <a:close/>
                </a:path>
                <a:path w="6102984" h="2055495">
                  <a:moveTo>
                    <a:pt x="6102883" y="476186"/>
                  </a:moveTo>
                  <a:lnTo>
                    <a:pt x="6093828" y="476186"/>
                  </a:lnTo>
                  <a:lnTo>
                    <a:pt x="6093828" y="503339"/>
                  </a:lnTo>
                  <a:lnTo>
                    <a:pt x="6102883" y="503339"/>
                  </a:lnTo>
                  <a:lnTo>
                    <a:pt x="6102883" y="476186"/>
                  </a:lnTo>
                  <a:close/>
                </a:path>
                <a:path w="6102984" h="2055495">
                  <a:moveTo>
                    <a:pt x="6102883" y="430911"/>
                  </a:moveTo>
                  <a:lnTo>
                    <a:pt x="6093828" y="430911"/>
                  </a:lnTo>
                  <a:lnTo>
                    <a:pt x="6093828" y="458076"/>
                  </a:lnTo>
                  <a:lnTo>
                    <a:pt x="6102883" y="458076"/>
                  </a:lnTo>
                  <a:lnTo>
                    <a:pt x="6102883" y="430911"/>
                  </a:lnTo>
                  <a:close/>
                </a:path>
                <a:path w="6102984" h="2055495">
                  <a:moveTo>
                    <a:pt x="6102883" y="385635"/>
                  </a:moveTo>
                  <a:lnTo>
                    <a:pt x="6093828" y="385635"/>
                  </a:lnTo>
                  <a:lnTo>
                    <a:pt x="6093828" y="412800"/>
                  </a:lnTo>
                  <a:lnTo>
                    <a:pt x="6102883" y="412800"/>
                  </a:lnTo>
                  <a:lnTo>
                    <a:pt x="6102883" y="385635"/>
                  </a:lnTo>
                  <a:close/>
                </a:path>
                <a:path w="6102984" h="2055495">
                  <a:moveTo>
                    <a:pt x="6102883" y="340360"/>
                  </a:moveTo>
                  <a:lnTo>
                    <a:pt x="6093828" y="340360"/>
                  </a:lnTo>
                  <a:lnTo>
                    <a:pt x="6093828" y="367525"/>
                  </a:lnTo>
                  <a:lnTo>
                    <a:pt x="6102883" y="367525"/>
                  </a:lnTo>
                  <a:lnTo>
                    <a:pt x="6102883" y="340360"/>
                  </a:lnTo>
                  <a:close/>
                </a:path>
                <a:path w="6102984" h="2055495">
                  <a:moveTo>
                    <a:pt x="6102883" y="295084"/>
                  </a:moveTo>
                  <a:lnTo>
                    <a:pt x="6093828" y="295084"/>
                  </a:lnTo>
                  <a:lnTo>
                    <a:pt x="6093828" y="322249"/>
                  </a:lnTo>
                  <a:lnTo>
                    <a:pt x="6102883" y="322249"/>
                  </a:lnTo>
                  <a:lnTo>
                    <a:pt x="6102883" y="295084"/>
                  </a:lnTo>
                  <a:close/>
                </a:path>
                <a:path w="6102984" h="2055495">
                  <a:moveTo>
                    <a:pt x="6102883" y="249809"/>
                  </a:moveTo>
                  <a:lnTo>
                    <a:pt x="6093828" y="249809"/>
                  </a:lnTo>
                  <a:lnTo>
                    <a:pt x="6093828" y="276974"/>
                  </a:lnTo>
                  <a:lnTo>
                    <a:pt x="6102883" y="276974"/>
                  </a:lnTo>
                  <a:lnTo>
                    <a:pt x="6102883" y="249809"/>
                  </a:lnTo>
                  <a:close/>
                </a:path>
                <a:path w="6102984" h="2055495">
                  <a:moveTo>
                    <a:pt x="6102883" y="204533"/>
                  </a:moveTo>
                  <a:lnTo>
                    <a:pt x="6093828" y="204533"/>
                  </a:lnTo>
                  <a:lnTo>
                    <a:pt x="6093828" y="231698"/>
                  </a:lnTo>
                  <a:lnTo>
                    <a:pt x="6102883" y="231698"/>
                  </a:lnTo>
                  <a:lnTo>
                    <a:pt x="6102883" y="204533"/>
                  </a:lnTo>
                  <a:close/>
                </a:path>
                <a:path w="6102984" h="2055495">
                  <a:moveTo>
                    <a:pt x="6102883" y="159270"/>
                  </a:moveTo>
                  <a:lnTo>
                    <a:pt x="6093828" y="159270"/>
                  </a:lnTo>
                  <a:lnTo>
                    <a:pt x="6093828" y="186436"/>
                  </a:lnTo>
                  <a:lnTo>
                    <a:pt x="6102883" y="186436"/>
                  </a:lnTo>
                  <a:lnTo>
                    <a:pt x="6102883" y="159270"/>
                  </a:lnTo>
                  <a:close/>
                </a:path>
                <a:path w="6102984" h="2055495">
                  <a:moveTo>
                    <a:pt x="6102883" y="135813"/>
                  </a:moveTo>
                  <a:lnTo>
                    <a:pt x="6102235" y="122440"/>
                  </a:lnTo>
                  <a:lnTo>
                    <a:pt x="6101092" y="114706"/>
                  </a:lnTo>
                  <a:lnTo>
                    <a:pt x="6092152" y="116116"/>
                  </a:lnTo>
                  <a:lnTo>
                    <a:pt x="6093218" y="123329"/>
                  </a:lnTo>
                  <a:lnTo>
                    <a:pt x="6093828" y="135813"/>
                  </a:lnTo>
                  <a:lnTo>
                    <a:pt x="6093828" y="141160"/>
                  </a:lnTo>
                  <a:lnTo>
                    <a:pt x="6102883" y="141160"/>
                  </a:lnTo>
                  <a:lnTo>
                    <a:pt x="6102883" y="135813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4" name="object 33">
            <a:extLst>
              <a:ext uri="{FF2B5EF4-FFF2-40B4-BE49-F238E27FC236}">
                <a16:creationId xmlns:a16="http://schemas.microsoft.com/office/drawing/2014/main" id="{286DD3CC-4AA3-4DDF-867A-B4888A154C9E}"/>
              </a:ext>
            </a:extLst>
          </p:cNvPr>
          <p:cNvSpPr txBox="1"/>
          <p:nvPr/>
        </p:nvSpPr>
        <p:spPr>
          <a:xfrm>
            <a:off x="372656" y="6420615"/>
            <a:ext cx="5113744" cy="6142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01955" algn="l"/>
              </a:tabLst>
            </a:pPr>
            <a:r>
              <a:rPr lang="en-US" altLang="zh-TW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“ 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選手反思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：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從挫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折中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淬煉 </a:t>
            </a:r>
            <a:r>
              <a:rPr lang="en-US" altLang="zh-TW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”</a:t>
            </a:r>
            <a:endParaRPr lang="zh-TW" altLang="en-US" sz="20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>
              <a:spcBef>
                <a:spcPts val="75"/>
              </a:spcBef>
            </a:pPr>
            <a:endParaRPr sz="18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5" name="object 31">
            <a:extLst>
              <a:ext uri="{FF2B5EF4-FFF2-40B4-BE49-F238E27FC236}">
                <a16:creationId xmlns:a16="http://schemas.microsoft.com/office/drawing/2014/main" id="{F990960F-3B62-4DEC-8AAE-3DD2F9AD022B}"/>
              </a:ext>
            </a:extLst>
          </p:cNvPr>
          <p:cNvSpPr txBox="1"/>
          <p:nvPr/>
        </p:nvSpPr>
        <p:spPr>
          <a:xfrm>
            <a:off x="611581" y="7518518"/>
            <a:ext cx="5647689" cy="1690078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sz="1400" spc="30" dirty="0" err="1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在選手培訓的幾百個日子裡，我學到最重要的一課不是如何獲勝，而是對『穩定』的追求。雖然</a:t>
            </a: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北區</a:t>
            </a:r>
            <a:r>
              <a:rPr sz="1400" spc="30" dirty="0" err="1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分區賽中因高壓失常而成為</a:t>
            </a: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工科</a:t>
            </a:r>
            <a:r>
              <a:rPr sz="1400" spc="30" dirty="0" err="1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賽遺珠，但我深知我的焊接精度與配線速度已達到</a:t>
            </a: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第一名的</a:t>
            </a:r>
            <a:r>
              <a:rPr sz="1400" spc="30" dirty="0" err="1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標準。這份遺憾讓我轉向更難的挑戰：考取乙級證照。我的實力不因名次被埋沒，而是隱藏在每一道完美的焊道中</a:t>
            </a:r>
            <a:r>
              <a:rPr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。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4C0C95D9-2CC0-4FFF-8DF9-2FDC07833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4859" y="979553"/>
            <a:ext cx="2961132" cy="444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04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8766F3-56E5-48C9-B62C-8B1056860B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4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C05BB5D1-7285-4C1C-B616-44101184428E}"/>
              </a:ext>
            </a:extLst>
          </p:cNvPr>
          <p:cNvSpPr txBox="1"/>
          <p:nvPr/>
        </p:nvSpPr>
        <p:spPr>
          <a:xfrm>
            <a:off x="372658" y="942513"/>
            <a:ext cx="2986405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760" algn="l"/>
              </a:tabLst>
            </a:pPr>
            <a:r>
              <a:rPr lang="zh-TW" altLang="en-US" sz="20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專業養成</a:t>
            </a:r>
            <a:endParaRPr lang="zh-TW" altLang="en-US"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3C17C962-3F00-4CAF-90E7-A4307E04A5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155505"/>
            <a:ext cx="3006164" cy="18109"/>
          </a:xfrm>
          <a:prstGeom prst="rect">
            <a:avLst/>
          </a:prstGeom>
        </p:spPr>
      </p:pic>
      <p:grpSp>
        <p:nvGrpSpPr>
          <p:cNvPr id="9" name="object 5">
            <a:extLst>
              <a:ext uri="{FF2B5EF4-FFF2-40B4-BE49-F238E27FC236}">
                <a16:creationId xmlns:a16="http://schemas.microsoft.com/office/drawing/2014/main" id="{FBD89246-3100-4A83-9B57-F638B6570FE9}"/>
              </a:ext>
            </a:extLst>
          </p:cNvPr>
          <p:cNvGrpSpPr/>
          <p:nvPr/>
        </p:nvGrpSpPr>
        <p:grpSpPr>
          <a:xfrm>
            <a:off x="360935" y="1667733"/>
            <a:ext cx="2943225" cy="3229346"/>
            <a:chOff x="733193" y="3132694"/>
            <a:chExt cx="2943225" cy="1530350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0952834C-CC3E-47B4-A828-752CBA61E4CF}"/>
                </a:ext>
              </a:extLst>
            </p:cNvPr>
            <p:cNvSpPr/>
            <p:nvPr/>
          </p:nvSpPr>
          <p:spPr>
            <a:xfrm>
              <a:off x="760357" y="3132694"/>
              <a:ext cx="2915920" cy="1530350"/>
            </a:xfrm>
            <a:custGeom>
              <a:avLst/>
              <a:gdLst/>
              <a:ahLst/>
              <a:cxnLst/>
              <a:rect l="l" t="t" r="r" b="b"/>
              <a:pathLst>
                <a:path w="2915920" h="1530350">
                  <a:moveTo>
                    <a:pt x="2814095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1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6" y="3477"/>
                  </a:lnTo>
                  <a:lnTo>
                    <a:pt x="76141" y="0"/>
                  </a:lnTo>
                  <a:lnTo>
                    <a:pt x="2814095" y="0"/>
                  </a:lnTo>
                  <a:lnTo>
                    <a:pt x="2855132" y="10996"/>
                  </a:lnTo>
                  <a:lnTo>
                    <a:pt x="2888837" y="36864"/>
                  </a:lnTo>
                  <a:lnTo>
                    <a:pt x="2910076" y="73660"/>
                  </a:lnTo>
                  <a:lnTo>
                    <a:pt x="2915617" y="101518"/>
                  </a:lnTo>
                  <a:lnTo>
                    <a:pt x="2915617" y="1428719"/>
                  </a:lnTo>
                  <a:lnTo>
                    <a:pt x="2904615" y="1469757"/>
                  </a:lnTo>
                  <a:lnTo>
                    <a:pt x="2878747" y="1503462"/>
                  </a:lnTo>
                  <a:lnTo>
                    <a:pt x="2841950" y="1524702"/>
                  </a:lnTo>
                  <a:lnTo>
                    <a:pt x="2821161" y="1529546"/>
                  </a:lnTo>
                  <a:lnTo>
                    <a:pt x="2814095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E9C4D61C-F8D7-4BE6-A922-B6F7F91E321F}"/>
                </a:ext>
              </a:extLst>
            </p:cNvPr>
            <p:cNvSpPr/>
            <p:nvPr/>
          </p:nvSpPr>
          <p:spPr>
            <a:xfrm>
              <a:off x="733193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5" h="1529714">
                  <a:moveTo>
                    <a:pt x="100457" y="1529454"/>
                  </a:moveTo>
                  <a:lnTo>
                    <a:pt x="57384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2" name="object 8">
            <a:extLst>
              <a:ext uri="{FF2B5EF4-FFF2-40B4-BE49-F238E27FC236}">
                <a16:creationId xmlns:a16="http://schemas.microsoft.com/office/drawing/2014/main" id="{E7C89941-77B5-4E4C-B673-6309AE1813F2}"/>
              </a:ext>
            </a:extLst>
          </p:cNvPr>
          <p:cNvSpPr txBox="1"/>
          <p:nvPr/>
        </p:nvSpPr>
        <p:spPr>
          <a:xfrm>
            <a:off x="630346" y="1908563"/>
            <a:ext cx="1796331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zh-TW" altLang="en-US" sz="16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15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實習科目實習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64A0451-F0CF-4865-A88D-8D89D672B397}"/>
              </a:ext>
            </a:extLst>
          </p:cNvPr>
          <p:cNvSpPr txBox="1"/>
          <p:nvPr/>
        </p:nvSpPr>
        <p:spPr>
          <a:xfrm>
            <a:off x="630346" y="2227289"/>
            <a:ext cx="2471833" cy="2419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PVC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管彎曲、連接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照明類、電熱類、旋轉類電器配線及故障檢修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電冰箱、窗型、分離式冷氣熱泵、除濕機故障檢修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分離式冷氣安裝、保養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銅管焊接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PLC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Node-Red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搭配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ESP32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實現智慧居家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 err="1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autocad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I </a:t>
            </a: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5829B2AB-1899-4A82-9162-0D45F85CB6AA}"/>
              </a:ext>
            </a:extLst>
          </p:cNvPr>
          <p:cNvGrpSpPr/>
          <p:nvPr/>
        </p:nvGrpSpPr>
        <p:grpSpPr>
          <a:xfrm>
            <a:off x="3562419" y="1679056"/>
            <a:ext cx="2934335" cy="1734491"/>
            <a:chOff x="3902342" y="3132694"/>
            <a:chExt cx="2934335" cy="1530350"/>
          </a:xfrm>
        </p:grpSpPr>
        <p:sp>
          <p:nvSpPr>
            <p:cNvPr id="15" name="object 11">
              <a:extLst>
                <a:ext uri="{FF2B5EF4-FFF2-40B4-BE49-F238E27FC236}">
                  <a16:creationId xmlns:a16="http://schemas.microsoft.com/office/drawing/2014/main" id="{FDA371F2-2FAB-490A-B84B-41AE691EA61D}"/>
                </a:ext>
              </a:extLst>
            </p:cNvPr>
            <p:cNvSpPr/>
            <p:nvPr/>
          </p:nvSpPr>
          <p:spPr>
            <a:xfrm>
              <a:off x="3929506" y="3132694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2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5" y="3477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6"/>
                  </a:lnTo>
                  <a:lnTo>
                    <a:pt x="2879782" y="36864"/>
                  </a:lnTo>
                  <a:lnTo>
                    <a:pt x="2901021" y="73660"/>
                  </a:lnTo>
                  <a:lnTo>
                    <a:pt x="2906562" y="101518"/>
                  </a:lnTo>
                  <a:lnTo>
                    <a:pt x="2906562" y="1428719"/>
                  </a:lnTo>
                  <a:lnTo>
                    <a:pt x="2895561" y="1469757"/>
                  </a:lnTo>
                  <a:lnTo>
                    <a:pt x="2869692" y="1503462"/>
                  </a:lnTo>
                  <a:lnTo>
                    <a:pt x="2832895" y="1524702"/>
                  </a:lnTo>
                  <a:lnTo>
                    <a:pt x="2812106" y="1529546"/>
                  </a:lnTo>
                  <a:lnTo>
                    <a:pt x="2805040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6" name="object 12">
              <a:extLst>
                <a:ext uri="{FF2B5EF4-FFF2-40B4-BE49-F238E27FC236}">
                  <a16:creationId xmlns:a16="http://schemas.microsoft.com/office/drawing/2014/main" id="{04E16A54-14D3-47D2-9681-BA969572AD89}"/>
                </a:ext>
              </a:extLst>
            </p:cNvPr>
            <p:cNvSpPr/>
            <p:nvPr/>
          </p:nvSpPr>
          <p:spPr>
            <a:xfrm>
              <a:off x="3902342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7" name="object 13">
            <a:extLst>
              <a:ext uri="{FF2B5EF4-FFF2-40B4-BE49-F238E27FC236}">
                <a16:creationId xmlns:a16="http://schemas.microsoft.com/office/drawing/2014/main" id="{C125A5CF-5801-4201-AFF8-992372486477}"/>
              </a:ext>
            </a:extLst>
          </p:cNvPr>
          <p:cNvSpPr txBox="1"/>
          <p:nvPr/>
        </p:nvSpPr>
        <p:spPr>
          <a:xfrm>
            <a:off x="3825888" y="1904295"/>
            <a:ext cx="2343785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1600" b="1" spc="-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社圖活動經驗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A7BE5622-0A34-4B25-962A-9598D99DAF7B}"/>
              </a:ext>
            </a:extLst>
          </p:cNvPr>
          <p:cNvSpPr txBox="1"/>
          <p:nvPr/>
        </p:nvSpPr>
        <p:spPr>
          <a:xfrm>
            <a:off x="3844082" y="2219563"/>
            <a:ext cx="2471833" cy="96699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管樂社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_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伸縮喇叭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)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Python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程式設計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手機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APP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樹莓派與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AIOT</a:t>
            </a:r>
          </a:p>
        </p:txBody>
      </p:sp>
      <p:grpSp>
        <p:nvGrpSpPr>
          <p:cNvPr id="28" name="object 10">
            <a:extLst>
              <a:ext uri="{FF2B5EF4-FFF2-40B4-BE49-F238E27FC236}">
                <a16:creationId xmlns:a16="http://schemas.microsoft.com/office/drawing/2014/main" id="{7AA1EE4C-F443-41A8-BB4B-EE933352493F}"/>
              </a:ext>
            </a:extLst>
          </p:cNvPr>
          <p:cNvGrpSpPr/>
          <p:nvPr/>
        </p:nvGrpSpPr>
        <p:grpSpPr>
          <a:xfrm>
            <a:off x="3546481" y="3620432"/>
            <a:ext cx="2934335" cy="1257586"/>
            <a:chOff x="3902342" y="3132694"/>
            <a:chExt cx="2934335" cy="1530350"/>
          </a:xfrm>
        </p:grpSpPr>
        <p:sp>
          <p:nvSpPr>
            <p:cNvPr id="29" name="object 11">
              <a:extLst>
                <a:ext uri="{FF2B5EF4-FFF2-40B4-BE49-F238E27FC236}">
                  <a16:creationId xmlns:a16="http://schemas.microsoft.com/office/drawing/2014/main" id="{33436250-5AAA-40BC-9C20-6DA209094770}"/>
                </a:ext>
              </a:extLst>
            </p:cNvPr>
            <p:cNvSpPr/>
            <p:nvPr/>
          </p:nvSpPr>
          <p:spPr>
            <a:xfrm>
              <a:off x="3929506" y="3132694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2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5" y="3477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6"/>
                  </a:lnTo>
                  <a:lnTo>
                    <a:pt x="2879782" y="36864"/>
                  </a:lnTo>
                  <a:lnTo>
                    <a:pt x="2901021" y="73660"/>
                  </a:lnTo>
                  <a:lnTo>
                    <a:pt x="2906562" y="101518"/>
                  </a:lnTo>
                  <a:lnTo>
                    <a:pt x="2906562" y="1428719"/>
                  </a:lnTo>
                  <a:lnTo>
                    <a:pt x="2895561" y="1469757"/>
                  </a:lnTo>
                  <a:lnTo>
                    <a:pt x="2869692" y="1503462"/>
                  </a:lnTo>
                  <a:lnTo>
                    <a:pt x="2832895" y="1524702"/>
                  </a:lnTo>
                  <a:lnTo>
                    <a:pt x="2812106" y="1529546"/>
                  </a:lnTo>
                  <a:lnTo>
                    <a:pt x="2805040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30" name="object 12">
              <a:extLst>
                <a:ext uri="{FF2B5EF4-FFF2-40B4-BE49-F238E27FC236}">
                  <a16:creationId xmlns:a16="http://schemas.microsoft.com/office/drawing/2014/main" id="{D5323DB9-DB42-4772-87AB-1CC210E894A8}"/>
                </a:ext>
              </a:extLst>
            </p:cNvPr>
            <p:cNvSpPr/>
            <p:nvPr/>
          </p:nvSpPr>
          <p:spPr>
            <a:xfrm>
              <a:off x="3902342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31" name="object 13">
            <a:extLst>
              <a:ext uri="{FF2B5EF4-FFF2-40B4-BE49-F238E27FC236}">
                <a16:creationId xmlns:a16="http://schemas.microsoft.com/office/drawing/2014/main" id="{E2E61541-0471-4CE0-8A10-45049361705E}"/>
              </a:ext>
            </a:extLst>
          </p:cNvPr>
          <p:cNvSpPr txBox="1"/>
          <p:nvPr/>
        </p:nvSpPr>
        <p:spPr>
          <a:xfrm>
            <a:off x="3807924" y="3801686"/>
            <a:ext cx="2343785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1600" b="1" spc="-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彈性學習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32" name="object 9">
            <a:extLst>
              <a:ext uri="{FF2B5EF4-FFF2-40B4-BE49-F238E27FC236}">
                <a16:creationId xmlns:a16="http://schemas.microsoft.com/office/drawing/2014/main" id="{045B70DC-CCEC-4A34-8495-7F893BB008CC}"/>
              </a:ext>
            </a:extLst>
          </p:cNvPr>
          <p:cNvSpPr txBox="1"/>
          <p:nvPr/>
        </p:nvSpPr>
        <p:spPr>
          <a:xfrm>
            <a:off x="3826118" y="4116954"/>
            <a:ext cx="2471833" cy="4741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工科賽及分區賽選手培訓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銅管焊接及冷凍系統配管配線</a:t>
            </a:r>
          </a:p>
        </p:txBody>
      </p:sp>
      <p:grpSp>
        <p:nvGrpSpPr>
          <p:cNvPr id="52" name="object 10">
            <a:extLst>
              <a:ext uri="{FF2B5EF4-FFF2-40B4-BE49-F238E27FC236}">
                <a16:creationId xmlns:a16="http://schemas.microsoft.com/office/drawing/2014/main" id="{C4E2A079-CAFE-4756-A543-0628DDC5D595}"/>
              </a:ext>
            </a:extLst>
          </p:cNvPr>
          <p:cNvGrpSpPr/>
          <p:nvPr/>
        </p:nvGrpSpPr>
        <p:grpSpPr>
          <a:xfrm>
            <a:off x="436272" y="5002619"/>
            <a:ext cx="2934335" cy="2051587"/>
            <a:chOff x="3902342" y="3132694"/>
            <a:chExt cx="2934335" cy="1530350"/>
          </a:xfrm>
        </p:grpSpPr>
        <p:sp>
          <p:nvSpPr>
            <p:cNvPr id="53" name="object 11">
              <a:extLst>
                <a:ext uri="{FF2B5EF4-FFF2-40B4-BE49-F238E27FC236}">
                  <a16:creationId xmlns:a16="http://schemas.microsoft.com/office/drawing/2014/main" id="{95943BBB-3A4C-4C53-B780-62E6FA7E9888}"/>
                </a:ext>
              </a:extLst>
            </p:cNvPr>
            <p:cNvSpPr/>
            <p:nvPr/>
          </p:nvSpPr>
          <p:spPr>
            <a:xfrm>
              <a:off x="3929506" y="3132694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2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5" y="3477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6"/>
                  </a:lnTo>
                  <a:lnTo>
                    <a:pt x="2879782" y="36864"/>
                  </a:lnTo>
                  <a:lnTo>
                    <a:pt x="2901021" y="73660"/>
                  </a:lnTo>
                  <a:lnTo>
                    <a:pt x="2906562" y="101518"/>
                  </a:lnTo>
                  <a:lnTo>
                    <a:pt x="2906562" y="1428719"/>
                  </a:lnTo>
                  <a:lnTo>
                    <a:pt x="2895561" y="1469757"/>
                  </a:lnTo>
                  <a:lnTo>
                    <a:pt x="2869692" y="1503462"/>
                  </a:lnTo>
                  <a:lnTo>
                    <a:pt x="2832895" y="1524702"/>
                  </a:lnTo>
                  <a:lnTo>
                    <a:pt x="2812106" y="1529546"/>
                  </a:lnTo>
                  <a:lnTo>
                    <a:pt x="2805040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54" name="object 12">
              <a:extLst>
                <a:ext uri="{FF2B5EF4-FFF2-40B4-BE49-F238E27FC236}">
                  <a16:creationId xmlns:a16="http://schemas.microsoft.com/office/drawing/2014/main" id="{665CD544-3924-4E4A-AD98-658F78E1BFCA}"/>
                </a:ext>
              </a:extLst>
            </p:cNvPr>
            <p:cNvSpPr/>
            <p:nvPr/>
          </p:nvSpPr>
          <p:spPr>
            <a:xfrm>
              <a:off x="3902342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55" name="object 13">
            <a:extLst>
              <a:ext uri="{FF2B5EF4-FFF2-40B4-BE49-F238E27FC236}">
                <a16:creationId xmlns:a16="http://schemas.microsoft.com/office/drawing/2014/main" id="{6951774F-E039-4D1F-9406-228D3ADB93ED}"/>
              </a:ext>
            </a:extLst>
          </p:cNvPr>
          <p:cNvSpPr txBox="1"/>
          <p:nvPr/>
        </p:nvSpPr>
        <p:spPr>
          <a:xfrm>
            <a:off x="699741" y="5227858"/>
            <a:ext cx="2343785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1600" b="1" spc="-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研習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6" name="object 9">
            <a:extLst>
              <a:ext uri="{FF2B5EF4-FFF2-40B4-BE49-F238E27FC236}">
                <a16:creationId xmlns:a16="http://schemas.microsoft.com/office/drawing/2014/main" id="{E5DD8089-A160-4F86-BA1F-6325D701A847}"/>
              </a:ext>
            </a:extLst>
          </p:cNvPr>
          <p:cNvSpPr txBox="1"/>
          <p:nvPr/>
        </p:nvSpPr>
        <p:spPr>
          <a:xfrm>
            <a:off x="717935" y="5543126"/>
            <a:ext cx="2471833" cy="142135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113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年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5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月  業界產學合作課程計畫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-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冷凍空調節能技術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114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年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8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月  大金空調研習及認證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--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節能變頻空調設備教育訓練</a:t>
            </a:r>
          </a:p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114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年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8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月  台灣日立節能空調研習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--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家用變頻產品服務維修研習</a:t>
            </a:r>
          </a:p>
        </p:txBody>
      </p:sp>
      <p:grpSp>
        <p:nvGrpSpPr>
          <p:cNvPr id="60" name="object 10">
            <a:extLst>
              <a:ext uri="{FF2B5EF4-FFF2-40B4-BE49-F238E27FC236}">
                <a16:creationId xmlns:a16="http://schemas.microsoft.com/office/drawing/2014/main" id="{41BBB77F-6098-40E2-A2B6-4CBDD47A5A0E}"/>
              </a:ext>
            </a:extLst>
          </p:cNvPr>
          <p:cNvGrpSpPr/>
          <p:nvPr/>
        </p:nvGrpSpPr>
        <p:grpSpPr>
          <a:xfrm>
            <a:off x="3532970" y="5100225"/>
            <a:ext cx="2934335" cy="1037533"/>
            <a:chOff x="3902342" y="3132694"/>
            <a:chExt cx="2934335" cy="1530350"/>
          </a:xfrm>
        </p:grpSpPr>
        <p:sp>
          <p:nvSpPr>
            <p:cNvPr id="61" name="object 11">
              <a:extLst>
                <a:ext uri="{FF2B5EF4-FFF2-40B4-BE49-F238E27FC236}">
                  <a16:creationId xmlns:a16="http://schemas.microsoft.com/office/drawing/2014/main" id="{654C62B4-D18A-406F-8734-CF96EDAE5742}"/>
                </a:ext>
              </a:extLst>
            </p:cNvPr>
            <p:cNvSpPr/>
            <p:nvPr/>
          </p:nvSpPr>
          <p:spPr>
            <a:xfrm>
              <a:off x="3929506" y="3132694"/>
              <a:ext cx="2907030" cy="1530350"/>
            </a:xfrm>
            <a:custGeom>
              <a:avLst/>
              <a:gdLst/>
              <a:ahLst/>
              <a:cxnLst/>
              <a:rect l="l" t="t" r="r" b="b"/>
              <a:pathLst>
                <a:path w="2907029" h="1530350">
                  <a:moveTo>
                    <a:pt x="2805040" y="1530242"/>
                  </a:moveTo>
                  <a:lnTo>
                    <a:pt x="76141" y="1530242"/>
                  </a:lnTo>
                  <a:lnTo>
                    <a:pt x="70842" y="1529546"/>
                  </a:lnTo>
                  <a:lnTo>
                    <a:pt x="31768" y="1507968"/>
                  </a:lnTo>
                  <a:lnTo>
                    <a:pt x="10761" y="1476017"/>
                  </a:lnTo>
                  <a:lnTo>
                    <a:pt x="522" y="1435784"/>
                  </a:lnTo>
                  <a:lnTo>
                    <a:pt x="0" y="1428719"/>
                  </a:lnTo>
                  <a:lnTo>
                    <a:pt x="0" y="1421588"/>
                  </a:lnTo>
                  <a:lnTo>
                    <a:pt x="0" y="101518"/>
                  </a:lnTo>
                  <a:lnTo>
                    <a:pt x="8250" y="60478"/>
                  </a:lnTo>
                  <a:lnTo>
                    <a:pt x="27652" y="26775"/>
                  </a:lnTo>
                  <a:lnTo>
                    <a:pt x="60345" y="3477"/>
                  </a:lnTo>
                  <a:lnTo>
                    <a:pt x="76141" y="0"/>
                  </a:lnTo>
                  <a:lnTo>
                    <a:pt x="2805040" y="0"/>
                  </a:lnTo>
                  <a:lnTo>
                    <a:pt x="2846078" y="10996"/>
                  </a:lnTo>
                  <a:lnTo>
                    <a:pt x="2879782" y="36864"/>
                  </a:lnTo>
                  <a:lnTo>
                    <a:pt x="2901021" y="73660"/>
                  </a:lnTo>
                  <a:lnTo>
                    <a:pt x="2906562" y="101518"/>
                  </a:lnTo>
                  <a:lnTo>
                    <a:pt x="2906562" y="1428719"/>
                  </a:lnTo>
                  <a:lnTo>
                    <a:pt x="2895561" y="1469757"/>
                  </a:lnTo>
                  <a:lnTo>
                    <a:pt x="2869692" y="1503462"/>
                  </a:lnTo>
                  <a:lnTo>
                    <a:pt x="2832895" y="1524702"/>
                  </a:lnTo>
                  <a:lnTo>
                    <a:pt x="2812106" y="1529546"/>
                  </a:lnTo>
                  <a:lnTo>
                    <a:pt x="2805040" y="1530242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2" name="object 12">
              <a:extLst>
                <a:ext uri="{FF2B5EF4-FFF2-40B4-BE49-F238E27FC236}">
                  <a16:creationId xmlns:a16="http://schemas.microsoft.com/office/drawing/2014/main" id="{0050A943-EF84-4031-9F24-B383B00647C5}"/>
                </a:ext>
              </a:extLst>
            </p:cNvPr>
            <p:cNvSpPr/>
            <p:nvPr/>
          </p:nvSpPr>
          <p:spPr>
            <a:xfrm>
              <a:off x="3902342" y="3133089"/>
              <a:ext cx="100965" cy="1529715"/>
            </a:xfrm>
            <a:custGeom>
              <a:avLst/>
              <a:gdLst/>
              <a:ahLst/>
              <a:cxnLst/>
              <a:rect l="l" t="t" r="r" b="b"/>
              <a:pathLst>
                <a:path w="100964" h="1529714">
                  <a:moveTo>
                    <a:pt x="100457" y="1529454"/>
                  </a:moveTo>
                  <a:lnTo>
                    <a:pt x="57383" y="1517004"/>
                  </a:lnTo>
                  <a:lnTo>
                    <a:pt x="24621" y="1490090"/>
                  </a:lnTo>
                  <a:lnTo>
                    <a:pt x="4652" y="1452687"/>
                  </a:lnTo>
                  <a:lnTo>
                    <a:pt x="0" y="1421193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4" y="7874"/>
                  </a:lnTo>
                  <a:lnTo>
                    <a:pt x="100456" y="0"/>
                  </a:lnTo>
                  <a:lnTo>
                    <a:pt x="94521" y="2361"/>
                  </a:lnTo>
                  <a:lnTo>
                    <a:pt x="87865" y="7874"/>
                  </a:lnTo>
                  <a:lnTo>
                    <a:pt x="63474" y="47882"/>
                  </a:lnTo>
                  <a:lnTo>
                    <a:pt x="55361" y="87058"/>
                  </a:lnTo>
                  <a:lnTo>
                    <a:pt x="54328" y="108260"/>
                  </a:lnTo>
                  <a:lnTo>
                    <a:pt x="54328" y="1421193"/>
                  </a:lnTo>
                  <a:lnTo>
                    <a:pt x="58463" y="1462773"/>
                  </a:lnTo>
                  <a:lnTo>
                    <a:pt x="74207" y="1505227"/>
                  </a:lnTo>
                  <a:lnTo>
                    <a:pt x="94521" y="1527092"/>
                  </a:lnTo>
                  <a:lnTo>
                    <a:pt x="100457" y="1529454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63" name="object 13">
            <a:extLst>
              <a:ext uri="{FF2B5EF4-FFF2-40B4-BE49-F238E27FC236}">
                <a16:creationId xmlns:a16="http://schemas.microsoft.com/office/drawing/2014/main" id="{9AC4EFFD-5B48-4943-97A7-C52236E9DA7E}"/>
              </a:ext>
            </a:extLst>
          </p:cNvPr>
          <p:cNvSpPr txBox="1"/>
          <p:nvPr/>
        </p:nvSpPr>
        <p:spPr>
          <a:xfrm>
            <a:off x="3796439" y="5325463"/>
            <a:ext cx="2343785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just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1600" b="1" spc="-4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實戰經驗</a:t>
            </a:r>
            <a:endParaRPr sz="15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64" name="object 9">
            <a:extLst>
              <a:ext uri="{FF2B5EF4-FFF2-40B4-BE49-F238E27FC236}">
                <a16:creationId xmlns:a16="http://schemas.microsoft.com/office/drawing/2014/main" id="{ED4523D3-6F08-41BD-BC24-DA87CB0393F6}"/>
              </a:ext>
            </a:extLst>
          </p:cNvPr>
          <p:cNvSpPr txBox="1"/>
          <p:nvPr/>
        </p:nvSpPr>
        <p:spPr>
          <a:xfrm>
            <a:off x="3814633" y="5640731"/>
            <a:ext cx="2471833" cy="227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0" marR="5080" indent="-171450" algn="just">
              <a:lnSpc>
                <a:spcPct val="131700"/>
              </a:lnSpc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禾家電器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(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冷氣行</a:t>
            </a:r>
            <a:r>
              <a:rPr lang="en-US" altLang="zh-TW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)40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天暑假打工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pic>
        <p:nvPicPr>
          <p:cNvPr id="65" name="object 24">
            <a:extLst>
              <a:ext uri="{FF2B5EF4-FFF2-40B4-BE49-F238E27FC236}">
                <a16:creationId xmlns:a16="http://schemas.microsoft.com/office/drawing/2014/main" id="{1F47AFCA-16A4-4E0C-A6E3-CC4533A673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24014" y="7666711"/>
            <a:ext cx="2232000" cy="18109"/>
          </a:xfrm>
          <a:prstGeom prst="rect">
            <a:avLst/>
          </a:prstGeom>
        </p:spPr>
      </p:pic>
      <p:grpSp>
        <p:nvGrpSpPr>
          <p:cNvPr id="66" name="object 28">
            <a:extLst>
              <a:ext uri="{FF2B5EF4-FFF2-40B4-BE49-F238E27FC236}">
                <a16:creationId xmlns:a16="http://schemas.microsoft.com/office/drawing/2014/main" id="{2569323F-4B0A-4E29-B73B-4EE52B9E841A}"/>
              </a:ext>
            </a:extLst>
          </p:cNvPr>
          <p:cNvGrpSpPr/>
          <p:nvPr/>
        </p:nvGrpSpPr>
        <p:grpSpPr>
          <a:xfrm>
            <a:off x="383944" y="7997437"/>
            <a:ext cx="6102985" cy="1405901"/>
            <a:chOff x="733193" y="7741542"/>
            <a:chExt cx="6102985" cy="2055495"/>
          </a:xfrm>
        </p:grpSpPr>
        <p:sp>
          <p:nvSpPr>
            <p:cNvPr id="67" name="object 29">
              <a:extLst>
                <a:ext uri="{FF2B5EF4-FFF2-40B4-BE49-F238E27FC236}">
                  <a16:creationId xmlns:a16="http://schemas.microsoft.com/office/drawing/2014/main" id="{CF32A2DC-B8C9-4660-AC4C-27B9D4C8EF33}"/>
                </a:ext>
              </a:extLst>
            </p:cNvPr>
            <p:cNvSpPr/>
            <p:nvPr/>
          </p:nvSpPr>
          <p:spPr>
            <a:xfrm>
              <a:off x="733193" y="7741542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5967059" y="2055417"/>
                  </a:moveTo>
                  <a:lnTo>
                    <a:pt x="135816" y="2055417"/>
                  </a:lnTo>
                  <a:lnTo>
                    <a:pt x="122440" y="2054770"/>
                  </a:lnTo>
                  <a:lnTo>
                    <a:pt x="83844" y="2045077"/>
                  </a:lnTo>
                  <a:lnTo>
                    <a:pt x="49698" y="2024640"/>
                  </a:lnTo>
                  <a:lnTo>
                    <a:pt x="22868" y="1995068"/>
                  </a:lnTo>
                  <a:lnTo>
                    <a:pt x="5815" y="1958963"/>
                  </a:lnTo>
                  <a:lnTo>
                    <a:pt x="0" y="1919602"/>
                  </a:lnTo>
                  <a:lnTo>
                    <a:pt x="0" y="135815"/>
                  </a:lnTo>
                  <a:lnTo>
                    <a:pt x="5815" y="96451"/>
                  </a:lnTo>
                  <a:lnTo>
                    <a:pt x="22868" y="60347"/>
                  </a:lnTo>
                  <a:lnTo>
                    <a:pt x="49698" y="30776"/>
                  </a:lnTo>
                  <a:lnTo>
                    <a:pt x="83844" y="10338"/>
                  </a:lnTo>
                  <a:lnTo>
                    <a:pt x="122440" y="646"/>
                  </a:lnTo>
                  <a:lnTo>
                    <a:pt x="135820" y="0"/>
                  </a:lnTo>
                  <a:lnTo>
                    <a:pt x="5967055" y="0"/>
                  </a:lnTo>
                  <a:lnTo>
                    <a:pt x="6006423" y="5815"/>
                  </a:lnTo>
                  <a:lnTo>
                    <a:pt x="6042527" y="22867"/>
                  </a:lnTo>
                  <a:lnTo>
                    <a:pt x="6072098" y="49697"/>
                  </a:lnTo>
                  <a:lnTo>
                    <a:pt x="6092536" y="83842"/>
                  </a:lnTo>
                  <a:lnTo>
                    <a:pt x="6102229" y="122440"/>
                  </a:lnTo>
                  <a:lnTo>
                    <a:pt x="6102875" y="135815"/>
                  </a:lnTo>
                  <a:lnTo>
                    <a:pt x="6102875" y="1919602"/>
                  </a:lnTo>
                  <a:lnTo>
                    <a:pt x="6097059" y="1958964"/>
                  </a:lnTo>
                  <a:lnTo>
                    <a:pt x="6080006" y="1995068"/>
                  </a:lnTo>
                  <a:lnTo>
                    <a:pt x="6053177" y="2024640"/>
                  </a:lnTo>
                  <a:lnTo>
                    <a:pt x="6019030" y="2045077"/>
                  </a:lnTo>
                  <a:lnTo>
                    <a:pt x="5980434" y="2054770"/>
                  </a:lnTo>
                  <a:lnTo>
                    <a:pt x="5967059" y="205541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8" name="object 30">
              <a:extLst>
                <a:ext uri="{FF2B5EF4-FFF2-40B4-BE49-F238E27FC236}">
                  <a16:creationId xmlns:a16="http://schemas.microsoft.com/office/drawing/2014/main" id="{236EA031-625E-4884-860E-A2191323FE8C}"/>
                </a:ext>
              </a:extLst>
            </p:cNvPr>
            <p:cNvSpPr/>
            <p:nvPr/>
          </p:nvSpPr>
          <p:spPr>
            <a:xfrm>
              <a:off x="733183" y="7741551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9055" y="1849234"/>
                  </a:moveTo>
                  <a:lnTo>
                    <a:pt x="0" y="1849234"/>
                  </a:lnTo>
                  <a:lnTo>
                    <a:pt x="0" y="1876399"/>
                  </a:lnTo>
                  <a:lnTo>
                    <a:pt x="9055" y="1876399"/>
                  </a:lnTo>
                  <a:lnTo>
                    <a:pt x="9055" y="1849234"/>
                  </a:lnTo>
                  <a:close/>
                </a:path>
                <a:path w="6102984" h="2055495">
                  <a:moveTo>
                    <a:pt x="9055" y="1803971"/>
                  </a:moveTo>
                  <a:lnTo>
                    <a:pt x="0" y="1803971"/>
                  </a:lnTo>
                  <a:lnTo>
                    <a:pt x="0" y="1831124"/>
                  </a:lnTo>
                  <a:lnTo>
                    <a:pt x="9055" y="1831124"/>
                  </a:lnTo>
                  <a:lnTo>
                    <a:pt x="9055" y="1803971"/>
                  </a:lnTo>
                  <a:close/>
                </a:path>
                <a:path w="6102984" h="2055495">
                  <a:moveTo>
                    <a:pt x="9055" y="1758696"/>
                  </a:moveTo>
                  <a:lnTo>
                    <a:pt x="0" y="1758696"/>
                  </a:lnTo>
                  <a:lnTo>
                    <a:pt x="0" y="1785861"/>
                  </a:lnTo>
                  <a:lnTo>
                    <a:pt x="9055" y="1785861"/>
                  </a:lnTo>
                  <a:lnTo>
                    <a:pt x="9055" y="1758696"/>
                  </a:lnTo>
                  <a:close/>
                </a:path>
                <a:path w="6102984" h="2055495">
                  <a:moveTo>
                    <a:pt x="9055" y="1713420"/>
                  </a:moveTo>
                  <a:lnTo>
                    <a:pt x="0" y="1713420"/>
                  </a:lnTo>
                  <a:lnTo>
                    <a:pt x="0" y="1740585"/>
                  </a:lnTo>
                  <a:lnTo>
                    <a:pt x="9055" y="1740585"/>
                  </a:lnTo>
                  <a:lnTo>
                    <a:pt x="9055" y="1713420"/>
                  </a:lnTo>
                  <a:close/>
                </a:path>
                <a:path w="6102984" h="2055495">
                  <a:moveTo>
                    <a:pt x="9055" y="1668145"/>
                  </a:moveTo>
                  <a:lnTo>
                    <a:pt x="0" y="1668145"/>
                  </a:lnTo>
                  <a:lnTo>
                    <a:pt x="0" y="1695310"/>
                  </a:lnTo>
                  <a:lnTo>
                    <a:pt x="9055" y="1695310"/>
                  </a:lnTo>
                  <a:lnTo>
                    <a:pt x="9055" y="1668145"/>
                  </a:lnTo>
                  <a:close/>
                </a:path>
                <a:path w="6102984" h="2055495">
                  <a:moveTo>
                    <a:pt x="9055" y="1622869"/>
                  </a:moveTo>
                  <a:lnTo>
                    <a:pt x="0" y="1622869"/>
                  </a:lnTo>
                  <a:lnTo>
                    <a:pt x="0" y="1650034"/>
                  </a:lnTo>
                  <a:lnTo>
                    <a:pt x="9055" y="1650034"/>
                  </a:lnTo>
                  <a:lnTo>
                    <a:pt x="9055" y="1622869"/>
                  </a:lnTo>
                  <a:close/>
                </a:path>
                <a:path w="6102984" h="2055495">
                  <a:moveTo>
                    <a:pt x="9055" y="1577594"/>
                  </a:moveTo>
                  <a:lnTo>
                    <a:pt x="0" y="1577594"/>
                  </a:lnTo>
                  <a:lnTo>
                    <a:pt x="0" y="1604759"/>
                  </a:lnTo>
                  <a:lnTo>
                    <a:pt x="9055" y="1604759"/>
                  </a:lnTo>
                  <a:lnTo>
                    <a:pt x="9055" y="1577594"/>
                  </a:lnTo>
                  <a:close/>
                </a:path>
                <a:path w="6102984" h="2055495">
                  <a:moveTo>
                    <a:pt x="9055" y="1532318"/>
                  </a:moveTo>
                  <a:lnTo>
                    <a:pt x="0" y="1532318"/>
                  </a:lnTo>
                  <a:lnTo>
                    <a:pt x="0" y="1559483"/>
                  </a:lnTo>
                  <a:lnTo>
                    <a:pt x="9055" y="1559483"/>
                  </a:lnTo>
                  <a:lnTo>
                    <a:pt x="9055" y="1532318"/>
                  </a:lnTo>
                  <a:close/>
                </a:path>
                <a:path w="6102984" h="2055495">
                  <a:moveTo>
                    <a:pt x="9055" y="1487055"/>
                  </a:moveTo>
                  <a:lnTo>
                    <a:pt x="0" y="1487055"/>
                  </a:lnTo>
                  <a:lnTo>
                    <a:pt x="0" y="1514221"/>
                  </a:lnTo>
                  <a:lnTo>
                    <a:pt x="9055" y="1514221"/>
                  </a:lnTo>
                  <a:lnTo>
                    <a:pt x="9055" y="1487055"/>
                  </a:lnTo>
                  <a:close/>
                </a:path>
                <a:path w="6102984" h="2055495">
                  <a:moveTo>
                    <a:pt x="9055" y="1441780"/>
                  </a:moveTo>
                  <a:lnTo>
                    <a:pt x="0" y="1441780"/>
                  </a:lnTo>
                  <a:lnTo>
                    <a:pt x="0" y="1468945"/>
                  </a:lnTo>
                  <a:lnTo>
                    <a:pt x="9055" y="1468945"/>
                  </a:lnTo>
                  <a:lnTo>
                    <a:pt x="9055" y="1441780"/>
                  </a:lnTo>
                  <a:close/>
                </a:path>
                <a:path w="6102984" h="2055495">
                  <a:moveTo>
                    <a:pt x="9055" y="1396504"/>
                  </a:moveTo>
                  <a:lnTo>
                    <a:pt x="0" y="1396504"/>
                  </a:lnTo>
                  <a:lnTo>
                    <a:pt x="0" y="1423670"/>
                  </a:lnTo>
                  <a:lnTo>
                    <a:pt x="9055" y="1423670"/>
                  </a:lnTo>
                  <a:lnTo>
                    <a:pt x="9055" y="1396504"/>
                  </a:lnTo>
                  <a:close/>
                </a:path>
                <a:path w="6102984" h="2055495">
                  <a:moveTo>
                    <a:pt x="9055" y="1351229"/>
                  </a:moveTo>
                  <a:lnTo>
                    <a:pt x="0" y="1351229"/>
                  </a:lnTo>
                  <a:lnTo>
                    <a:pt x="0" y="1378394"/>
                  </a:lnTo>
                  <a:lnTo>
                    <a:pt x="9055" y="1378394"/>
                  </a:lnTo>
                  <a:lnTo>
                    <a:pt x="9055" y="1351229"/>
                  </a:lnTo>
                  <a:close/>
                </a:path>
                <a:path w="6102984" h="2055495">
                  <a:moveTo>
                    <a:pt x="9055" y="1305953"/>
                  </a:moveTo>
                  <a:lnTo>
                    <a:pt x="0" y="1305953"/>
                  </a:lnTo>
                  <a:lnTo>
                    <a:pt x="0" y="1333119"/>
                  </a:lnTo>
                  <a:lnTo>
                    <a:pt x="9055" y="1333119"/>
                  </a:lnTo>
                  <a:lnTo>
                    <a:pt x="9055" y="1305953"/>
                  </a:lnTo>
                  <a:close/>
                </a:path>
                <a:path w="6102984" h="2055495">
                  <a:moveTo>
                    <a:pt x="9055" y="1260678"/>
                  </a:moveTo>
                  <a:lnTo>
                    <a:pt x="0" y="1260678"/>
                  </a:lnTo>
                  <a:lnTo>
                    <a:pt x="0" y="1287843"/>
                  </a:lnTo>
                  <a:lnTo>
                    <a:pt x="9055" y="1287843"/>
                  </a:lnTo>
                  <a:lnTo>
                    <a:pt x="9055" y="1260678"/>
                  </a:lnTo>
                  <a:close/>
                </a:path>
                <a:path w="6102984" h="2055495">
                  <a:moveTo>
                    <a:pt x="9055" y="1215415"/>
                  </a:moveTo>
                  <a:lnTo>
                    <a:pt x="0" y="1215415"/>
                  </a:lnTo>
                  <a:lnTo>
                    <a:pt x="0" y="1242568"/>
                  </a:lnTo>
                  <a:lnTo>
                    <a:pt x="9055" y="1242568"/>
                  </a:lnTo>
                  <a:lnTo>
                    <a:pt x="9055" y="1215415"/>
                  </a:lnTo>
                  <a:close/>
                </a:path>
                <a:path w="6102984" h="2055495">
                  <a:moveTo>
                    <a:pt x="9055" y="1170139"/>
                  </a:moveTo>
                  <a:lnTo>
                    <a:pt x="0" y="1170139"/>
                  </a:lnTo>
                  <a:lnTo>
                    <a:pt x="0" y="1197305"/>
                  </a:lnTo>
                  <a:lnTo>
                    <a:pt x="9055" y="1197305"/>
                  </a:lnTo>
                  <a:lnTo>
                    <a:pt x="9055" y="1170139"/>
                  </a:lnTo>
                  <a:close/>
                </a:path>
                <a:path w="6102984" h="2055495">
                  <a:moveTo>
                    <a:pt x="9055" y="1124864"/>
                  </a:moveTo>
                  <a:lnTo>
                    <a:pt x="0" y="1124864"/>
                  </a:lnTo>
                  <a:lnTo>
                    <a:pt x="0" y="1152029"/>
                  </a:lnTo>
                  <a:lnTo>
                    <a:pt x="9055" y="1152029"/>
                  </a:lnTo>
                  <a:lnTo>
                    <a:pt x="9055" y="1124864"/>
                  </a:lnTo>
                  <a:close/>
                </a:path>
                <a:path w="6102984" h="2055495">
                  <a:moveTo>
                    <a:pt x="9055" y="1079588"/>
                  </a:moveTo>
                  <a:lnTo>
                    <a:pt x="0" y="1079588"/>
                  </a:lnTo>
                  <a:lnTo>
                    <a:pt x="0" y="1106754"/>
                  </a:lnTo>
                  <a:lnTo>
                    <a:pt x="9055" y="1106754"/>
                  </a:lnTo>
                  <a:lnTo>
                    <a:pt x="9055" y="1079588"/>
                  </a:lnTo>
                  <a:close/>
                </a:path>
                <a:path w="6102984" h="2055495">
                  <a:moveTo>
                    <a:pt x="9055" y="1034313"/>
                  </a:moveTo>
                  <a:lnTo>
                    <a:pt x="0" y="1034313"/>
                  </a:lnTo>
                  <a:lnTo>
                    <a:pt x="0" y="1061478"/>
                  </a:lnTo>
                  <a:lnTo>
                    <a:pt x="9055" y="1061478"/>
                  </a:lnTo>
                  <a:lnTo>
                    <a:pt x="9055" y="1034313"/>
                  </a:lnTo>
                  <a:close/>
                </a:path>
                <a:path w="6102984" h="2055495">
                  <a:moveTo>
                    <a:pt x="9055" y="989037"/>
                  </a:moveTo>
                  <a:lnTo>
                    <a:pt x="0" y="989037"/>
                  </a:lnTo>
                  <a:lnTo>
                    <a:pt x="0" y="1016203"/>
                  </a:lnTo>
                  <a:lnTo>
                    <a:pt x="9055" y="1016203"/>
                  </a:lnTo>
                  <a:lnTo>
                    <a:pt x="9055" y="989037"/>
                  </a:lnTo>
                  <a:close/>
                </a:path>
                <a:path w="6102984" h="2055495">
                  <a:moveTo>
                    <a:pt x="9055" y="943762"/>
                  </a:moveTo>
                  <a:lnTo>
                    <a:pt x="0" y="943762"/>
                  </a:lnTo>
                  <a:lnTo>
                    <a:pt x="0" y="970927"/>
                  </a:lnTo>
                  <a:lnTo>
                    <a:pt x="9055" y="970927"/>
                  </a:lnTo>
                  <a:lnTo>
                    <a:pt x="9055" y="943762"/>
                  </a:lnTo>
                  <a:close/>
                </a:path>
                <a:path w="6102984" h="2055495">
                  <a:moveTo>
                    <a:pt x="9055" y="898499"/>
                  </a:moveTo>
                  <a:lnTo>
                    <a:pt x="0" y="898499"/>
                  </a:lnTo>
                  <a:lnTo>
                    <a:pt x="0" y="925664"/>
                  </a:lnTo>
                  <a:lnTo>
                    <a:pt x="9055" y="925664"/>
                  </a:lnTo>
                  <a:lnTo>
                    <a:pt x="9055" y="898499"/>
                  </a:lnTo>
                  <a:close/>
                </a:path>
                <a:path w="6102984" h="2055495">
                  <a:moveTo>
                    <a:pt x="9055" y="853224"/>
                  </a:moveTo>
                  <a:lnTo>
                    <a:pt x="0" y="853224"/>
                  </a:lnTo>
                  <a:lnTo>
                    <a:pt x="0" y="880389"/>
                  </a:lnTo>
                  <a:lnTo>
                    <a:pt x="9055" y="880389"/>
                  </a:lnTo>
                  <a:lnTo>
                    <a:pt x="9055" y="853224"/>
                  </a:lnTo>
                  <a:close/>
                </a:path>
                <a:path w="6102984" h="2055495">
                  <a:moveTo>
                    <a:pt x="9055" y="807948"/>
                  </a:moveTo>
                  <a:lnTo>
                    <a:pt x="0" y="807948"/>
                  </a:lnTo>
                  <a:lnTo>
                    <a:pt x="0" y="835113"/>
                  </a:lnTo>
                  <a:lnTo>
                    <a:pt x="9055" y="835113"/>
                  </a:lnTo>
                  <a:lnTo>
                    <a:pt x="9055" y="807948"/>
                  </a:lnTo>
                  <a:close/>
                </a:path>
                <a:path w="6102984" h="2055495">
                  <a:moveTo>
                    <a:pt x="9055" y="762673"/>
                  </a:moveTo>
                  <a:lnTo>
                    <a:pt x="0" y="762673"/>
                  </a:lnTo>
                  <a:lnTo>
                    <a:pt x="0" y="789838"/>
                  </a:lnTo>
                  <a:lnTo>
                    <a:pt x="9055" y="789838"/>
                  </a:lnTo>
                  <a:lnTo>
                    <a:pt x="9055" y="762673"/>
                  </a:lnTo>
                  <a:close/>
                </a:path>
                <a:path w="6102984" h="2055495">
                  <a:moveTo>
                    <a:pt x="9055" y="717397"/>
                  </a:moveTo>
                  <a:lnTo>
                    <a:pt x="0" y="717397"/>
                  </a:lnTo>
                  <a:lnTo>
                    <a:pt x="0" y="744562"/>
                  </a:lnTo>
                  <a:lnTo>
                    <a:pt x="9055" y="744562"/>
                  </a:lnTo>
                  <a:lnTo>
                    <a:pt x="9055" y="717397"/>
                  </a:lnTo>
                  <a:close/>
                </a:path>
                <a:path w="6102984" h="2055495">
                  <a:moveTo>
                    <a:pt x="9055" y="672122"/>
                  </a:moveTo>
                  <a:lnTo>
                    <a:pt x="0" y="672122"/>
                  </a:lnTo>
                  <a:lnTo>
                    <a:pt x="0" y="699287"/>
                  </a:lnTo>
                  <a:lnTo>
                    <a:pt x="9055" y="699287"/>
                  </a:lnTo>
                  <a:lnTo>
                    <a:pt x="9055" y="672122"/>
                  </a:lnTo>
                  <a:close/>
                </a:path>
                <a:path w="6102984" h="2055495">
                  <a:moveTo>
                    <a:pt x="9055" y="626859"/>
                  </a:moveTo>
                  <a:lnTo>
                    <a:pt x="0" y="626859"/>
                  </a:lnTo>
                  <a:lnTo>
                    <a:pt x="0" y="654011"/>
                  </a:lnTo>
                  <a:lnTo>
                    <a:pt x="9055" y="654011"/>
                  </a:lnTo>
                  <a:lnTo>
                    <a:pt x="9055" y="626859"/>
                  </a:lnTo>
                  <a:close/>
                </a:path>
                <a:path w="6102984" h="2055495">
                  <a:moveTo>
                    <a:pt x="9055" y="581583"/>
                  </a:moveTo>
                  <a:lnTo>
                    <a:pt x="0" y="581583"/>
                  </a:lnTo>
                  <a:lnTo>
                    <a:pt x="0" y="608749"/>
                  </a:lnTo>
                  <a:lnTo>
                    <a:pt x="9055" y="608749"/>
                  </a:lnTo>
                  <a:lnTo>
                    <a:pt x="9055" y="581583"/>
                  </a:lnTo>
                  <a:close/>
                </a:path>
                <a:path w="6102984" h="2055495">
                  <a:moveTo>
                    <a:pt x="9055" y="536308"/>
                  </a:moveTo>
                  <a:lnTo>
                    <a:pt x="0" y="536308"/>
                  </a:lnTo>
                  <a:lnTo>
                    <a:pt x="0" y="563473"/>
                  </a:lnTo>
                  <a:lnTo>
                    <a:pt x="9055" y="563473"/>
                  </a:lnTo>
                  <a:lnTo>
                    <a:pt x="9055" y="536308"/>
                  </a:lnTo>
                  <a:close/>
                </a:path>
                <a:path w="6102984" h="2055495">
                  <a:moveTo>
                    <a:pt x="9055" y="491032"/>
                  </a:moveTo>
                  <a:lnTo>
                    <a:pt x="0" y="491032"/>
                  </a:lnTo>
                  <a:lnTo>
                    <a:pt x="0" y="518198"/>
                  </a:lnTo>
                  <a:lnTo>
                    <a:pt x="9055" y="518198"/>
                  </a:lnTo>
                  <a:lnTo>
                    <a:pt x="9055" y="491032"/>
                  </a:lnTo>
                  <a:close/>
                </a:path>
                <a:path w="6102984" h="2055495">
                  <a:moveTo>
                    <a:pt x="9055" y="445757"/>
                  </a:moveTo>
                  <a:lnTo>
                    <a:pt x="0" y="445757"/>
                  </a:lnTo>
                  <a:lnTo>
                    <a:pt x="0" y="472922"/>
                  </a:lnTo>
                  <a:lnTo>
                    <a:pt x="9055" y="472922"/>
                  </a:lnTo>
                  <a:lnTo>
                    <a:pt x="9055" y="445757"/>
                  </a:lnTo>
                  <a:close/>
                </a:path>
                <a:path w="6102984" h="2055495">
                  <a:moveTo>
                    <a:pt x="9055" y="400481"/>
                  </a:moveTo>
                  <a:lnTo>
                    <a:pt x="0" y="400481"/>
                  </a:lnTo>
                  <a:lnTo>
                    <a:pt x="0" y="427647"/>
                  </a:lnTo>
                  <a:lnTo>
                    <a:pt x="9055" y="427647"/>
                  </a:lnTo>
                  <a:lnTo>
                    <a:pt x="9055" y="400481"/>
                  </a:lnTo>
                  <a:close/>
                </a:path>
                <a:path w="6102984" h="2055495">
                  <a:moveTo>
                    <a:pt x="9055" y="355206"/>
                  </a:moveTo>
                  <a:lnTo>
                    <a:pt x="0" y="355206"/>
                  </a:lnTo>
                  <a:lnTo>
                    <a:pt x="0" y="382371"/>
                  </a:lnTo>
                  <a:lnTo>
                    <a:pt x="9055" y="382371"/>
                  </a:lnTo>
                  <a:lnTo>
                    <a:pt x="9055" y="355206"/>
                  </a:lnTo>
                  <a:close/>
                </a:path>
                <a:path w="6102984" h="2055495">
                  <a:moveTo>
                    <a:pt x="9055" y="309943"/>
                  </a:moveTo>
                  <a:lnTo>
                    <a:pt x="0" y="309943"/>
                  </a:lnTo>
                  <a:lnTo>
                    <a:pt x="0" y="337108"/>
                  </a:lnTo>
                  <a:lnTo>
                    <a:pt x="9055" y="337108"/>
                  </a:lnTo>
                  <a:lnTo>
                    <a:pt x="9055" y="309943"/>
                  </a:lnTo>
                  <a:close/>
                </a:path>
                <a:path w="6102984" h="2055495">
                  <a:moveTo>
                    <a:pt x="9055" y="264668"/>
                  </a:moveTo>
                  <a:lnTo>
                    <a:pt x="0" y="264668"/>
                  </a:lnTo>
                  <a:lnTo>
                    <a:pt x="0" y="291833"/>
                  </a:lnTo>
                  <a:lnTo>
                    <a:pt x="9055" y="291833"/>
                  </a:lnTo>
                  <a:lnTo>
                    <a:pt x="9055" y="264668"/>
                  </a:lnTo>
                  <a:close/>
                </a:path>
                <a:path w="6102984" h="2055495">
                  <a:moveTo>
                    <a:pt x="9055" y="219392"/>
                  </a:moveTo>
                  <a:lnTo>
                    <a:pt x="0" y="219392"/>
                  </a:lnTo>
                  <a:lnTo>
                    <a:pt x="0" y="246557"/>
                  </a:lnTo>
                  <a:lnTo>
                    <a:pt x="9055" y="246557"/>
                  </a:lnTo>
                  <a:lnTo>
                    <a:pt x="9055" y="219392"/>
                  </a:lnTo>
                  <a:close/>
                </a:path>
                <a:path w="6102984" h="2055495">
                  <a:moveTo>
                    <a:pt x="9055" y="174117"/>
                  </a:moveTo>
                  <a:lnTo>
                    <a:pt x="0" y="174117"/>
                  </a:lnTo>
                  <a:lnTo>
                    <a:pt x="0" y="201282"/>
                  </a:lnTo>
                  <a:lnTo>
                    <a:pt x="9055" y="201282"/>
                  </a:lnTo>
                  <a:lnTo>
                    <a:pt x="9055" y="174117"/>
                  </a:lnTo>
                  <a:close/>
                </a:path>
                <a:path w="6102984" h="2055495">
                  <a:moveTo>
                    <a:pt x="9144" y="1921433"/>
                  </a:moveTo>
                  <a:lnTo>
                    <a:pt x="9055" y="1894509"/>
                  </a:lnTo>
                  <a:lnTo>
                    <a:pt x="0" y="1894509"/>
                  </a:lnTo>
                  <a:lnTo>
                    <a:pt x="101" y="1921573"/>
                  </a:lnTo>
                  <a:lnTo>
                    <a:pt x="9144" y="1921433"/>
                  </a:lnTo>
                  <a:close/>
                </a:path>
                <a:path w="6102984" h="2055495">
                  <a:moveTo>
                    <a:pt x="9359" y="129628"/>
                  </a:moveTo>
                  <a:lnTo>
                    <a:pt x="317" y="129184"/>
                  </a:lnTo>
                  <a:lnTo>
                    <a:pt x="0" y="135813"/>
                  </a:lnTo>
                  <a:lnTo>
                    <a:pt x="0" y="156006"/>
                  </a:lnTo>
                  <a:lnTo>
                    <a:pt x="9055" y="156006"/>
                  </a:lnTo>
                  <a:lnTo>
                    <a:pt x="9055" y="135813"/>
                  </a:lnTo>
                  <a:lnTo>
                    <a:pt x="9359" y="129628"/>
                  </a:lnTo>
                  <a:close/>
                </a:path>
                <a:path w="6102984" h="2055495">
                  <a:moveTo>
                    <a:pt x="16852" y="1962937"/>
                  </a:moveTo>
                  <a:lnTo>
                    <a:pt x="14490" y="1956333"/>
                  </a:lnTo>
                  <a:lnTo>
                    <a:pt x="11468" y="1944331"/>
                  </a:lnTo>
                  <a:lnTo>
                    <a:pt x="10502" y="1937791"/>
                  </a:lnTo>
                  <a:lnTo>
                    <a:pt x="1549" y="1939099"/>
                  </a:lnTo>
                  <a:lnTo>
                    <a:pt x="2590" y="1946097"/>
                  </a:lnTo>
                  <a:lnTo>
                    <a:pt x="5816" y="1958962"/>
                  </a:lnTo>
                  <a:lnTo>
                    <a:pt x="8356" y="1966036"/>
                  </a:lnTo>
                  <a:lnTo>
                    <a:pt x="16852" y="1962937"/>
                  </a:lnTo>
                  <a:close/>
                </a:path>
                <a:path w="6102984" h="2055495">
                  <a:moveTo>
                    <a:pt x="18453" y="88023"/>
                  </a:moveTo>
                  <a:lnTo>
                    <a:pt x="10071" y="84607"/>
                  </a:lnTo>
                  <a:lnTo>
                    <a:pt x="5816" y="96443"/>
                  </a:lnTo>
                  <a:lnTo>
                    <a:pt x="2590" y="109308"/>
                  </a:lnTo>
                  <a:lnTo>
                    <a:pt x="2273" y="111480"/>
                  </a:lnTo>
                  <a:lnTo>
                    <a:pt x="11176" y="113106"/>
                  </a:lnTo>
                  <a:lnTo>
                    <a:pt x="11468" y="111086"/>
                  </a:lnTo>
                  <a:lnTo>
                    <a:pt x="14490" y="99072"/>
                  </a:lnTo>
                  <a:lnTo>
                    <a:pt x="18453" y="88023"/>
                  </a:lnTo>
                  <a:close/>
                </a:path>
                <a:path w="6102984" h="2055495">
                  <a:moveTo>
                    <a:pt x="37655" y="1999805"/>
                  </a:moveTo>
                  <a:lnTo>
                    <a:pt x="30403" y="1990039"/>
                  </a:lnTo>
                  <a:lnTo>
                    <a:pt x="24041" y="1979409"/>
                  </a:lnTo>
                  <a:lnTo>
                    <a:pt x="23596" y="1978456"/>
                  </a:lnTo>
                  <a:lnTo>
                    <a:pt x="15582" y="1982660"/>
                  </a:lnTo>
                  <a:lnTo>
                    <a:pt x="16052" y="1983689"/>
                  </a:lnTo>
                  <a:lnTo>
                    <a:pt x="22872" y="1995068"/>
                  </a:lnTo>
                  <a:lnTo>
                    <a:pt x="30645" y="2005533"/>
                  </a:lnTo>
                  <a:lnTo>
                    <a:pt x="37655" y="1999805"/>
                  </a:lnTo>
                  <a:close/>
                </a:path>
                <a:path w="6102984" h="2055495">
                  <a:moveTo>
                    <a:pt x="40767" y="52146"/>
                  </a:moveTo>
                  <a:lnTo>
                    <a:pt x="33972" y="46177"/>
                  </a:lnTo>
                  <a:lnTo>
                    <a:pt x="30784" y="49695"/>
                  </a:lnTo>
                  <a:lnTo>
                    <a:pt x="22872" y="60350"/>
                  </a:lnTo>
                  <a:lnTo>
                    <a:pt x="17995" y="68491"/>
                  </a:lnTo>
                  <a:lnTo>
                    <a:pt x="25844" y="72986"/>
                  </a:lnTo>
                  <a:lnTo>
                    <a:pt x="30403" y="65379"/>
                  </a:lnTo>
                  <a:lnTo>
                    <a:pt x="37782" y="55435"/>
                  </a:lnTo>
                  <a:lnTo>
                    <a:pt x="40767" y="52146"/>
                  </a:lnTo>
                  <a:close/>
                </a:path>
                <a:path w="6102984" h="2055495">
                  <a:moveTo>
                    <a:pt x="70002" y="2027783"/>
                  </a:moveTo>
                  <a:lnTo>
                    <a:pt x="65379" y="2025015"/>
                  </a:lnTo>
                  <a:lnTo>
                    <a:pt x="55448" y="2017636"/>
                  </a:lnTo>
                  <a:lnTo>
                    <a:pt x="49542" y="2012276"/>
                  </a:lnTo>
                  <a:lnTo>
                    <a:pt x="43383" y="2018893"/>
                  </a:lnTo>
                  <a:lnTo>
                    <a:pt x="49707" y="2024634"/>
                  </a:lnTo>
                  <a:lnTo>
                    <a:pt x="60350" y="2032546"/>
                  </a:lnTo>
                  <a:lnTo>
                    <a:pt x="65303" y="2035505"/>
                  </a:lnTo>
                  <a:lnTo>
                    <a:pt x="70002" y="2027783"/>
                  </a:lnTo>
                  <a:close/>
                </a:path>
                <a:path w="6102984" h="2055495">
                  <a:moveTo>
                    <a:pt x="73939" y="25273"/>
                  </a:moveTo>
                  <a:lnTo>
                    <a:pt x="69519" y="17386"/>
                  </a:lnTo>
                  <a:lnTo>
                    <a:pt x="60350" y="22860"/>
                  </a:lnTo>
                  <a:lnTo>
                    <a:pt x="49707" y="30772"/>
                  </a:lnTo>
                  <a:lnTo>
                    <a:pt x="47066" y="33159"/>
                  </a:lnTo>
                  <a:lnTo>
                    <a:pt x="52984" y="40005"/>
                  </a:lnTo>
                  <a:lnTo>
                    <a:pt x="55448" y="37782"/>
                  </a:lnTo>
                  <a:lnTo>
                    <a:pt x="65379" y="30391"/>
                  </a:lnTo>
                  <a:lnTo>
                    <a:pt x="73939" y="25273"/>
                  </a:lnTo>
                  <a:close/>
                </a:path>
                <a:path w="6102984" h="2055495">
                  <a:moveTo>
                    <a:pt x="109664" y="2043595"/>
                  </a:moveTo>
                  <a:lnTo>
                    <a:pt x="99085" y="2040928"/>
                  </a:lnTo>
                  <a:lnTo>
                    <a:pt x="87312" y="2036711"/>
                  </a:lnTo>
                  <a:lnTo>
                    <a:pt x="84912" y="2035581"/>
                  </a:lnTo>
                  <a:lnTo>
                    <a:pt x="81280" y="2043861"/>
                  </a:lnTo>
                  <a:lnTo>
                    <a:pt x="83845" y="2045081"/>
                  </a:lnTo>
                  <a:lnTo>
                    <a:pt x="96456" y="2049602"/>
                  </a:lnTo>
                  <a:lnTo>
                    <a:pt x="107797" y="2052447"/>
                  </a:lnTo>
                  <a:lnTo>
                    <a:pt x="109664" y="2043595"/>
                  </a:lnTo>
                  <a:close/>
                </a:path>
                <a:path w="6102984" h="2055495">
                  <a:moveTo>
                    <a:pt x="114198" y="11010"/>
                  </a:moveTo>
                  <a:lnTo>
                    <a:pt x="112649" y="2095"/>
                  </a:lnTo>
                  <a:lnTo>
                    <a:pt x="109321" y="2578"/>
                  </a:lnTo>
                  <a:lnTo>
                    <a:pt x="96456" y="5816"/>
                  </a:lnTo>
                  <a:lnTo>
                    <a:pt x="85699" y="9664"/>
                  </a:lnTo>
                  <a:lnTo>
                    <a:pt x="89039" y="18084"/>
                  </a:lnTo>
                  <a:lnTo>
                    <a:pt x="99085" y="14478"/>
                  </a:lnTo>
                  <a:lnTo>
                    <a:pt x="111086" y="11468"/>
                  </a:lnTo>
                  <a:lnTo>
                    <a:pt x="114198" y="11010"/>
                  </a:lnTo>
                  <a:close/>
                </a:path>
                <a:path w="6102984" h="2055495">
                  <a:moveTo>
                    <a:pt x="152298" y="2046363"/>
                  </a:moveTo>
                  <a:lnTo>
                    <a:pt x="135826" y="2046363"/>
                  </a:lnTo>
                  <a:lnTo>
                    <a:pt x="126288" y="2045893"/>
                  </a:lnTo>
                  <a:lnTo>
                    <a:pt x="125603" y="2054923"/>
                  </a:lnTo>
                  <a:lnTo>
                    <a:pt x="135826" y="2055418"/>
                  </a:lnTo>
                  <a:lnTo>
                    <a:pt x="152298" y="2055418"/>
                  </a:lnTo>
                  <a:lnTo>
                    <a:pt x="152298" y="2046363"/>
                  </a:lnTo>
                  <a:close/>
                </a:path>
                <a:path w="6102984" h="2055495">
                  <a:moveTo>
                    <a:pt x="162991" y="0"/>
                  </a:moveTo>
                  <a:lnTo>
                    <a:pt x="135826" y="0"/>
                  </a:lnTo>
                  <a:lnTo>
                    <a:pt x="130314" y="266"/>
                  </a:lnTo>
                  <a:lnTo>
                    <a:pt x="130683" y="9296"/>
                  </a:lnTo>
                  <a:lnTo>
                    <a:pt x="135826" y="9055"/>
                  </a:lnTo>
                  <a:lnTo>
                    <a:pt x="162991" y="9055"/>
                  </a:lnTo>
                  <a:lnTo>
                    <a:pt x="162991" y="0"/>
                  </a:lnTo>
                  <a:close/>
                </a:path>
                <a:path w="6102984" h="2055495">
                  <a:moveTo>
                    <a:pt x="197573" y="2046363"/>
                  </a:moveTo>
                  <a:lnTo>
                    <a:pt x="170408" y="2046363"/>
                  </a:lnTo>
                  <a:lnTo>
                    <a:pt x="170408" y="2055418"/>
                  </a:lnTo>
                  <a:lnTo>
                    <a:pt x="197573" y="2055418"/>
                  </a:lnTo>
                  <a:lnTo>
                    <a:pt x="197573" y="2046363"/>
                  </a:lnTo>
                  <a:close/>
                </a:path>
                <a:path w="6102984" h="2055495">
                  <a:moveTo>
                    <a:pt x="208267" y="0"/>
                  </a:moveTo>
                  <a:lnTo>
                    <a:pt x="181102" y="0"/>
                  </a:lnTo>
                  <a:lnTo>
                    <a:pt x="181102" y="9055"/>
                  </a:lnTo>
                  <a:lnTo>
                    <a:pt x="208267" y="9055"/>
                  </a:lnTo>
                  <a:lnTo>
                    <a:pt x="208267" y="0"/>
                  </a:lnTo>
                  <a:close/>
                </a:path>
                <a:path w="6102984" h="2055495">
                  <a:moveTo>
                    <a:pt x="242849" y="2046363"/>
                  </a:moveTo>
                  <a:lnTo>
                    <a:pt x="215684" y="2046363"/>
                  </a:lnTo>
                  <a:lnTo>
                    <a:pt x="215684" y="2055418"/>
                  </a:lnTo>
                  <a:lnTo>
                    <a:pt x="242849" y="2055418"/>
                  </a:lnTo>
                  <a:lnTo>
                    <a:pt x="242849" y="2046363"/>
                  </a:lnTo>
                  <a:close/>
                </a:path>
                <a:path w="6102984" h="2055495">
                  <a:moveTo>
                    <a:pt x="253530" y="0"/>
                  </a:moveTo>
                  <a:lnTo>
                    <a:pt x="226364" y="0"/>
                  </a:lnTo>
                  <a:lnTo>
                    <a:pt x="226364" y="9055"/>
                  </a:lnTo>
                  <a:lnTo>
                    <a:pt x="253530" y="9055"/>
                  </a:lnTo>
                  <a:lnTo>
                    <a:pt x="253530" y="0"/>
                  </a:lnTo>
                  <a:close/>
                </a:path>
                <a:path w="6102984" h="2055495">
                  <a:moveTo>
                    <a:pt x="288124" y="2046363"/>
                  </a:moveTo>
                  <a:lnTo>
                    <a:pt x="260959" y="2046363"/>
                  </a:lnTo>
                  <a:lnTo>
                    <a:pt x="260959" y="2055418"/>
                  </a:lnTo>
                  <a:lnTo>
                    <a:pt x="288124" y="2055418"/>
                  </a:lnTo>
                  <a:lnTo>
                    <a:pt x="288124" y="2046363"/>
                  </a:lnTo>
                  <a:close/>
                </a:path>
                <a:path w="6102984" h="2055495">
                  <a:moveTo>
                    <a:pt x="298805" y="0"/>
                  </a:moveTo>
                  <a:lnTo>
                    <a:pt x="271640" y="0"/>
                  </a:lnTo>
                  <a:lnTo>
                    <a:pt x="271640" y="9055"/>
                  </a:lnTo>
                  <a:lnTo>
                    <a:pt x="298805" y="9055"/>
                  </a:lnTo>
                  <a:lnTo>
                    <a:pt x="298805" y="0"/>
                  </a:lnTo>
                  <a:close/>
                </a:path>
                <a:path w="6102984" h="2055495">
                  <a:moveTo>
                    <a:pt x="333400" y="2046363"/>
                  </a:moveTo>
                  <a:lnTo>
                    <a:pt x="306235" y="2046363"/>
                  </a:lnTo>
                  <a:lnTo>
                    <a:pt x="306235" y="2055418"/>
                  </a:lnTo>
                  <a:lnTo>
                    <a:pt x="333400" y="2055418"/>
                  </a:lnTo>
                  <a:lnTo>
                    <a:pt x="333400" y="2046363"/>
                  </a:lnTo>
                  <a:close/>
                </a:path>
                <a:path w="6102984" h="2055495">
                  <a:moveTo>
                    <a:pt x="344081" y="0"/>
                  </a:moveTo>
                  <a:lnTo>
                    <a:pt x="316915" y="0"/>
                  </a:lnTo>
                  <a:lnTo>
                    <a:pt x="316915" y="9055"/>
                  </a:lnTo>
                  <a:lnTo>
                    <a:pt x="344081" y="9055"/>
                  </a:lnTo>
                  <a:lnTo>
                    <a:pt x="344081" y="0"/>
                  </a:lnTo>
                  <a:close/>
                </a:path>
                <a:path w="6102984" h="2055495">
                  <a:moveTo>
                    <a:pt x="378675" y="2046363"/>
                  </a:moveTo>
                  <a:lnTo>
                    <a:pt x="351510" y="2046363"/>
                  </a:lnTo>
                  <a:lnTo>
                    <a:pt x="351510" y="2055418"/>
                  </a:lnTo>
                  <a:lnTo>
                    <a:pt x="378675" y="2055418"/>
                  </a:lnTo>
                  <a:lnTo>
                    <a:pt x="378675" y="2046363"/>
                  </a:lnTo>
                  <a:close/>
                </a:path>
                <a:path w="6102984" h="2055495">
                  <a:moveTo>
                    <a:pt x="389356" y="0"/>
                  </a:moveTo>
                  <a:lnTo>
                    <a:pt x="362191" y="0"/>
                  </a:lnTo>
                  <a:lnTo>
                    <a:pt x="362191" y="9055"/>
                  </a:lnTo>
                  <a:lnTo>
                    <a:pt x="389356" y="9055"/>
                  </a:lnTo>
                  <a:lnTo>
                    <a:pt x="389356" y="0"/>
                  </a:lnTo>
                  <a:close/>
                </a:path>
                <a:path w="6102984" h="2055495">
                  <a:moveTo>
                    <a:pt x="423951" y="2046363"/>
                  </a:moveTo>
                  <a:lnTo>
                    <a:pt x="396786" y="2046363"/>
                  </a:lnTo>
                  <a:lnTo>
                    <a:pt x="396786" y="2055418"/>
                  </a:lnTo>
                  <a:lnTo>
                    <a:pt x="423951" y="2055418"/>
                  </a:lnTo>
                  <a:lnTo>
                    <a:pt x="423951" y="2046363"/>
                  </a:lnTo>
                  <a:close/>
                </a:path>
                <a:path w="6102984" h="2055495">
                  <a:moveTo>
                    <a:pt x="434632" y="0"/>
                  </a:moveTo>
                  <a:lnTo>
                    <a:pt x="407466" y="0"/>
                  </a:lnTo>
                  <a:lnTo>
                    <a:pt x="407466" y="9055"/>
                  </a:lnTo>
                  <a:lnTo>
                    <a:pt x="434632" y="9055"/>
                  </a:lnTo>
                  <a:lnTo>
                    <a:pt x="434632" y="0"/>
                  </a:lnTo>
                  <a:close/>
                </a:path>
                <a:path w="6102984" h="2055495">
                  <a:moveTo>
                    <a:pt x="469214" y="2046363"/>
                  </a:moveTo>
                  <a:lnTo>
                    <a:pt x="442048" y="2046363"/>
                  </a:lnTo>
                  <a:lnTo>
                    <a:pt x="442048" y="2055418"/>
                  </a:lnTo>
                  <a:lnTo>
                    <a:pt x="469214" y="2055418"/>
                  </a:lnTo>
                  <a:lnTo>
                    <a:pt x="469214" y="2046363"/>
                  </a:lnTo>
                  <a:close/>
                </a:path>
                <a:path w="6102984" h="2055495">
                  <a:moveTo>
                    <a:pt x="479907" y="0"/>
                  </a:moveTo>
                  <a:lnTo>
                    <a:pt x="452742" y="0"/>
                  </a:lnTo>
                  <a:lnTo>
                    <a:pt x="452742" y="9055"/>
                  </a:lnTo>
                  <a:lnTo>
                    <a:pt x="479907" y="9055"/>
                  </a:lnTo>
                  <a:lnTo>
                    <a:pt x="479907" y="0"/>
                  </a:lnTo>
                  <a:close/>
                </a:path>
                <a:path w="6102984" h="2055495">
                  <a:moveTo>
                    <a:pt x="514489" y="2046363"/>
                  </a:moveTo>
                  <a:lnTo>
                    <a:pt x="487324" y="2046363"/>
                  </a:lnTo>
                  <a:lnTo>
                    <a:pt x="487324" y="2055418"/>
                  </a:lnTo>
                  <a:lnTo>
                    <a:pt x="514489" y="2055418"/>
                  </a:lnTo>
                  <a:lnTo>
                    <a:pt x="514489" y="2046363"/>
                  </a:lnTo>
                  <a:close/>
                </a:path>
                <a:path w="6102984" h="2055495">
                  <a:moveTo>
                    <a:pt x="525170" y="0"/>
                  </a:moveTo>
                  <a:lnTo>
                    <a:pt x="498017" y="0"/>
                  </a:lnTo>
                  <a:lnTo>
                    <a:pt x="498017" y="9055"/>
                  </a:lnTo>
                  <a:lnTo>
                    <a:pt x="525170" y="9055"/>
                  </a:lnTo>
                  <a:lnTo>
                    <a:pt x="525170" y="0"/>
                  </a:lnTo>
                  <a:close/>
                </a:path>
                <a:path w="6102984" h="2055495">
                  <a:moveTo>
                    <a:pt x="559765" y="2046363"/>
                  </a:moveTo>
                  <a:lnTo>
                    <a:pt x="532599" y="2046363"/>
                  </a:lnTo>
                  <a:lnTo>
                    <a:pt x="532599" y="2055418"/>
                  </a:lnTo>
                  <a:lnTo>
                    <a:pt x="559765" y="2055418"/>
                  </a:lnTo>
                  <a:lnTo>
                    <a:pt x="559765" y="2046363"/>
                  </a:lnTo>
                  <a:close/>
                </a:path>
                <a:path w="6102984" h="2055495">
                  <a:moveTo>
                    <a:pt x="570445" y="0"/>
                  </a:moveTo>
                  <a:lnTo>
                    <a:pt x="543280" y="0"/>
                  </a:lnTo>
                  <a:lnTo>
                    <a:pt x="543280" y="9055"/>
                  </a:lnTo>
                  <a:lnTo>
                    <a:pt x="570445" y="9055"/>
                  </a:lnTo>
                  <a:lnTo>
                    <a:pt x="570445" y="0"/>
                  </a:lnTo>
                  <a:close/>
                </a:path>
                <a:path w="6102984" h="2055495">
                  <a:moveTo>
                    <a:pt x="605040" y="2046363"/>
                  </a:moveTo>
                  <a:lnTo>
                    <a:pt x="577875" y="2046363"/>
                  </a:lnTo>
                  <a:lnTo>
                    <a:pt x="577875" y="2055418"/>
                  </a:lnTo>
                  <a:lnTo>
                    <a:pt x="605040" y="2055418"/>
                  </a:lnTo>
                  <a:lnTo>
                    <a:pt x="605040" y="2046363"/>
                  </a:lnTo>
                  <a:close/>
                </a:path>
                <a:path w="6102984" h="2055495">
                  <a:moveTo>
                    <a:pt x="615721" y="0"/>
                  </a:moveTo>
                  <a:lnTo>
                    <a:pt x="588556" y="0"/>
                  </a:lnTo>
                  <a:lnTo>
                    <a:pt x="588556" y="9055"/>
                  </a:lnTo>
                  <a:lnTo>
                    <a:pt x="615721" y="9055"/>
                  </a:lnTo>
                  <a:lnTo>
                    <a:pt x="615721" y="0"/>
                  </a:lnTo>
                  <a:close/>
                </a:path>
                <a:path w="6102984" h="2055495">
                  <a:moveTo>
                    <a:pt x="650316" y="2046363"/>
                  </a:moveTo>
                  <a:lnTo>
                    <a:pt x="623150" y="2046363"/>
                  </a:lnTo>
                  <a:lnTo>
                    <a:pt x="623150" y="2055418"/>
                  </a:lnTo>
                  <a:lnTo>
                    <a:pt x="650316" y="2055418"/>
                  </a:lnTo>
                  <a:lnTo>
                    <a:pt x="650316" y="2046363"/>
                  </a:lnTo>
                  <a:close/>
                </a:path>
                <a:path w="6102984" h="2055495">
                  <a:moveTo>
                    <a:pt x="660996" y="0"/>
                  </a:moveTo>
                  <a:lnTo>
                    <a:pt x="633831" y="0"/>
                  </a:lnTo>
                  <a:lnTo>
                    <a:pt x="633831" y="9055"/>
                  </a:lnTo>
                  <a:lnTo>
                    <a:pt x="660996" y="9055"/>
                  </a:lnTo>
                  <a:lnTo>
                    <a:pt x="660996" y="0"/>
                  </a:lnTo>
                  <a:close/>
                </a:path>
                <a:path w="6102984" h="2055495">
                  <a:moveTo>
                    <a:pt x="695591" y="2046363"/>
                  </a:moveTo>
                  <a:lnTo>
                    <a:pt x="668426" y="2046363"/>
                  </a:lnTo>
                  <a:lnTo>
                    <a:pt x="668426" y="2055418"/>
                  </a:lnTo>
                  <a:lnTo>
                    <a:pt x="695591" y="2055418"/>
                  </a:lnTo>
                  <a:lnTo>
                    <a:pt x="695591" y="2046363"/>
                  </a:lnTo>
                  <a:close/>
                </a:path>
                <a:path w="6102984" h="2055495">
                  <a:moveTo>
                    <a:pt x="706272" y="0"/>
                  </a:moveTo>
                  <a:lnTo>
                    <a:pt x="679107" y="0"/>
                  </a:lnTo>
                  <a:lnTo>
                    <a:pt x="679107" y="9055"/>
                  </a:lnTo>
                  <a:lnTo>
                    <a:pt x="706272" y="9055"/>
                  </a:lnTo>
                  <a:lnTo>
                    <a:pt x="706272" y="0"/>
                  </a:lnTo>
                  <a:close/>
                </a:path>
                <a:path w="6102984" h="2055495">
                  <a:moveTo>
                    <a:pt x="740854" y="2046363"/>
                  </a:moveTo>
                  <a:lnTo>
                    <a:pt x="713701" y="2046363"/>
                  </a:lnTo>
                  <a:lnTo>
                    <a:pt x="713701" y="2055418"/>
                  </a:lnTo>
                  <a:lnTo>
                    <a:pt x="740854" y="2055418"/>
                  </a:lnTo>
                  <a:lnTo>
                    <a:pt x="740854" y="2046363"/>
                  </a:lnTo>
                  <a:close/>
                </a:path>
                <a:path w="6102984" h="2055495">
                  <a:moveTo>
                    <a:pt x="751547" y="0"/>
                  </a:moveTo>
                  <a:lnTo>
                    <a:pt x="724382" y="0"/>
                  </a:lnTo>
                  <a:lnTo>
                    <a:pt x="724382" y="9055"/>
                  </a:lnTo>
                  <a:lnTo>
                    <a:pt x="751547" y="9055"/>
                  </a:lnTo>
                  <a:lnTo>
                    <a:pt x="751547" y="0"/>
                  </a:lnTo>
                  <a:close/>
                </a:path>
                <a:path w="6102984" h="2055495">
                  <a:moveTo>
                    <a:pt x="786130" y="2046363"/>
                  </a:moveTo>
                  <a:lnTo>
                    <a:pt x="758964" y="2046363"/>
                  </a:lnTo>
                  <a:lnTo>
                    <a:pt x="758964" y="2055418"/>
                  </a:lnTo>
                  <a:lnTo>
                    <a:pt x="786130" y="2055418"/>
                  </a:lnTo>
                  <a:lnTo>
                    <a:pt x="786130" y="2046363"/>
                  </a:lnTo>
                  <a:close/>
                </a:path>
                <a:path w="6102984" h="2055495">
                  <a:moveTo>
                    <a:pt x="796823" y="0"/>
                  </a:moveTo>
                  <a:lnTo>
                    <a:pt x="769658" y="0"/>
                  </a:lnTo>
                  <a:lnTo>
                    <a:pt x="769658" y="9055"/>
                  </a:lnTo>
                  <a:lnTo>
                    <a:pt x="796823" y="9055"/>
                  </a:lnTo>
                  <a:lnTo>
                    <a:pt x="796823" y="0"/>
                  </a:lnTo>
                  <a:close/>
                </a:path>
                <a:path w="6102984" h="2055495">
                  <a:moveTo>
                    <a:pt x="831405" y="2046363"/>
                  </a:moveTo>
                  <a:lnTo>
                    <a:pt x="804240" y="2046363"/>
                  </a:lnTo>
                  <a:lnTo>
                    <a:pt x="804240" y="2055418"/>
                  </a:lnTo>
                  <a:lnTo>
                    <a:pt x="831405" y="2055418"/>
                  </a:lnTo>
                  <a:lnTo>
                    <a:pt x="831405" y="2046363"/>
                  </a:lnTo>
                  <a:close/>
                </a:path>
                <a:path w="6102984" h="2055495">
                  <a:moveTo>
                    <a:pt x="842086" y="0"/>
                  </a:moveTo>
                  <a:lnTo>
                    <a:pt x="814920" y="0"/>
                  </a:lnTo>
                  <a:lnTo>
                    <a:pt x="814920" y="9055"/>
                  </a:lnTo>
                  <a:lnTo>
                    <a:pt x="842086" y="9055"/>
                  </a:lnTo>
                  <a:lnTo>
                    <a:pt x="842086" y="0"/>
                  </a:lnTo>
                  <a:close/>
                </a:path>
                <a:path w="6102984" h="2055495">
                  <a:moveTo>
                    <a:pt x="876681" y="2046363"/>
                  </a:moveTo>
                  <a:lnTo>
                    <a:pt x="849515" y="2046363"/>
                  </a:lnTo>
                  <a:lnTo>
                    <a:pt x="849515" y="2055418"/>
                  </a:lnTo>
                  <a:lnTo>
                    <a:pt x="876681" y="2055418"/>
                  </a:lnTo>
                  <a:lnTo>
                    <a:pt x="876681" y="2046363"/>
                  </a:lnTo>
                  <a:close/>
                </a:path>
                <a:path w="6102984" h="2055495">
                  <a:moveTo>
                    <a:pt x="887361" y="0"/>
                  </a:moveTo>
                  <a:lnTo>
                    <a:pt x="860196" y="0"/>
                  </a:lnTo>
                  <a:lnTo>
                    <a:pt x="860196" y="9055"/>
                  </a:lnTo>
                  <a:lnTo>
                    <a:pt x="887361" y="9055"/>
                  </a:lnTo>
                  <a:lnTo>
                    <a:pt x="887361" y="0"/>
                  </a:lnTo>
                  <a:close/>
                </a:path>
                <a:path w="6102984" h="2055495">
                  <a:moveTo>
                    <a:pt x="921956" y="2046363"/>
                  </a:moveTo>
                  <a:lnTo>
                    <a:pt x="894791" y="2046363"/>
                  </a:lnTo>
                  <a:lnTo>
                    <a:pt x="894791" y="2055418"/>
                  </a:lnTo>
                  <a:lnTo>
                    <a:pt x="921956" y="2055418"/>
                  </a:lnTo>
                  <a:lnTo>
                    <a:pt x="921956" y="2046363"/>
                  </a:lnTo>
                  <a:close/>
                </a:path>
                <a:path w="6102984" h="2055495">
                  <a:moveTo>
                    <a:pt x="932637" y="0"/>
                  </a:moveTo>
                  <a:lnTo>
                    <a:pt x="905471" y="0"/>
                  </a:lnTo>
                  <a:lnTo>
                    <a:pt x="905471" y="9055"/>
                  </a:lnTo>
                  <a:lnTo>
                    <a:pt x="932637" y="9055"/>
                  </a:lnTo>
                  <a:lnTo>
                    <a:pt x="932637" y="0"/>
                  </a:lnTo>
                  <a:close/>
                </a:path>
                <a:path w="6102984" h="2055495">
                  <a:moveTo>
                    <a:pt x="967232" y="2046363"/>
                  </a:moveTo>
                  <a:lnTo>
                    <a:pt x="940066" y="2046363"/>
                  </a:lnTo>
                  <a:lnTo>
                    <a:pt x="940066" y="2055418"/>
                  </a:lnTo>
                  <a:lnTo>
                    <a:pt x="967232" y="2055418"/>
                  </a:lnTo>
                  <a:lnTo>
                    <a:pt x="967232" y="2046363"/>
                  </a:lnTo>
                  <a:close/>
                </a:path>
                <a:path w="6102984" h="2055495">
                  <a:moveTo>
                    <a:pt x="977912" y="0"/>
                  </a:moveTo>
                  <a:lnTo>
                    <a:pt x="950747" y="0"/>
                  </a:lnTo>
                  <a:lnTo>
                    <a:pt x="950747" y="9055"/>
                  </a:lnTo>
                  <a:lnTo>
                    <a:pt x="977912" y="9055"/>
                  </a:lnTo>
                  <a:lnTo>
                    <a:pt x="977912" y="0"/>
                  </a:lnTo>
                  <a:close/>
                </a:path>
                <a:path w="6102984" h="2055495">
                  <a:moveTo>
                    <a:pt x="1012507" y="2046363"/>
                  </a:moveTo>
                  <a:lnTo>
                    <a:pt x="985342" y="2046363"/>
                  </a:lnTo>
                  <a:lnTo>
                    <a:pt x="985342" y="2055418"/>
                  </a:lnTo>
                  <a:lnTo>
                    <a:pt x="1012507" y="2055418"/>
                  </a:lnTo>
                  <a:lnTo>
                    <a:pt x="1012507" y="2046363"/>
                  </a:lnTo>
                  <a:close/>
                </a:path>
                <a:path w="6102984" h="2055495">
                  <a:moveTo>
                    <a:pt x="1023188" y="0"/>
                  </a:moveTo>
                  <a:lnTo>
                    <a:pt x="996022" y="0"/>
                  </a:lnTo>
                  <a:lnTo>
                    <a:pt x="996022" y="9055"/>
                  </a:lnTo>
                  <a:lnTo>
                    <a:pt x="1023188" y="9055"/>
                  </a:lnTo>
                  <a:lnTo>
                    <a:pt x="1023188" y="0"/>
                  </a:lnTo>
                  <a:close/>
                </a:path>
                <a:path w="6102984" h="2055495">
                  <a:moveTo>
                    <a:pt x="1057770" y="2046363"/>
                  </a:moveTo>
                  <a:lnTo>
                    <a:pt x="1030605" y="2046363"/>
                  </a:lnTo>
                  <a:lnTo>
                    <a:pt x="1030605" y="2055418"/>
                  </a:lnTo>
                  <a:lnTo>
                    <a:pt x="1057770" y="2055418"/>
                  </a:lnTo>
                  <a:lnTo>
                    <a:pt x="1057770" y="2046363"/>
                  </a:lnTo>
                  <a:close/>
                </a:path>
                <a:path w="6102984" h="2055495">
                  <a:moveTo>
                    <a:pt x="1068463" y="0"/>
                  </a:moveTo>
                  <a:lnTo>
                    <a:pt x="1041298" y="0"/>
                  </a:lnTo>
                  <a:lnTo>
                    <a:pt x="1041298" y="9055"/>
                  </a:lnTo>
                  <a:lnTo>
                    <a:pt x="1068463" y="9055"/>
                  </a:lnTo>
                  <a:lnTo>
                    <a:pt x="1068463" y="0"/>
                  </a:lnTo>
                  <a:close/>
                </a:path>
                <a:path w="6102984" h="2055495">
                  <a:moveTo>
                    <a:pt x="1103045" y="2046363"/>
                  </a:moveTo>
                  <a:lnTo>
                    <a:pt x="1075880" y="2046363"/>
                  </a:lnTo>
                  <a:lnTo>
                    <a:pt x="1075880" y="2055418"/>
                  </a:lnTo>
                  <a:lnTo>
                    <a:pt x="1103045" y="2055418"/>
                  </a:lnTo>
                  <a:lnTo>
                    <a:pt x="1103045" y="2046363"/>
                  </a:lnTo>
                  <a:close/>
                </a:path>
                <a:path w="6102984" h="2055495">
                  <a:moveTo>
                    <a:pt x="1113726" y="0"/>
                  </a:moveTo>
                  <a:lnTo>
                    <a:pt x="1086573" y="0"/>
                  </a:lnTo>
                  <a:lnTo>
                    <a:pt x="1086573" y="9055"/>
                  </a:lnTo>
                  <a:lnTo>
                    <a:pt x="1113726" y="9055"/>
                  </a:lnTo>
                  <a:lnTo>
                    <a:pt x="1113726" y="0"/>
                  </a:lnTo>
                  <a:close/>
                </a:path>
                <a:path w="6102984" h="2055495">
                  <a:moveTo>
                    <a:pt x="1148321" y="2046363"/>
                  </a:moveTo>
                  <a:lnTo>
                    <a:pt x="1121156" y="2046363"/>
                  </a:lnTo>
                  <a:lnTo>
                    <a:pt x="1121156" y="2055418"/>
                  </a:lnTo>
                  <a:lnTo>
                    <a:pt x="1148321" y="2055418"/>
                  </a:lnTo>
                  <a:lnTo>
                    <a:pt x="1148321" y="2046363"/>
                  </a:lnTo>
                  <a:close/>
                </a:path>
                <a:path w="6102984" h="2055495">
                  <a:moveTo>
                    <a:pt x="1159002" y="0"/>
                  </a:moveTo>
                  <a:lnTo>
                    <a:pt x="1131836" y="0"/>
                  </a:lnTo>
                  <a:lnTo>
                    <a:pt x="1131836" y="9055"/>
                  </a:lnTo>
                  <a:lnTo>
                    <a:pt x="1159002" y="9055"/>
                  </a:lnTo>
                  <a:lnTo>
                    <a:pt x="1159002" y="0"/>
                  </a:lnTo>
                  <a:close/>
                </a:path>
                <a:path w="6102984" h="2055495">
                  <a:moveTo>
                    <a:pt x="1193596" y="2046363"/>
                  </a:moveTo>
                  <a:lnTo>
                    <a:pt x="1166431" y="2046363"/>
                  </a:lnTo>
                  <a:lnTo>
                    <a:pt x="1166431" y="2055418"/>
                  </a:lnTo>
                  <a:lnTo>
                    <a:pt x="1193596" y="2055418"/>
                  </a:lnTo>
                  <a:lnTo>
                    <a:pt x="1193596" y="2046363"/>
                  </a:lnTo>
                  <a:close/>
                </a:path>
                <a:path w="6102984" h="2055495">
                  <a:moveTo>
                    <a:pt x="1204277" y="0"/>
                  </a:moveTo>
                  <a:lnTo>
                    <a:pt x="1177112" y="0"/>
                  </a:lnTo>
                  <a:lnTo>
                    <a:pt x="1177112" y="9055"/>
                  </a:lnTo>
                  <a:lnTo>
                    <a:pt x="1204277" y="9055"/>
                  </a:lnTo>
                  <a:lnTo>
                    <a:pt x="1204277" y="0"/>
                  </a:lnTo>
                  <a:close/>
                </a:path>
                <a:path w="6102984" h="2055495">
                  <a:moveTo>
                    <a:pt x="1238872" y="2046363"/>
                  </a:moveTo>
                  <a:lnTo>
                    <a:pt x="1211707" y="2046363"/>
                  </a:lnTo>
                  <a:lnTo>
                    <a:pt x="1211707" y="2055418"/>
                  </a:lnTo>
                  <a:lnTo>
                    <a:pt x="1238872" y="2055418"/>
                  </a:lnTo>
                  <a:lnTo>
                    <a:pt x="1238872" y="2046363"/>
                  </a:lnTo>
                  <a:close/>
                </a:path>
                <a:path w="6102984" h="2055495">
                  <a:moveTo>
                    <a:pt x="1249553" y="0"/>
                  </a:moveTo>
                  <a:lnTo>
                    <a:pt x="1222387" y="0"/>
                  </a:lnTo>
                  <a:lnTo>
                    <a:pt x="1222387" y="9055"/>
                  </a:lnTo>
                  <a:lnTo>
                    <a:pt x="1249553" y="9055"/>
                  </a:lnTo>
                  <a:lnTo>
                    <a:pt x="1249553" y="0"/>
                  </a:lnTo>
                  <a:close/>
                </a:path>
                <a:path w="6102984" h="2055495">
                  <a:moveTo>
                    <a:pt x="1284147" y="2046363"/>
                  </a:moveTo>
                  <a:lnTo>
                    <a:pt x="1256982" y="2046363"/>
                  </a:lnTo>
                  <a:lnTo>
                    <a:pt x="1256982" y="2055418"/>
                  </a:lnTo>
                  <a:lnTo>
                    <a:pt x="1284147" y="2055418"/>
                  </a:lnTo>
                  <a:lnTo>
                    <a:pt x="1284147" y="2046363"/>
                  </a:lnTo>
                  <a:close/>
                </a:path>
                <a:path w="6102984" h="2055495">
                  <a:moveTo>
                    <a:pt x="1294828" y="0"/>
                  </a:moveTo>
                  <a:lnTo>
                    <a:pt x="1267663" y="0"/>
                  </a:lnTo>
                  <a:lnTo>
                    <a:pt x="1267663" y="9055"/>
                  </a:lnTo>
                  <a:lnTo>
                    <a:pt x="1294828" y="9055"/>
                  </a:lnTo>
                  <a:lnTo>
                    <a:pt x="1294828" y="0"/>
                  </a:lnTo>
                  <a:close/>
                </a:path>
                <a:path w="6102984" h="2055495">
                  <a:moveTo>
                    <a:pt x="1329410" y="2046363"/>
                  </a:moveTo>
                  <a:lnTo>
                    <a:pt x="1302258" y="2046363"/>
                  </a:lnTo>
                  <a:lnTo>
                    <a:pt x="1302258" y="2055418"/>
                  </a:lnTo>
                  <a:lnTo>
                    <a:pt x="1329410" y="2055418"/>
                  </a:lnTo>
                  <a:lnTo>
                    <a:pt x="1329410" y="2046363"/>
                  </a:lnTo>
                  <a:close/>
                </a:path>
                <a:path w="6102984" h="2055495">
                  <a:moveTo>
                    <a:pt x="1340104" y="0"/>
                  </a:moveTo>
                  <a:lnTo>
                    <a:pt x="1312938" y="0"/>
                  </a:lnTo>
                  <a:lnTo>
                    <a:pt x="1312938" y="9055"/>
                  </a:lnTo>
                  <a:lnTo>
                    <a:pt x="1340104" y="9055"/>
                  </a:lnTo>
                  <a:lnTo>
                    <a:pt x="1340104" y="0"/>
                  </a:lnTo>
                  <a:close/>
                </a:path>
                <a:path w="6102984" h="2055495">
                  <a:moveTo>
                    <a:pt x="1374686" y="2046363"/>
                  </a:moveTo>
                  <a:lnTo>
                    <a:pt x="1347520" y="2046363"/>
                  </a:lnTo>
                  <a:lnTo>
                    <a:pt x="1347520" y="2055418"/>
                  </a:lnTo>
                  <a:lnTo>
                    <a:pt x="1374686" y="2055418"/>
                  </a:lnTo>
                  <a:lnTo>
                    <a:pt x="1374686" y="2046363"/>
                  </a:lnTo>
                  <a:close/>
                </a:path>
                <a:path w="6102984" h="2055495">
                  <a:moveTo>
                    <a:pt x="1385379" y="0"/>
                  </a:moveTo>
                  <a:lnTo>
                    <a:pt x="1358214" y="0"/>
                  </a:lnTo>
                  <a:lnTo>
                    <a:pt x="1358214" y="9055"/>
                  </a:lnTo>
                  <a:lnTo>
                    <a:pt x="1385379" y="9055"/>
                  </a:lnTo>
                  <a:lnTo>
                    <a:pt x="1385379" y="0"/>
                  </a:lnTo>
                  <a:close/>
                </a:path>
                <a:path w="6102984" h="2055495">
                  <a:moveTo>
                    <a:pt x="1419961" y="2046363"/>
                  </a:moveTo>
                  <a:lnTo>
                    <a:pt x="1392796" y="2046363"/>
                  </a:lnTo>
                  <a:lnTo>
                    <a:pt x="1392796" y="2055418"/>
                  </a:lnTo>
                  <a:lnTo>
                    <a:pt x="1419961" y="2055418"/>
                  </a:lnTo>
                  <a:lnTo>
                    <a:pt x="1419961" y="2046363"/>
                  </a:lnTo>
                  <a:close/>
                </a:path>
                <a:path w="6102984" h="2055495">
                  <a:moveTo>
                    <a:pt x="1430642" y="0"/>
                  </a:moveTo>
                  <a:lnTo>
                    <a:pt x="1403489" y="0"/>
                  </a:lnTo>
                  <a:lnTo>
                    <a:pt x="1403489" y="9055"/>
                  </a:lnTo>
                  <a:lnTo>
                    <a:pt x="1430642" y="9055"/>
                  </a:lnTo>
                  <a:lnTo>
                    <a:pt x="1430642" y="0"/>
                  </a:lnTo>
                  <a:close/>
                </a:path>
                <a:path w="6102984" h="2055495">
                  <a:moveTo>
                    <a:pt x="1465237" y="2046363"/>
                  </a:moveTo>
                  <a:lnTo>
                    <a:pt x="1438071" y="2046363"/>
                  </a:lnTo>
                  <a:lnTo>
                    <a:pt x="1438071" y="2055418"/>
                  </a:lnTo>
                  <a:lnTo>
                    <a:pt x="1465237" y="2055418"/>
                  </a:lnTo>
                  <a:lnTo>
                    <a:pt x="1465237" y="2046363"/>
                  </a:lnTo>
                  <a:close/>
                </a:path>
                <a:path w="6102984" h="2055495">
                  <a:moveTo>
                    <a:pt x="1475917" y="0"/>
                  </a:moveTo>
                  <a:lnTo>
                    <a:pt x="1448752" y="0"/>
                  </a:lnTo>
                  <a:lnTo>
                    <a:pt x="1448752" y="9055"/>
                  </a:lnTo>
                  <a:lnTo>
                    <a:pt x="1475917" y="9055"/>
                  </a:lnTo>
                  <a:lnTo>
                    <a:pt x="1475917" y="0"/>
                  </a:lnTo>
                  <a:close/>
                </a:path>
                <a:path w="6102984" h="2055495">
                  <a:moveTo>
                    <a:pt x="1510512" y="2046363"/>
                  </a:moveTo>
                  <a:lnTo>
                    <a:pt x="1483347" y="2046363"/>
                  </a:lnTo>
                  <a:lnTo>
                    <a:pt x="1483347" y="2055418"/>
                  </a:lnTo>
                  <a:lnTo>
                    <a:pt x="1510512" y="2055418"/>
                  </a:lnTo>
                  <a:lnTo>
                    <a:pt x="1510512" y="2046363"/>
                  </a:lnTo>
                  <a:close/>
                </a:path>
                <a:path w="6102984" h="2055495">
                  <a:moveTo>
                    <a:pt x="1521193" y="0"/>
                  </a:moveTo>
                  <a:lnTo>
                    <a:pt x="1494028" y="0"/>
                  </a:lnTo>
                  <a:lnTo>
                    <a:pt x="1494028" y="9055"/>
                  </a:lnTo>
                  <a:lnTo>
                    <a:pt x="1521193" y="9055"/>
                  </a:lnTo>
                  <a:lnTo>
                    <a:pt x="1521193" y="0"/>
                  </a:lnTo>
                  <a:close/>
                </a:path>
                <a:path w="6102984" h="2055495">
                  <a:moveTo>
                    <a:pt x="1555788" y="2046363"/>
                  </a:moveTo>
                  <a:lnTo>
                    <a:pt x="1528622" y="2046363"/>
                  </a:lnTo>
                  <a:lnTo>
                    <a:pt x="1528622" y="2055418"/>
                  </a:lnTo>
                  <a:lnTo>
                    <a:pt x="1555788" y="2055418"/>
                  </a:lnTo>
                  <a:lnTo>
                    <a:pt x="1555788" y="2046363"/>
                  </a:lnTo>
                  <a:close/>
                </a:path>
                <a:path w="6102984" h="2055495">
                  <a:moveTo>
                    <a:pt x="1566468" y="0"/>
                  </a:moveTo>
                  <a:lnTo>
                    <a:pt x="1539303" y="0"/>
                  </a:lnTo>
                  <a:lnTo>
                    <a:pt x="1539303" y="9055"/>
                  </a:lnTo>
                  <a:lnTo>
                    <a:pt x="1566468" y="9055"/>
                  </a:lnTo>
                  <a:lnTo>
                    <a:pt x="1566468" y="0"/>
                  </a:lnTo>
                  <a:close/>
                </a:path>
                <a:path w="6102984" h="2055495">
                  <a:moveTo>
                    <a:pt x="1601063" y="2046363"/>
                  </a:moveTo>
                  <a:lnTo>
                    <a:pt x="1573898" y="2046363"/>
                  </a:lnTo>
                  <a:lnTo>
                    <a:pt x="1573898" y="2055418"/>
                  </a:lnTo>
                  <a:lnTo>
                    <a:pt x="1601063" y="2055418"/>
                  </a:lnTo>
                  <a:lnTo>
                    <a:pt x="1601063" y="2046363"/>
                  </a:lnTo>
                  <a:close/>
                </a:path>
                <a:path w="6102984" h="2055495">
                  <a:moveTo>
                    <a:pt x="1611744" y="0"/>
                  </a:moveTo>
                  <a:lnTo>
                    <a:pt x="1584579" y="0"/>
                  </a:lnTo>
                  <a:lnTo>
                    <a:pt x="1584579" y="9055"/>
                  </a:lnTo>
                  <a:lnTo>
                    <a:pt x="1611744" y="9055"/>
                  </a:lnTo>
                  <a:lnTo>
                    <a:pt x="1611744" y="0"/>
                  </a:lnTo>
                  <a:close/>
                </a:path>
                <a:path w="6102984" h="2055495">
                  <a:moveTo>
                    <a:pt x="1646326" y="2046363"/>
                  </a:moveTo>
                  <a:lnTo>
                    <a:pt x="1619161" y="2046363"/>
                  </a:lnTo>
                  <a:lnTo>
                    <a:pt x="1619161" y="2055418"/>
                  </a:lnTo>
                  <a:lnTo>
                    <a:pt x="1646326" y="2055418"/>
                  </a:lnTo>
                  <a:lnTo>
                    <a:pt x="1646326" y="2046363"/>
                  </a:lnTo>
                  <a:close/>
                </a:path>
                <a:path w="6102984" h="2055495">
                  <a:moveTo>
                    <a:pt x="1657019" y="0"/>
                  </a:moveTo>
                  <a:lnTo>
                    <a:pt x="1629854" y="0"/>
                  </a:lnTo>
                  <a:lnTo>
                    <a:pt x="1629854" y="9055"/>
                  </a:lnTo>
                  <a:lnTo>
                    <a:pt x="1657019" y="9055"/>
                  </a:lnTo>
                  <a:lnTo>
                    <a:pt x="1657019" y="0"/>
                  </a:lnTo>
                  <a:close/>
                </a:path>
                <a:path w="6102984" h="2055495">
                  <a:moveTo>
                    <a:pt x="1691601" y="2046363"/>
                  </a:moveTo>
                  <a:lnTo>
                    <a:pt x="1664436" y="2046363"/>
                  </a:lnTo>
                  <a:lnTo>
                    <a:pt x="1664436" y="2055418"/>
                  </a:lnTo>
                  <a:lnTo>
                    <a:pt x="1691601" y="2055418"/>
                  </a:lnTo>
                  <a:lnTo>
                    <a:pt x="1691601" y="2046363"/>
                  </a:lnTo>
                  <a:close/>
                </a:path>
                <a:path w="6102984" h="2055495">
                  <a:moveTo>
                    <a:pt x="1702295" y="0"/>
                  </a:moveTo>
                  <a:lnTo>
                    <a:pt x="1675130" y="0"/>
                  </a:lnTo>
                  <a:lnTo>
                    <a:pt x="1675130" y="9055"/>
                  </a:lnTo>
                  <a:lnTo>
                    <a:pt x="1702295" y="9055"/>
                  </a:lnTo>
                  <a:lnTo>
                    <a:pt x="1702295" y="0"/>
                  </a:lnTo>
                  <a:close/>
                </a:path>
                <a:path w="6102984" h="2055495">
                  <a:moveTo>
                    <a:pt x="1736877" y="2046363"/>
                  </a:moveTo>
                  <a:lnTo>
                    <a:pt x="1709712" y="2046363"/>
                  </a:lnTo>
                  <a:lnTo>
                    <a:pt x="1709712" y="2055418"/>
                  </a:lnTo>
                  <a:lnTo>
                    <a:pt x="1736877" y="2055418"/>
                  </a:lnTo>
                  <a:lnTo>
                    <a:pt x="1736877" y="2046363"/>
                  </a:lnTo>
                  <a:close/>
                </a:path>
                <a:path w="6102984" h="2055495">
                  <a:moveTo>
                    <a:pt x="1747558" y="0"/>
                  </a:moveTo>
                  <a:lnTo>
                    <a:pt x="1720392" y="0"/>
                  </a:lnTo>
                  <a:lnTo>
                    <a:pt x="1720392" y="9055"/>
                  </a:lnTo>
                  <a:lnTo>
                    <a:pt x="1747558" y="9055"/>
                  </a:lnTo>
                  <a:lnTo>
                    <a:pt x="1747558" y="0"/>
                  </a:lnTo>
                  <a:close/>
                </a:path>
                <a:path w="6102984" h="2055495">
                  <a:moveTo>
                    <a:pt x="1782152" y="2046363"/>
                  </a:moveTo>
                  <a:lnTo>
                    <a:pt x="1754987" y="2046363"/>
                  </a:lnTo>
                  <a:lnTo>
                    <a:pt x="1754987" y="2055418"/>
                  </a:lnTo>
                  <a:lnTo>
                    <a:pt x="1782152" y="2055418"/>
                  </a:lnTo>
                  <a:lnTo>
                    <a:pt x="1782152" y="2046363"/>
                  </a:lnTo>
                  <a:close/>
                </a:path>
                <a:path w="6102984" h="2055495">
                  <a:moveTo>
                    <a:pt x="1792833" y="0"/>
                  </a:moveTo>
                  <a:lnTo>
                    <a:pt x="1765668" y="0"/>
                  </a:lnTo>
                  <a:lnTo>
                    <a:pt x="1765668" y="9055"/>
                  </a:lnTo>
                  <a:lnTo>
                    <a:pt x="1792833" y="9055"/>
                  </a:lnTo>
                  <a:lnTo>
                    <a:pt x="1792833" y="0"/>
                  </a:lnTo>
                  <a:close/>
                </a:path>
                <a:path w="6102984" h="2055495">
                  <a:moveTo>
                    <a:pt x="1827428" y="2046363"/>
                  </a:moveTo>
                  <a:lnTo>
                    <a:pt x="1800263" y="2046363"/>
                  </a:lnTo>
                  <a:lnTo>
                    <a:pt x="1800263" y="2055418"/>
                  </a:lnTo>
                  <a:lnTo>
                    <a:pt x="1827428" y="2055418"/>
                  </a:lnTo>
                  <a:lnTo>
                    <a:pt x="1827428" y="2046363"/>
                  </a:lnTo>
                  <a:close/>
                </a:path>
                <a:path w="6102984" h="2055495">
                  <a:moveTo>
                    <a:pt x="1838109" y="0"/>
                  </a:moveTo>
                  <a:lnTo>
                    <a:pt x="1810943" y="0"/>
                  </a:lnTo>
                  <a:lnTo>
                    <a:pt x="1810943" y="9055"/>
                  </a:lnTo>
                  <a:lnTo>
                    <a:pt x="1838109" y="9055"/>
                  </a:lnTo>
                  <a:lnTo>
                    <a:pt x="1838109" y="0"/>
                  </a:lnTo>
                  <a:close/>
                </a:path>
                <a:path w="6102984" h="2055495">
                  <a:moveTo>
                    <a:pt x="1872703" y="2046363"/>
                  </a:moveTo>
                  <a:lnTo>
                    <a:pt x="1845538" y="2046363"/>
                  </a:lnTo>
                  <a:lnTo>
                    <a:pt x="1845538" y="2055418"/>
                  </a:lnTo>
                  <a:lnTo>
                    <a:pt x="1872703" y="2055418"/>
                  </a:lnTo>
                  <a:lnTo>
                    <a:pt x="1872703" y="2046363"/>
                  </a:lnTo>
                  <a:close/>
                </a:path>
                <a:path w="6102984" h="2055495">
                  <a:moveTo>
                    <a:pt x="1883384" y="0"/>
                  </a:moveTo>
                  <a:lnTo>
                    <a:pt x="1856219" y="0"/>
                  </a:lnTo>
                  <a:lnTo>
                    <a:pt x="1856219" y="9055"/>
                  </a:lnTo>
                  <a:lnTo>
                    <a:pt x="1883384" y="9055"/>
                  </a:lnTo>
                  <a:lnTo>
                    <a:pt x="1883384" y="0"/>
                  </a:lnTo>
                  <a:close/>
                </a:path>
                <a:path w="6102984" h="2055495">
                  <a:moveTo>
                    <a:pt x="1917966" y="2046363"/>
                  </a:moveTo>
                  <a:lnTo>
                    <a:pt x="1890814" y="2046363"/>
                  </a:lnTo>
                  <a:lnTo>
                    <a:pt x="1890814" y="2055418"/>
                  </a:lnTo>
                  <a:lnTo>
                    <a:pt x="1917966" y="2055418"/>
                  </a:lnTo>
                  <a:lnTo>
                    <a:pt x="1917966" y="2046363"/>
                  </a:lnTo>
                  <a:close/>
                </a:path>
                <a:path w="6102984" h="2055495">
                  <a:moveTo>
                    <a:pt x="1928660" y="0"/>
                  </a:moveTo>
                  <a:lnTo>
                    <a:pt x="1901494" y="0"/>
                  </a:lnTo>
                  <a:lnTo>
                    <a:pt x="1901494" y="9055"/>
                  </a:lnTo>
                  <a:lnTo>
                    <a:pt x="1928660" y="9055"/>
                  </a:lnTo>
                  <a:lnTo>
                    <a:pt x="1928660" y="0"/>
                  </a:lnTo>
                  <a:close/>
                </a:path>
                <a:path w="6102984" h="2055495">
                  <a:moveTo>
                    <a:pt x="1963242" y="2046363"/>
                  </a:moveTo>
                  <a:lnTo>
                    <a:pt x="1936076" y="2046363"/>
                  </a:lnTo>
                  <a:lnTo>
                    <a:pt x="1936076" y="2055418"/>
                  </a:lnTo>
                  <a:lnTo>
                    <a:pt x="1963242" y="2055418"/>
                  </a:lnTo>
                  <a:lnTo>
                    <a:pt x="1963242" y="2046363"/>
                  </a:lnTo>
                  <a:close/>
                </a:path>
                <a:path w="6102984" h="2055495">
                  <a:moveTo>
                    <a:pt x="1973935" y="0"/>
                  </a:moveTo>
                  <a:lnTo>
                    <a:pt x="1946770" y="0"/>
                  </a:lnTo>
                  <a:lnTo>
                    <a:pt x="1946770" y="9055"/>
                  </a:lnTo>
                  <a:lnTo>
                    <a:pt x="1973935" y="9055"/>
                  </a:lnTo>
                  <a:lnTo>
                    <a:pt x="1973935" y="0"/>
                  </a:lnTo>
                  <a:close/>
                </a:path>
                <a:path w="6102984" h="2055495">
                  <a:moveTo>
                    <a:pt x="2008517" y="2046363"/>
                  </a:moveTo>
                  <a:lnTo>
                    <a:pt x="1981352" y="2046363"/>
                  </a:lnTo>
                  <a:lnTo>
                    <a:pt x="1981352" y="2055418"/>
                  </a:lnTo>
                  <a:lnTo>
                    <a:pt x="2008517" y="2055418"/>
                  </a:lnTo>
                  <a:lnTo>
                    <a:pt x="2008517" y="2046363"/>
                  </a:lnTo>
                  <a:close/>
                </a:path>
                <a:path w="6102984" h="2055495">
                  <a:moveTo>
                    <a:pt x="2019198" y="0"/>
                  </a:moveTo>
                  <a:lnTo>
                    <a:pt x="1992045" y="0"/>
                  </a:lnTo>
                  <a:lnTo>
                    <a:pt x="1992045" y="9055"/>
                  </a:lnTo>
                  <a:lnTo>
                    <a:pt x="2019198" y="9055"/>
                  </a:lnTo>
                  <a:lnTo>
                    <a:pt x="2019198" y="0"/>
                  </a:lnTo>
                  <a:close/>
                </a:path>
                <a:path w="6102984" h="2055495">
                  <a:moveTo>
                    <a:pt x="2053793" y="2046363"/>
                  </a:moveTo>
                  <a:lnTo>
                    <a:pt x="2026627" y="2046363"/>
                  </a:lnTo>
                  <a:lnTo>
                    <a:pt x="2026627" y="2055418"/>
                  </a:lnTo>
                  <a:lnTo>
                    <a:pt x="2053793" y="2055418"/>
                  </a:lnTo>
                  <a:lnTo>
                    <a:pt x="2053793" y="2046363"/>
                  </a:lnTo>
                  <a:close/>
                </a:path>
                <a:path w="6102984" h="2055495">
                  <a:moveTo>
                    <a:pt x="2064473" y="0"/>
                  </a:moveTo>
                  <a:lnTo>
                    <a:pt x="2037308" y="0"/>
                  </a:lnTo>
                  <a:lnTo>
                    <a:pt x="2037308" y="9055"/>
                  </a:lnTo>
                  <a:lnTo>
                    <a:pt x="2064473" y="9055"/>
                  </a:lnTo>
                  <a:lnTo>
                    <a:pt x="2064473" y="0"/>
                  </a:lnTo>
                  <a:close/>
                </a:path>
                <a:path w="6102984" h="2055495">
                  <a:moveTo>
                    <a:pt x="2099068" y="2046363"/>
                  </a:moveTo>
                  <a:lnTo>
                    <a:pt x="2071903" y="2046363"/>
                  </a:lnTo>
                  <a:lnTo>
                    <a:pt x="2071903" y="2055418"/>
                  </a:lnTo>
                  <a:lnTo>
                    <a:pt x="2099068" y="2055418"/>
                  </a:lnTo>
                  <a:lnTo>
                    <a:pt x="2099068" y="2046363"/>
                  </a:lnTo>
                  <a:close/>
                </a:path>
                <a:path w="6102984" h="2055495">
                  <a:moveTo>
                    <a:pt x="2109749" y="0"/>
                  </a:moveTo>
                  <a:lnTo>
                    <a:pt x="2082584" y="0"/>
                  </a:lnTo>
                  <a:lnTo>
                    <a:pt x="2082584" y="9055"/>
                  </a:lnTo>
                  <a:lnTo>
                    <a:pt x="2109749" y="9055"/>
                  </a:lnTo>
                  <a:lnTo>
                    <a:pt x="2109749" y="0"/>
                  </a:lnTo>
                  <a:close/>
                </a:path>
                <a:path w="6102984" h="2055495">
                  <a:moveTo>
                    <a:pt x="2144344" y="2046363"/>
                  </a:moveTo>
                  <a:lnTo>
                    <a:pt x="2117179" y="2046363"/>
                  </a:lnTo>
                  <a:lnTo>
                    <a:pt x="2117179" y="2055418"/>
                  </a:lnTo>
                  <a:lnTo>
                    <a:pt x="2144344" y="2055418"/>
                  </a:lnTo>
                  <a:lnTo>
                    <a:pt x="2144344" y="2046363"/>
                  </a:lnTo>
                  <a:close/>
                </a:path>
                <a:path w="6102984" h="2055495">
                  <a:moveTo>
                    <a:pt x="2155025" y="0"/>
                  </a:moveTo>
                  <a:lnTo>
                    <a:pt x="2127859" y="0"/>
                  </a:lnTo>
                  <a:lnTo>
                    <a:pt x="2127859" y="9055"/>
                  </a:lnTo>
                  <a:lnTo>
                    <a:pt x="2155025" y="9055"/>
                  </a:lnTo>
                  <a:lnTo>
                    <a:pt x="2155025" y="0"/>
                  </a:lnTo>
                  <a:close/>
                </a:path>
                <a:path w="6102984" h="2055495">
                  <a:moveTo>
                    <a:pt x="2189619" y="2046363"/>
                  </a:moveTo>
                  <a:lnTo>
                    <a:pt x="2162454" y="2046363"/>
                  </a:lnTo>
                  <a:lnTo>
                    <a:pt x="2162454" y="2055418"/>
                  </a:lnTo>
                  <a:lnTo>
                    <a:pt x="2189619" y="2055418"/>
                  </a:lnTo>
                  <a:lnTo>
                    <a:pt x="2189619" y="2046363"/>
                  </a:lnTo>
                  <a:close/>
                </a:path>
                <a:path w="6102984" h="2055495">
                  <a:moveTo>
                    <a:pt x="2200300" y="0"/>
                  </a:moveTo>
                  <a:lnTo>
                    <a:pt x="2173135" y="0"/>
                  </a:lnTo>
                  <a:lnTo>
                    <a:pt x="2173135" y="9055"/>
                  </a:lnTo>
                  <a:lnTo>
                    <a:pt x="2200300" y="9055"/>
                  </a:lnTo>
                  <a:lnTo>
                    <a:pt x="2200300" y="0"/>
                  </a:lnTo>
                  <a:close/>
                </a:path>
                <a:path w="6102984" h="2055495">
                  <a:moveTo>
                    <a:pt x="2234882" y="2046363"/>
                  </a:moveTo>
                  <a:lnTo>
                    <a:pt x="2207730" y="2046363"/>
                  </a:lnTo>
                  <a:lnTo>
                    <a:pt x="2207730" y="2055418"/>
                  </a:lnTo>
                  <a:lnTo>
                    <a:pt x="2234882" y="2055418"/>
                  </a:lnTo>
                  <a:lnTo>
                    <a:pt x="2234882" y="2046363"/>
                  </a:lnTo>
                  <a:close/>
                </a:path>
                <a:path w="6102984" h="2055495">
                  <a:moveTo>
                    <a:pt x="2245576" y="0"/>
                  </a:moveTo>
                  <a:lnTo>
                    <a:pt x="2218410" y="0"/>
                  </a:lnTo>
                  <a:lnTo>
                    <a:pt x="2218410" y="9055"/>
                  </a:lnTo>
                  <a:lnTo>
                    <a:pt x="2245576" y="9055"/>
                  </a:lnTo>
                  <a:lnTo>
                    <a:pt x="2245576" y="0"/>
                  </a:lnTo>
                  <a:close/>
                </a:path>
                <a:path w="6102984" h="2055495">
                  <a:moveTo>
                    <a:pt x="2280158" y="2046363"/>
                  </a:moveTo>
                  <a:lnTo>
                    <a:pt x="2252992" y="2046363"/>
                  </a:lnTo>
                  <a:lnTo>
                    <a:pt x="2252992" y="2055418"/>
                  </a:lnTo>
                  <a:lnTo>
                    <a:pt x="2280158" y="2055418"/>
                  </a:lnTo>
                  <a:lnTo>
                    <a:pt x="2280158" y="2046363"/>
                  </a:lnTo>
                  <a:close/>
                </a:path>
                <a:path w="6102984" h="2055495">
                  <a:moveTo>
                    <a:pt x="2290851" y="0"/>
                  </a:moveTo>
                  <a:lnTo>
                    <a:pt x="2263686" y="0"/>
                  </a:lnTo>
                  <a:lnTo>
                    <a:pt x="2263686" y="9055"/>
                  </a:lnTo>
                  <a:lnTo>
                    <a:pt x="2290851" y="9055"/>
                  </a:lnTo>
                  <a:lnTo>
                    <a:pt x="2290851" y="0"/>
                  </a:lnTo>
                  <a:close/>
                </a:path>
                <a:path w="6102984" h="2055495">
                  <a:moveTo>
                    <a:pt x="2325433" y="2046363"/>
                  </a:moveTo>
                  <a:lnTo>
                    <a:pt x="2298268" y="2046363"/>
                  </a:lnTo>
                  <a:lnTo>
                    <a:pt x="2298268" y="2055418"/>
                  </a:lnTo>
                  <a:lnTo>
                    <a:pt x="2325433" y="2055418"/>
                  </a:lnTo>
                  <a:lnTo>
                    <a:pt x="2325433" y="2046363"/>
                  </a:lnTo>
                  <a:close/>
                </a:path>
                <a:path w="6102984" h="2055495">
                  <a:moveTo>
                    <a:pt x="2336114" y="0"/>
                  </a:moveTo>
                  <a:lnTo>
                    <a:pt x="2308949" y="0"/>
                  </a:lnTo>
                  <a:lnTo>
                    <a:pt x="2308949" y="9055"/>
                  </a:lnTo>
                  <a:lnTo>
                    <a:pt x="2336114" y="9055"/>
                  </a:lnTo>
                  <a:lnTo>
                    <a:pt x="2336114" y="0"/>
                  </a:lnTo>
                  <a:close/>
                </a:path>
                <a:path w="6102984" h="2055495">
                  <a:moveTo>
                    <a:pt x="2370709" y="2046363"/>
                  </a:moveTo>
                  <a:lnTo>
                    <a:pt x="2343543" y="2046363"/>
                  </a:lnTo>
                  <a:lnTo>
                    <a:pt x="2343543" y="2055418"/>
                  </a:lnTo>
                  <a:lnTo>
                    <a:pt x="2370709" y="2055418"/>
                  </a:lnTo>
                  <a:lnTo>
                    <a:pt x="2370709" y="2046363"/>
                  </a:lnTo>
                  <a:close/>
                </a:path>
                <a:path w="6102984" h="2055495">
                  <a:moveTo>
                    <a:pt x="2381389" y="0"/>
                  </a:moveTo>
                  <a:lnTo>
                    <a:pt x="2354224" y="0"/>
                  </a:lnTo>
                  <a:lnTo>
                    <a:pt x="2354224" y="9055"/>
                  </a:lnTo>
                  <a:lnTo>
                    <a:pt x="2381389" y="9055"/>
                  </a:lnTo>
                  <a:lnTo>
                    <a:pt x="2381389" y="0"/>
                  </a:lnTo>
                  <a:close/>
                </a:path>
                <a:path w="6102984" h="2055495">
                  <a:moveTo>
                    <a:pt x="2415984" y="2046363"/>
                  </a:moveTo>
                  <a:lnTo>
                    <a:pt x="2388819" y="2046363"/>
                  </a:lnTo>
                  <a:lnTo>
                    <a:pt x="2388819" y="2055418"/>
                  </a:lnTo>
                  <a:lnTo>
                    <a:pt x="2415984" y="2055418"/>
                  </a:lnTo>
                  <a:lnTo>
                    <a:pt x="2415984" y="2046363"/>
                  </a:lnTo>
                  <a:close/>
                </a:path>
                <a:path w="6102984" h="2055495">
                  <a:moveTo>
                    <a:pt x="2426665" y="0"/>
                  </a:moveTo>
                  <a:lnTo>
                    <a:pt x="2399500" y="0"/>
                  </a:lnTo>
                  <a:lnTo>
                    <a:pt x="2399500" y="9055"/>
                  </a:lnTo>
                  <a:lnTo>
                    <a:pt x="2426665" y="9055"/>
                  </a:lnTo>
                  <a:lnTo>
                    <a:pt x="2426665" y="0"/>
                  </a:lnTo>
                  <a:close/>
                </a:path>
                <a:path w="6102984" h="2055495">
                  <a:moveTo>
                    <a:pt x="2461260" y="2046363"/>
                  </a:moveTo>
                  <a:lnTo>
                    <a:pt x="2434094" y="2046363"/>
                  </a:lnTo>
                  <a:lnTo>
                    <a:pt x="2434094" y="2055418"/>
                  </a:lnTo>
                  <a:lnTo>
                    <a:pt x="2461260" y="2055418"/>
                  </a:lnTo>
                  <a:lnTo>
                    <a:pt x="2461260" y="2046363"/>
                  </a:lnTo>
                  <a:close/>
                </a:path>
                <a:path w="6102984" h="2055495">
                  <a:moveTo>
                    <a:pt x="2471940" y="0"/>
                  </a:moveTo>
                  <a:lnTo>
                    <a:pt x="2444775" y="0"/>
                  </a:lnTo>
                  <a:lnTo>
                    <a:pt x="2444775" y="9055"/>
                  </a:lnTo>
                  <a:lnTo>
                    <a:pt x="2471940" y="9055"/>
                  </a:lnTo>
                  <a:lnTo>
                    <a:pt x="2471940" y="0"/>
                  </a:lnTo>
                  <a:close/>
                </a:path>
                <a:path w="6102984" h="2055495">
                  <a:moveTo>
                    <a:pt x="2506535" y="2046363"/>
                  </a:moveTo>
                  <a:lnTo>
                    <a:pt x="2479370" y="2046363"/>
                  </a:lnTo>
                  <a:lnTo>
                    <a:pt x="2479370" y="2055418"/>
                  </a:lnTo>
                  <a:lnTo>
                    <a:pt x="2506535" y="2055418"/>
                  </a:lnTo>
                  <a:lnTo>
                    <a:pt x="2506535" y="2046363"/>
                  </a:lnTo>
                  <a:close/>
                </a:path>
                <a:path w="6102984" h="2055495">
                  <a:moveTo>
                    <a:pt x="2517216" y="0"/>
                  </a:moveTo>
                  <a:lnTo>
                    <a:pt x="2490051" y="0"/>
                  </a:lnTo>
                  <a:lnTo>
                    <a:pt x="2490051" y="9055"/>
                  </a:lnTo>
                  <a:lnTo>
                    <a:pt x="2517216" y="9055"/>
                  </a:lnTo>
                  <a:lnTo>
                    <a:pt x="2517216" y="0"/>
                  </a:lnTo>
                  <a:close/>
                </a:path>
                <a:path w="6102984" h="2055495">
                  <a:moveTo>
                    <a:pt x="2551798" y="2046363"/>
                  </a:moveTo>
                  <a:lnTo>
                    <a:pt x="2524633" y="2046363"/>
                  </a:lnTo>
                  <a:lnTo>
                    <a:pt x="2524633" y="2055418"/>
                  </a:lnTo>
                  <a:lnTo>
                    <a:pt x="2551798" y="2055418"/>
                  </a:lnTo>
                  <a:lnTo>
                    <a:pt x="2551798" y="2046363"/>
                  </a:lnTo>
                  <a:close/>
                </a:path>
                <a:path w="6102984" h="2055495">
                  <a:moveTo>
                    <a:pt x="2562491" y="0"/>
                  </a:moveTo>
                  <a:lnTo>
                    <a:pt x="2535326" y="0"/>
                  </a:lnTo>
                  <a:lnTo>
                    <a:pt x="2535326" y="9055"/>
                  </a:lnTo>
                  <a:lnTo>
                    <a:pt x="2562491" y="9055"/>
                  </a:lnTo>
                  <a:lnTo>
                    <a:pt x="2562491" y="0"/>
                  </a:lnTo>
                  <a:close/>
                </a:path>
                <a:path w="6102984" h="2055495">
                  <a:moveTo>
                    <a:pt x="2597073" y="2046363"/>
                  </a:moveTo>
                  <a:lnTo>
                    <a:pt x="2569908" y="2046363"/>
                  </a:lnTo>
                  <a:lnTo>
                    <a:pt x="2569908" y="2055418"/>
                  </a:lnTo>
                  <a:lnTo>
                    <a:pt x="2597073" y="2055418"/>
                  </a:lnTo>
                  <a:lnTo>
                    <a:pt x="2597073" y="2046363"/>
                  </a:lnTo>
                  <a:close/>
                </a:path>
                <a:path w="6102984" h="2055495">
                  <a:moveTo>
                    <a:pt x="2607754" y="0"/>
                  </a:moveTo>
                  <a:lnTo>
                    <a:pt x="2580602" y="0"/>
                  </a:lnTo>
                  <a:lnTo>
                    <a:pt x="2580602" y="9055"/>
                  </a:lnTo>
                  <a:lnTo>
                    <a:pt x="2607754" y="9055"/>
                  </a:lnTo>
                  <a:lnTo>
                    <a:pt x="2607754" y="0"/>
                  </a:lnTo>
                  <a:close/>
                </a:path>
                <a:path w="6102984" h="2055495">
                  <a:moveTo>
                    <a:pt x="2642349" y="2046363"/>
                  </a:moveTo>
                  <a:lnTo>
                    <a:pt x="2615184" y="2046363"/>
                  </a:lnTo>
                  <a:lnTo>
                    <a:pt x="2615184" y="2055418"/>
                  </a:lnTo>
                  <a:lnTo>
                    <a:pt x="2642349" y="2055418"/>
                  </a:lnTo>
                  <a:lnTo>
                    <a:pt x="2642349" y="2046363"/>
                  </a:lnTo>
                  <a:close/>
                </a:path>
                <a:path w="6102984" h="2055495">
                  <a:moveTo>
                    <a:pt x="2653030" y="0"/>
                  </a:moveTo>
                  <a:lnTo>
                    <a:pt x="2625864" y="0"/>
                  </a:lnTo>
                  <a:lnTo>
                    <a:pt x="2625864" y="9055"/>
                  </a:lnTo>
                  <a:lnTo>
                    <a:pt x="2653030" y="9055"/>
                  </a:lnTo>
                  <a:lnTo>
                    <a:pt x="2653030" y="0"/>
                  </a:lnTo>
                  <a:close/>
                </a:path>
                <a:path w="6102984" h="2055495">
                  <a:moveTo>
                    <a:pt x="2687624" y="2046363"/>
                  </a:moveTo>
                  <a:lnTo>
                    <a:pt x="2660459" y="2046363"/>
                  </a:lnTo>
                  <a:lnTo>
                    <a:pt x="2660459" y="2055418"/>
                  </a:lnTo>
                  <a:lnTo>
                    <a:pt x="2687624" y="2055418"/>
                  </a:lnTo>
                  <a:lnTo>
                    <a:pt x="2687624" y="2046363"/>
                  </a:lnTo>
                  <a:close/>
                </a:path>
                <a:path w="6102984" h="2055495">
                  <a:moveTo>
                    <a:pt x="2698305" y="0"/>
                  </a:moveTo>
                  <a:lnTo>
                    <a:pt x="2671140" y="0"/>
                  </a:lnTo>
                  <a:lnTo>
                    <a:pt x="2671140" y="9055"/>
                  </a:lnTo>
                  <a:lnTo>
                    <a:pt x="2698305" y="9055"/>
                  </a:lnTo>
                  <a:lnTo>
                    <a:pt x="2698305" y="0"/>
                  </a:lnTo>
                  <a:close/>
                </a:path>
                <a:path w="6102984" h="2055495">
                  <a:moveTo>
                    <a:pt x="2732900" y="2046363"/>
                  </a:moveTo>
                  <a:lnTo>
                    <a:pt x="2705735" y="2046363"/>
                  </a:lnTo>
                  <a:lnTo>
                    <a:pt x="2705735" y="2055418"/>
                  </a:lnTo>
                  <a:lnTo>
                    <a:pt x="2732900" y="2055418"/>
                  </a:lnTo>
                  <a:lnTo>
                    <a:pt x="2732900" y="2046363"/>
                  </a:lnTo>
                  <a:close/>
                </a:path>
                <a:path w="6102984" h="2055495">
                  <a:moveTo>
                    <a:pt x="2743581" y="0"/>
                  </a:moveTo>
                  <a:lnTo>
                    <a:pt x="2716415" y="0"/>
                  </a:lnTo>
                  <a:lnTo>
                    <a:pt x="2716415" y="9055"/>
                  </a:lnTo>
                  <a:lnTo>
                    <a:pt x="2743581" y="9055"/>
                  </a:lnTo>
                  <a:lnTo>
                    <a:pt x="2743581" y="0"/>
                  </a:lnTo>
                  <a:close/>
                </a:path>
                <a:path w="6102984" h="2055495">
                  <a:moveTo>
                    <a:pt x="2778175" y="2046363"/>
                  </a:moveTo>
                  <a:lnTo>
                    <a:pt x="2751010" y="2046363"/>
                  </a:lnTo>
                  <a:lnTo>
                    <a:pt x="2751010" y="2055418"/>
                  </a:lnTo>
                  <a:lnTo>
                    <a:pt x="2778175" y="2055418"/>
                  </a:lnTo>
                  <a:lnTo>
                    <a:pt x="2778175" y="2046363"/>
                  </a:lnTo>
                  <a:close/>
                </a:path>
                <a:path w="6102984" h="2055495">
                  <a:moveTo>
                    <a:pt x="2788856" y="0"/>
                  </a:moveTo>
                  <a:lnTo>
                    <a:pt x="2761691" y="0"/>
                  </a:lnTo>
                  <a:lnTo>
                    <a:pt x="2761691" y="9055"/>
                  </a:lnTo>
                  <a:lnTo>
                    <a:pt x="2788856" y="9055"/>
                  </a:lnTo>
                  <a:lnTo>
                    <a:pt x="2788856" y="0"/>
                  </a:lnTo>
                  <a:close/>
                </a:path>
                <a:path w="6102984" h="2055495">
                  <a:moveTo>
                    <a:pt x="2823438" y="2046363"/>
                  </a:moveTo>
                  <a:lnTo>
                    <a:pt x="2796286" y="2046363"/>
                  </a:lnTo>
                  <a:lnTo>
                    <a:pt x="2796286" y="2055418"/>
                  </a:lnTo>
                  <a:lnTo>
                    <a:pt x="2823438" y="2055418"/>
                  </a:lnTo>
                  <a:lnTo>
                    <a:pt x="2823438" y="2046363"/>
                  </a:lnTo>
                  <a:close/>
                </a:path>
                <a:path w="6102984" h="2055495">
                  <a:moveTo>
                    <a:pt x="2834132" y="0"/>
                  </a:moveTo>
                  <a:lnTo>
                    <a:pt x="2806966" y="0"/>
                  </a:lnTo>
                  <a:lnTo>
                    <a:pt x="2806966" y="9055"/>
                  </a:lnTo>
                  <a:lnTo>
                    <a:pt x="2834132" y="9055"/>
                  </a:lnTo>
                  <a:lnTo>
                    <a:pt x="2834132" y="0"/>
                  </a:lnTo>
                  <a:close/>
                </a:path>
                <a:path w="6102984" h="2055495">
                  <a:moveTo>
                    <a:pt x="2868714" y="2046363"/>
                  </a:moveTo>
                  <a:lnTo>
                    <a:pt x="2841548" y="2046363"/>
                  </a:lnTo>
                  <a:lnTo>
                    <a:pt x="2841548" y="2055418"/>
                  </a:lnTo>
                  <a:lnTo>
                    <a:pt x="2868714" y="2055418"/>
                  </a:lnTo>
                  <a:lnTo>
                    <a:pt x="2868714" y="2046363"/>
                  </a:lnTo>
                  <a:close/>
                </a:path>
                <a:path w="6102984" h="2055495">
                  <a:moveTo>
                    <a:pt x="2879407" y="0"/>
                  </a:moveTo>
                  <a:lnTo>
                    <a:pt x="2852242" y="0"/>
                  </a:lnTo>
                  <a:lnTo>
                    <a:pt x="2852242" y="9055"/>
                  </a:lnTo>
                  <a:lnTo>
                    <a:pt x="2879407" y="9055"/>
                  </a:lnTo>
                  <a:lnTo>
                    <a:pt x="2879407" y="0"/>
                  </a:lnTo>
                  <a:close/>
                </a:path>
                <a:path w="6102984" h="2055495">
                  <a:moveTo>
                    <a:pt x="2913989" y="2046363"/>
                  </a:moveTo>
                  <a:lnTo>
                    <a:pt x="2886824" y="2046363"/>
                  </a:lnTo>
                  <a:lnTo>
                    <a:pt x="2886824" y="2055418"/>
                  </a:lnTo>
                  <a:lnTo>
                    <a:pt x="2913989" y="2055418"/>
                  </a:lnTo>
                  <a:lnTo>
                    <a:pt x="2913989" y="2046363"/>
                  </a:lnTo>
                  <a:close/>
                </a:path>
                <a:path w="6102984" h="2055495">
                  <a:moveTo>
                    <a:pt x="2924670" y="0"/>
                  </a:moveTo>
                  <a:lnTo>
                    <a:pt x="2897505" y="0"/>
                  </a:lnTo>
                  <a:lnTo>
                    <a:pt x="2897505" y="9055"/>
                  </a:lnTo>
                  <a:lnTo>
                    <a:pt x="2924670" y="9055"/>
                  </a:lnTo>
                  <a:lnTo>
                    <a:pt x="2924670" y="0"/>
                  </a:lnTo>
                  <a:close/>
                </a:path>
                <a:path w="6102984" h="2055495">
                  <a:moveTo>
                    <a:pt x="2959265" y="2046363"/>
                  </a:moveTo>
                  <a:lnTo>
                    <a:pt x="2932099" y="2046363"/>
                  </a:lnTo>
                  <a:lnTo>
                    <a:pt x="2932099" y="2055418"/>
                  </a:lnTo>
                  <a:lnTo>
                    <a:pt x="2959265" y="2055418"/>
                  </a:lnTo>
                  <a:lnTo>
                    <a:pt x="2959265" y="2046363"/>
                  </a:lnTo>
                  <a:close/>
                </a:path>
                <a:path w="6102984" h="2055495">
                  <a:moveTo>
                    <a:pt x="2969945" y="0"/>
                  </a:moveTo>
                  <a:lnTo>
                    <a:pt x="2942780" y="0"/>
                  </a:lnTo>
                  <a:lnTo>
                    <a:pt x="2942780" y="9055"/>
                  </a:lnTo>
                  <a:lnTo>
                    <a:pt x="2969945" y="9055"/>
                  </a:lnTo>
                  <a:lnTo>
                    <a:pt x="2969945" y="0"/>
                  </a:lnTo>
                  <a:close/>
                </a:path>
                <a:path w="6102984" h="2055495">
                  <a:moveTo>
                    <a:pt x="3004540" y="2046363"/>
                  </a:moveTo>
                  <a:lnTo>
                    <a:pt x="2977375" y="2046363"/>
                  </a:lnTo>
                  <a:lnTo>
                    <a:pt x="2977375" y="2055418"/>
                  </a:lnTo>
                  <a:lnTo>
                    <a:pt x="3004540" y="2055418"/>
                  </a:lnTo>
                  <a:lnTo>
                    <a:pt x="3004540" y="2046363"/>
                  </a:lnTo>
                  <a:close/>
                </a:path>
                <a:path w="6102984" h="2055495">
                  <a:moveTo>
                    <a:pt x="3015221" y="0"/>
                  </a:moveTo>
                  <a:lnTo>
                    <a:pt x="2988056" y="0"/>
                  </a:lnTo>
                  <a:lnTo>
                    <a:pt x="2988056" y="9055"/>
                  </a:lnTo>
                  <a:lnTo>
                    <a:pt x="3015221" y="9055"/>
                  </a:lnTo>
                  <a:lnTo>
                    <a:pt x="3015221" y="0"/>
                  </a:lnTo>
                  <a:close/>
                </a:path>
                <a:path w="6102984" h="2055495">
                  <a:moveTo>
                    <a:pt x="3049816" y="2046363"/>
                  </a:moveTo>
                  <a:lnTo>
                    <a:pt x="3022650" y="2046363"/>
                  </a:lnTo>
                  <a:lnTo>
                    <a:pt x="3022650" y="2055418"/>
                  </a:lnTo>
                  <a:lnTo>
                    <a:pt x="3049816" y="2055418"/>
                  </a:lnTo>
                  <a:lnTo>
                    <a:pt x="3049816" y="2046363"/>
                  </a:lnTo>
                  <a:close/>
                </a:path>
                <a:path w="6102984" h="2055495">
                  <a:moveTo>
                    <a:pt x="3060496" y="0"/>
                  </a:moveTo>
                  <a:lnTo>
                    <a:pt x="3033331" y="0"/>
                  </a:lnTo>
                  <a:lnTo>
                    <a:pt x="3033331" y="9055"/>
                  </a:lnTo>
                  <a:lnTo>
                    <a:pt x="3060496" y="9055"/>
                  </a:lnTo>
                  <a:lnTo>
                    <a:pt x="3060496" y="0"/>
                  </a:lnTo>
                  <a:close/>
                </a:path>
                <a:path w="6102984" h="2055495">
                  <a:moveTo>
                    <a:pt x="3095091" y="2046363"/>
                  </a:moveTo>
                  <a:lnTo>
                    <a:pt x="3067926" y="2046363"/>
                  </a:lnTo>
                  <a:lnTo>
                    <a:pt x="3067926" y="2055418"/>
                  </a:lnTo>
                  <a:lnTo>
                    <a:pt x="3095091" y="2055418"/>
                  </a:lnTo>
                  <a:lnTo>
                    <a:pt x="3095091" y="2046363"/>
                  </a:lnTo>
                  <a:close/>
                </a:path>
                <a:path w="6102984" h="2055495">
                  <a:moveTo>
                    <a:pt x="3105772" y="0"/>
                  </a:moveTo>
                  <a:lnTo>
                    <a:pt x="3078607" y="0"/>
                  </a:lnTo>
                  <a:lnTo>
                    <a:pt x="3078607" y="9055"/>
                  </a:lnTo>
                  <a:lnTo>
                    <a:pt x="3105772" y="9055"/>
                  </a:lnTo>
                  <a:lnTo>
                    <a:pt x="3105772" y="0"/>
                  </a:lnTo>
                  <a:close/>
                </a:path>
                <a:path w="6102984" h="2055495">
                  <a:moveTo>
                    <a:pt x="3140354" y="2046363"/>
                  </a:moveTo>
                  <a:lnTo>
                    <a:pt x="3113189" y="2046363"/>
                  </a:lnTo>
                  <a:lnTo>
                    <a:pt x="3113189" y="2055418"/>
                  </a:lnTo>
                  <a:lnTo>
                    <a:pt x="3140354" y="2055418"/>
                  </a:lnTo>
                  <a:lnTo>
                    <a:pt x="3140354" y="2046363"/>
                  </a:lnTo>
                  <a:close/>
                </a:path>
                <a:path w="6102984" h="2055495">
                  <a:moveTo>
                    <a:pt x="3151047" y="0"/>
                  </a:moveTo>
                  <a:lnTo>
                    <a:pt x="3123882" y="0"/>
                  </a:lnTo>
                  <a:lnTo>
                    <a:pt x="3123882" y="9055"/>
                  </a:lnTo>
                  <a:lnTo>
                    <a:pt x="3151047" y="9055"/>
                  </a:lnTo>
                  <a:lnTo>
                    <a:pt x="3151047" y="0"/>
                  </a:lnTo>
                  <a:close/>
                </a:path>
                <a:path w="6102984" h="2055495">
                  <a:moveTo>
                    <a:pt x="3185630" y="2046363"/>
                  </a:moveTo>
                  <a:lnTo>
                    <a:pt x="3158464" y="2046363"/>
                  </a:lnTo>
                  <a:lnTo>
                    <a:pt x="3158464" y="2055418"/>
                  </a:lnTo>
                  <a:lnTo>
                    <a:pt x="3185630" y="2055418"/>
                  </a:lnTo>
                  <a:lnTo>
                    <a:pt x="3185630" y="2046363"/>
                  </a:lnTo>
                  <a:close/>
                </a:path>
                <a:path w="6102984" h="2055495">
                  <a:moveTo>
                    <a:pt x="3196310" y="0"/>
                  </a:moveTo>
                  <a:lnTo>
                    <a:pt x="3169158" y="0"/>
                  </a:lnTo>
                  <a:lnTo>
                    <a:pt x="3169158" y="9055"/>
                  </a:lnTo>
                  <a:lnTo>
                    <a:pt x="3196310" y="9055"/>
                  </a:lnTo>
                  <a:lnTo>
                    <a:pt x="3196310" y="0"/>
                  </a:lnTo>
                  <a:close/>
                </a:path>
                <a:path w="6102984" h="2055495">
                  <a:moveTo>
                    <a:pt x="3230905" y="2046363"/>
                  </a:moveTo>
                  <a:lnTo>
                    <a:pt x="3203740" y="2046363"/>
                  </a:lnTo>
                  <a:lnTo>
                    <a:pt x="3203740" y="2055418"/>
                  </a:lnTo>
                  <a:lnTo>
                    <a:pt x="3230905" y="2055418"/>
                  </a:lnTo>
                  <a:lnTo>
                    <a:pt x="3230905" y="2046363"/>
                  </a:lnTo>
                  <a:close/>
                </a:path>
                <a:path w="6102984" h="2055495">
                  <a:moveTo>
                    <a:pt x="3241586" y="0"/>
                  </a:moveTo>
                  <a:lnTo>
                    <a:pt x="3214420" y="0"/>
                  </a:lnTo>
                  <a:lnTo>
                    <a:pt x="3214420" y="9055"/>
                  </a:lnTo>
                  <a:lnTo>
                    <a:pt x="3241586" y="9055"/>
                  </a:lnTo>
                  <a:lnTo>
                    <a:pt x="3241586" y="0"/>
                  </a:lnTo>
                  <a:close/>
                </a:path>
                <a:path w="6102984" h="2055495">
                  <a:moveTo>
                    <a:pt x="3276181" y="2046363"/>
                  </a:moveTo>
                  <a:lnTo>
                    <a:pt x="3249015" y="2046363"/>
                  </a:lnTo>
                  <a:lnTo>
                    <a:pt x="3249015" y="2055418"/>
                  </a:lnTo>
                  <a:lnTo>
                    <a:pt x="3276181" y="2055418"/>
                  </a:lnTo>
                  <a:lnTo>
                    <a:pt x="3276181" y="2046363"/>
                  </a:lnTo>
                  <a:close/>
                </a:path>
                <a:path w="6102984" h="2055495">
                  <a:moveTo>
                    <a:pt x="3286861" y="0"/>
                  </a:moveTo>
                  <a:lnTo>
                    <a:pt x="3259696" y="0"/>
                  </a:lnTo>
                  <a:lnTo>
                    <a:pt x="3259696" y="9055"/>
                  </a:lnTo>
                  <a:lnTo>
                    <a:pt x="3286861" y="9055"/>
                  </a:lnTo>
                  <a:lnTo>
                    <a:pt x="3286861" y="0"/>
                  </a:lnTo>
                  <a:close/>
                </a:path>
                <a:path w="6102984" h="2055495">
                  <a:moveTo>
                    <a:pt x="3321456" y="2046363"/>
                  </a:moveTo>
                  <a:lnTo>
                    <a:pt x="3294291" y="2046363"/>
                  </a:lnTo>
                  <a:lnTo>
                    <a:pt x="3294291" y="2055418"/>
                  </a:lnTo>
                  <a:lnTo>
                    <a:pt x="3321456" y="2055418"/>
                  </a:lnTo>
                  <a:lnTo>
                    <a:pt x="3321456" y="2046363"/>
                  </a:lnTo>
                  <a:close/>
                </a:path>
                <a:path w="6102984" h="2055495">
                  <a:moveTo>
                    <a:pt x="3332137" y="0"/>
                  </a:moveTo>
                  <a:lnTo>
                    <a:pt x="3304971" y="0"/>
                  </a:lnTo>
                  <a:lnTo>
                    <a:pt x="3304971" y="9055"/>
                  </a:lnTo>
                  <a:lnTo>
                    <a:pt x="3332137" y="9055"/>
                  </a:lnTo>
                  <a:lnTo>
                    <a:pt x="3332137" y="0"/>
                  </a:lnTo>
                  <a:close/>
                </a:path>
                <a:path w="6102984" h="2055495">
                  <a:moveTo>
                    <a:pt x="3366732" y="2046363"/>
                  </a:moveTo>
                  <a:lnTo>
                    <a:pt x="3339566" y="2046363"/>
                  </a:lnTo>
                  <a:lnTo>
                    <a:pt x="3339566" y="2055418"/>
                  </a:lnTo>
                  <a:lnTo>
                    <a:pt x="3366732" y="2055418"/>
                  </a:lnTo>
                  <a:lnTo>
                    <a:pt x="3366732" y="2046363"/>
                  </a:lnTo>
                  <a:close/>
                </a:path>
                <a:path w="6102984" h="2055495">
                  <a:moveTo>
                    <a:pt x="3377412" y="0"/>
                  </a:moveTo>
                  <a:lnTo>
                    <a:pt x="3350247" y="0"/>
                  </a:lnTo>
                  <a:lnTo>
                    <a:pt x="3350247" y="9055"/>
                  </a:lnTo>
                  <a:lnTo>
                    <a:pt x="3377412" y="9055"/>
                  </a:lnTo>
                  <a:lnTo>
                    <a:pt x="3377412" y="0"/>
                  </a:lnTo>
                  <a:close/>
                </a:path>
                <a:path w="6102984" h="2055495">
                  <a:moveTo>
                    <a:pt x="3411994" y="2046363"/>
                  </a:moveTo>
                  <a:lnTo>
                    <a:pt x="3384842" y="2046363"/>
                  </a:lnTo>
                  <a:lnTo>
                    <a:pt x="3384842" y="2055418"/>
                  </a:lnTo>
                  <a:lnTo>
                    <a:pt x="3411994" y="2055418"/>
                  </a:lnTo>
                  <a:lnTo>
                    <a:pt x="3411994" y="2046363"/>
                  </a:lnTo>
                  <a:close/>
                </a:path>
                <a:path w="6102984" h="2055495">
                  <a:moveTo>
                    <a:pt x="3422688" y="0"/>
                  </a:moveTo>
                  <a:lnTo>
                    <a:pt x="3395522" y="0"/>
                  </a:lnTo>
                  <a:lnTo>
                    <a:pt x="3395522" y="9055"/>
                  </a:lnTo>
                  <a:lnTo>
                    <a:pt x="3422688" y="9055"/>
                  </a:lnTo>
                  <a:lnTo>
                    <a:pt x="3422688" y="0"/>
                  </a:lnTo>
                  <a:close/>
                </a:path>
                <a:path w="6102984" h="2055495">
                  <a:moveTo>
                    <a:pt x="3457270" y="2046363"/>
                  </a:moveTo>
                  <a:lnTo>
                    <a:pt x="3430105" y="2046363"/>
                  </a:lnTo>
                  <a:lnTo>
                    <a:pt x="3430105" y="2055418"/>
                  </a:lnTo>
                  <a:lnTo>
                    <a:pt x="3457270" y="2055418"/>
                  </a:lnTo>
                  <a:lnTo>
                    <a:pt x="3457270" y="2046363"/>
                  </a:lnTo>
                  <a:close/>
                </a:path>
                <a:path w="6102984" h="2055495">
                  <a:moveTo>
                    <a:pt x="3467963" y="0"/>
                  </a:moveTo>
                  <a:lnTo>
                    <a:pt x="3440798" y="0"/>
                  </a:lnTo>
                  <a:lnTo>
                    <a:pt x="3440798" y="9055"/>
                  </a:lnTo>
                  <a:lnTo>
                    <a:pt x="3467963" y="9055"/>
                  </a:lnTo>
                  <a:lnTo>
                    <a:pt x="3467963" y="0"/>
                  </a:lnTo>
                  <a:close/>
                </a:path>
                <a:path w="6102984" h="2055495">
                  <a:moveTo>
                    <a:pt x="3502545" y="2046363"/>
                  </a:moveTo>
                  <a:lnTo>
                    <a:pt x="3475380" y="2046363"/>
                  </a:lnTo>
                  <a:lnTo>
                    <a:pt x="3475380" y="2055418"/>
                  </a:lnTo>
                  <a:lnTo>
                    <a:pt x="3502545" y="2055418"/>
                  </a:lnTo>
                  <a:lnTo>
                    <a:pt x="3502545" y="2046363"/>
                  </a:lnTo>
                  <a:close/>
                </a:path>
                <a:path w="6102984" h="2055495">
                  <a:moveTo>
                    <a:pt x="3513226" y="0"/>
                  </a:moveTo>
                  <a:lnTo>
                    <a:pt x="3486061" y="0"/>
                  </a:lnTo>
                  <a:lnTo>
                    <a:pt x="3486061" y="9055"/>
                  </a:lnTo>
                  <a:lnTo>
                    <a:pt x="3513226" y="9055"/>
                  </a:lnTo>
                  <a:lnTo>
                    <a:pt x="3513226" y="0"/>
                  </a:lnTo>
                  <a:close/>
                </a:path>
                <a:path w="6102984" h="2055495">
                  <a:moveTo>
                    <a:pt x="3547821" y="2046363"/>
                  </a:moveTo>
                  <a:lnTo>
                    <a:pt x="3520656" y="2046363"/>
                  </a:lnTo>
                  <a:lnTo>
                    <a:pt x="3520656" y="2055418"/>
                  </a:lnTo>
                  <a:lnTo>
                    <a:pt x="3547821" y="2055418"/>
                  </a:lnTo>
                  <a:lnTo>
                    <a:pt x="3547821" y="2046363"/>
                  </a:lnTo>
                  <a:close/>
                </a:path>
                <a:path w="6102984" h="2055495">
                  <a:moveTo>
                    <a:pt x="3558502" y="0"/>
                  </a:moveTo>
                  <a:lnTo>
                    <a:pt x="3531336" y="0"/>
                  </a:lnTo>
                  <a:lnTo>
                    <a:pt x="3531336" y="9055"/>
                  </a:lnTo>
                  <a:lnTo>
                    <a:pt x="3558502" y="9055"/>
                  </a:lnTo>
                  <a:lnTo>
                    <a:pt x="3558502" y="0"/>
                  </a:lnTo>
                  <a:close/>
                </a:path>
                <a:path w="6102984" h="2055495">
                  <a:moveTo>
                    <a:pt x="3593096" y="2046363"/>
                  </a:moveTo>
                  <a:lnTo>
                    <a:pt x="3565931" y="2046363"/>
                  </a:lnTo>
                  <a:lnTo>
                    <a:pt x="3565931" y="2055418"/>
                  </a:lnTo>
                  <a:lnTo>
                    <a:pt x="3593096" y="2055418"/>
                  </a:lnTo>
                  <a:lnTo>
                    <a:pt x="3593096" y="2046363"/>
                  </a:lnTo>
                  <a:close/>
                </a:path>
                <a:path w="6102984" h="2055495">
                  <a:moveTo>
                    <a:pt x="3603777" y="0"/>
                  </a:moveTo>
                  <a:lnTo>
                    <a:pt x="3576612" y="0"/>
                  </a:lnTo>
                  <a:lnTo>
                    <a:pt x="3576612" y="9055"/>
                  </a:lnTo>
                  <a:lnTo>
                    <a:pt x="3603777" y="9055"/>
                  </a:lnTo>
                  <a:lnTo>
                    <a:pt x="3603777" y="0"/>
                  </a:lnTo>
                  <a:close/>
                </a:path>
                <a:path w="6102984" h="2055495">
                  <a:moveTo>
                    <a:pt x="3638372" y="2046363"/>
                  </a:moveTo>
                  <a:lnTo>
                    <a:pt x="3611207" y="2046363"/>
                  </a:lnTo>
                  <a:lnTo>
                    <a:pt x="3611207" y="2055418"/>
                  </a:lnTo>
                  <a:lnTo>
                    <a:pt x="3638372" y="2055418"/>
                  </a:lnTo>
                  <a:lnTo>
                    <a:pt x="3638372" y="2046363"/>
                  </a:lnTo>
                  <a:close/>
                </a:path>
                <a:path w="6102984" h="2055495">
                  <a:moveTo>
                    <a:pt x="3649053" y="0"/>
                  </a:moveTo>
                  <a:lnTo>
                    <a:pt x="3621887" y="0"/>
                  </a:lnTo>
                  <a:lnTo>
                    <a:pt x="3621887" y="9055"/>
                  </a:lnTo>
                  <a:lnTo>
                    <a:pt x="3649053" y="9055"/>
                  </a:lnTo>
                  <a:lnTo>
                    <a:pt x="3649053" y="0"/>
                  </a:lnTo>
                  <a:close/>
                </a:path>
                <a:path w="6102984" h="2055495">
                  <a:moveTo>
                    <a:pt x="3683647" y="2046363"/>
                  </a:moveTo>
                  <a:lnTo>
                    <a:pt x="3656482" y="2046363"/>
                  </a:lnTo>
                  <a:lnTo>
                    <a:pt x="3656482" y="2055418"/>
                  </a:lnTo>
                  <a:lnTo>
                    <a:pt x="3683647" y="2055418"/>
                  </a:lnTo>
                  <a:lnTo>
                    <a:pt x="3683647" y="2046363"/>
                  </a:lnTo>
                  <a:close/>
                </a:path>
                <a:path w="6102984" h="2055495">
                  <a:moveTo>
                    <a:pt x="3694328" y="0"/>
                  </a:moveTo>
                  <a:lnTo>
                    <a:pt x="3667163" y="0"/>
                  </a:lnTo>
                  <a:lnTo>
                    <a:pt x="3667163" y="9055"/>
                  </a:lnTo>
                  <a:lnTo>
                    <a:pt x="3694328" y="9055"/>
                  </a:lnTo>
                  <a:lnTo>
                    <a:pt x="3694328" y="0"/>
                  </a:lnTo>
                  <a:close/>
                </a:path>
                <a:path w="6102984" h="2055495">
                  <a:moveTo>
                    <a:pt x="3728910" y="2046363"/>
                  </a:moveTo>
                  <a:lnTo>
                    <a:pt x="3701745" y="2046363"/>
                  </a:lnTo>
                  <a:lnTo>
                    <a:pt x="3701745" y="2055418"/>
                  </a:lnTo>
                  <a:lnTo>
                    <a:pt x="3728910" y="2055418"/>
                  </a:lnTo>
                  <a:lnTo>
                    <a:pt x="3728910" y="2046363"/>
                  </a:lnTo>
                  <a:close/>
                </a:path>
                <a:path w="6102984" h="2055495">
                  <a:moveTo>
                    <a:pt x="3739604" y="0"/>
                  </a:moveTo>
                  <a:lnTo>
                    <a:pt x="3712438" y="0"/>
                  </a:lnTo>
                  <a:lnTo>
                    <a:pt x="3712438" y="9055"/>
                  </a:lnTo>
                  <a:lnTo>
                    <a:pt x="3739604" y="9055"/>
                  </a:lnTo>
                  <a:lnTo>
                    <a:pt x="3739604" y="0"/>
                  </a:lnTo>
                  <a:close/>
                </a:path>
                <a:path w="6102984" h="2055495">
                  <a:moveTo>
                    <a:pt x="3774186" y="2046363"/>
                  </a:moveTo>
                  <a:lnTo>
                    <a:pt x="3747020" y="2046363"/>
                  </a:lnTo>
                  <a:lnTo>
                    <a:pt x="3747020" y="2055418"/>
                  </a:lnTo>
                  <a:lnTo>
                    <a:pt x="3774186" y="2055418"/>
                  </a:lnTo>
                  <a:lnTo>
                    <a:pt x="3774186" y="2046363"/>
                  </a:lnTo>
                  <a:close/>
                </a:path>
                <a:path w="6102984" h="2055495">
                  <a:moveTo>
                    <a:pt x="3784866" y="0"/>
                  </a:moveTo>
                  <a:lnTo>
                    <a:pt x="3757714" y="0"/>
                  </a:lnTo>
                  <a:lnTo>
                    <a:pt x="3757714" y="9055"/>
                  </a:lnTo>
                  <a:lnTo>
                    <a:pt x="3784866" y="9055"/>
                  </a:lnTo>
                  <a:lnTo>
                    <a:pt x="3784866" y="0"/>
                  </a:lnTo>
                  <a:close/>
                </a:path>
                <a:path w="6102984" h="2055495">
                  <a:moveTo>
                    <a:pt x="3819461" y="2046363"/>
                  </a:moveTo>
                  <a:lnTo>
                    <a:pt x="3792296" y="2046363"/>
                  </a:lnTo>
                  <a:lnTo>
                    <a:pt x="3792296" y="2055418"/>
                  </a:lnTo>
                  <a:lnTo>
                    <a:pt x="3819461" y="2055418"/>
                  </a:lnTo>
                  <a:lnTo>
                    <a:pt x="3819461" y="2046363"/>
                  </a:lnTo>
                  <a:close/>
                </a:path>
                <a:path w="6102984" h="2055495">
                  <a:moveTo>
                    <a:pt x="3830142" y="0"/>
                  </a:moveTo>
                  <a:lnTo>
                    <a:pt x="3802977" y="0"/>
                  </a:lnTo>
                  <a:lnTo>
                    <a:pt x="3802977" y="9055"/>
                  </a:lnTo>
                  <a:lnTo>
                    <a:pt x="3830142" y="9055"/>
                  </a:lnTo>
                  <a:lnTo>
                    <a:pt x="3830142" y="0"/>
                  </a:lnTo>
                  <a:close/>
                </a:path>
                <a:path w="6102984" h="2055495">
                  <a:moveTo>
                    <a:pt x="3864737" y="2046363"/>
                  </a:moveTo>
                  <a:lnTo>
                    <a:pt x="3837571" y="2046363"/>
                  </a:lnTo>
                  <a:lnTo>
                    <a:pt x="3837571" y="2055418"/>
                  </a:lnTo>
                  <a:lnTo>
                    <a:pt x="3864737" y="2055418"/>
                  </a:lnTo>
                  <a:lnTo>
                    <a:pt x="3864737" y="2046363"/>
                  </a:lnTo>
                  <a:close/>
                </a:path>
                <a:path w="6102984" h="2055495">
                  <a:moveTo>
                    <a:pt x="3875417" y="0"/>
                  </a:moveTo>
                  <a:lnTo>
                    <a:pt x="3848252" y="0"/>
                  </a:lnTo>
                  <a:lnTo>
                    <a:pt x="3848252" y="9055"/>
                  </a:lnTo>
                  <a:lnTo>
                    <a:pt x="3875417" y="9055"/>
                  </a:lnTo>
                  <a:lnTo>
                    <a:pt x="3875417" y="0"/>
                  </a:lnTo>
                  <a:close/>
                </a:path>
                <a:path w="6102984" h="2055495">
                  <a:moveTo>
                    <a:pt x="3910012" y="2046363"/>
                  </a:moveTo>
                  <a:lnTo>
                    <a:pt x="3882847" y="2046363"/>
                  </a:lnTo>
                  <a:lnTo>
                    <a:pt x="3882847" y="2055418"/>
                  </a:lnTo>
                  <a:lnTo>
                    <a:pt x="3910012" y="2055418"/>
                  </a:lnTo>
                  <a:lnTo>
                    <a:pt x="3910012" y="2046363"/>
                  </a:lnTo>
                  <a:close/>
                </a:path>
                <a:path w="6102984" h="2055495">
                  <a:moveTo>
                    <a:pt x="3920693" y="0"/>
                  </a:moveTo>
                  <a:lnTo>
                    <a:pt x="3893528" y="0"/>
                  </a:lnTo>
                  <a:lnTo>
                    <a:pt x="3893528" y="9055"/>
                  </a:lnTo>
                  <a:lnTo>
                    <a:pt x="3920693" y="9055"/>
                  </a:lnTo>
                  <a:lnTo>
                    <a:pt x="3920693" y="0"/>
                  </a:lnTo>
                  <a:close/>
                </a:path>
                <a:path w="6102984" h="2055495">
                  <a:moveTo>
                    <a:pt x="3955288" y="2046363"/>
                  </a:moveTo>
                  <a:lnTo>
                    <a:pt x="3928122" y="2046363"/>
                  </a:lnTo>
                  <a:lnTo>
                    <a:pt x="3928122" y="2055418"/>
                  </a:lnTo>
                  <a:lnTo>
                    <a:pt x="3955288" y="2055418"/>
                  </a:lnTo>
                  <a:lnTo>
                    <a:pt x="3955288" y="2046363"/>
                  </a:lnTo>
                  <a:close/>
                </a:path>
                <a:path w="6102984" h="2055495">
                  <a:moveTo>
                    <a:pt x="3965968" y="0"/>
                  </a:moveTo>
                  <a:lnTo>
                    <a:pt x="3938803" y="0"/>
                  </a:lnTo>
                  <a:lnTo>
                    <a:pt x="3938803" y="9055"/>
                  </a:lnTo>
                  <a:lnTo>
                    <a:pt x="3965968" y="9055"/>
                  </a:lnTo>
                  <a:lnTo>
                    <a:pt x="3965968" y="0"/>
                  </a:lnTo>
                  <a:close/>
                </a:path>
                <a:path w="6102984" h="2055495">
                  <a:moveTo>
                    <a:pt x="4000550" y="2046363"/>
                  </a:moveTo>
                  <a:lnTo>
                    <a:pt x="3973398" y="2046363"/>
                  </a:lnTo>
                  <a:lnTo>
                    <a:pt x="3973398" y="2055418"/>
                  </a:lnTo>
                  <a:lnTo>
                    <a:pt x="4000550" y="2055418"/>
                  </a:lnTo>
                  <a:lnTo>
                    <a:pt x="4000550" y="2046363"/>
                  </a:lnTo>
                  <a:close/>
                </a:path>
                <a:path w="6102984" h="2055495">
                  <a:moveTo>
                    <a:pt x="4011244" y="0"/>
                  </a:moveTo>
                  <a:lnTo>
                    <a:pt x="3984079" y="0"/>
                  </a:lnTo>
                  <a:lnTo>
                    <a:pt x="3984079" y="9055"/>
                  </a:lnTo>
                  <a:lnTo>
                    <a:pt x="4011244" y="9055"/>
                  </a:lnTo>
                  <a:lnTo>
                    <a:pt x="4011244" y="0"/>
                  </a:lnTo>
                  <a:close/>
                </a:path>
                <a:path w="6102984" h="2055495">
                  <a:moveTo>
                    <a:pt x="4045826" y="2046363"/>
                  </a:moveTo>
                  <a:lnTo>
                    <a:pt x="4018661" y="2046363"/>
                  </a:lnTo>
                  <a:lnTo>
                    <a:pt x="4018661" y="2055418"/>
                  </a:lnTo>
                  <a:lnTo>
                    <a:pt x="4045826" y="2055418"/>
                  </a:lnTo>
                  <a:lnTo>
                    <a:pt x="4045826" y="2046363"/>
                  </a:lnTo>
                  <a:close/>
                </a:path>
                <a:path w="6102984" h="2055495">
                  <a:moveTo>
                    <a:pt x="4056519" y="0"/>
                  </a:moveTo>
                  <a:lnTo>
                    <a:pt x="4029354" y="0"/>
                  </a:lnTo>
                  <a:lnTo>
                    <a:pt x="4029354" y="9055"/>
                  </a:lnTo>
                  <a:lnTo>
                    <a:pt x="4056519" y="9055"/>
                  </a:lnTo>
                  <a:lnTo>
                    <a:pt x="4056519" y="0"/>
                  </a:lnTo>
                  <a:close/>
                </a:path>
                <a:path w="6102984" h="2055495">
                  <a:moveTo>
                    <a:pt x="4091101" y="2046363"/>
                  </a:moveTo>
                  <a:lnTo>
                    <a:pt x="4063936" y="2046363"/>
                  </a:lnTo>
                  <a:lnTo>
                    <a:pt x="4063936" y="2055418"/>
                  </a:lnTo>
                  <a:lnTo>
                    <a:pt x="4091101" y="2055418"/>
                  </a:lnTo>
                  <a:lnTo>
                    <a:pt x="4091101" y="2046363"/>
                  </a:lnTo>
                  <a:close/>
                </a:path>
                <a:path w="6102984" h="2055495">
                  <a:moveTo>
                    <a:pt x="4101782" y="0"/>
                  </a:moveTo>
                  <a:lnTo>
                    <a:pt x="4074630" y="0"/>
                  </a:lnTo>
                  <a:lnTo>
                    <a:pt x="4074630" y="9055"/>
                  </a:lnTo>
                  <a:lnTo>
                    <a:pt x="4101782" y="9055"/>
                  </a:lnTo>
                  <a:lnTo>
                    <a:pt x="4101782" y="0"/>
                  </a:lnTo>
                  <a:close/>
                </a:path>
                <a:path w="6102984" h="2055495">
                  <a:moveTo>
                    <a:pt x="4136377" y="2046363"/>
                  </a:moveTo>
                  <a:lnTo>
                    <a:pt x="4109212" y="2046363"/>
                  </a:lnTo>
                  <a:lnTo>
                    <a:pt x="4109212" y="2055418"/>
                  </a:lnTo>
                  <a:lnTo>
                    <a:pt x="4136377" y="2055418"/>
                  </a:lnTo>
                  <a:lnTo>
                    <a:pt x="4136377" y="2046363"/>
                  </a:lnTo>
                  <a:close/>
                </a:path>
                <a:path w="6102984" h="2055495">
                  <a:moveTo>
                    <a:pt x="4147058" y="0"/>
                  </a:moveTo>
                  <a:lnTo>
                    <a:pt x="4119892" y="0"/>
                  </a:lnTo>
                  <a:lnTo>
                    <a:pt x="4119892" y="9055"/>
                  </a:lnTo>
                  <a:lnTo>
                    <a:pt x="4147058" y="9055"/>
                  </a:lnTo>
                  <a:lnTo>
                    <a:pt x="4147058" y="0"/>
                  </a:lnTo>
                  <a:close/>
                </a:path>
                <a:path w="6102984" h="2055495">
                  <a:moveTo>
                    <a:pt x="4181652" y="2046363"/>
                  </a:moveTo>
                  <a:lnTo>
                    <a:pt x="4154487" y="2046363"/>
                  </a:lnTo>
                  <a:lnTo>
                    <a:pt x="4154487" y="2055418"/>
                  </a:lnTo>
                  <a:lnTo>
                    <a:pt x="4181652" y="2055418"/>
                  </a:lnTo>
                  <a:lnTo>
                    <a:pt x="4181652" y="2046363"/>
                  </a:lnTo>
                  <a:close/>
                </a:path>
                <a:path w="6102984" h="2055495">
                  <a:moveTo>
                    <a:pt x="4192333" y="0"/>
                  </a:moveTo>
                  <a:lnTo>
                    <a:pt x="4165168" y="0"/>
                  </a:lnTo>
                  <a:lnTo>
                    <a:pt x="4165168" y="9055"/>
                  </a:lnTo>
                  <a:lnTo>
                    <a:pt x="4192333" y="9055"/>
                  </a:lnTo>
                  <a:lnTo>
                    <a:pt x="4192333" y="0"/>
                  </a:lnTo>
                  <a:close/>
                </a:path>
                <a:path w="6102984" h="2055495">
                  <a:moveTo>
                    <a:pt x="4226928" y="2046363"/>
                  </a:moveTo>
                  <a:lnTo>
                    <a:pt x="4199763" y="2046363"/>
                  </a:lnTo>
                  <a:lnTo>
                    <a:pt x="4199763" y="2055418"/>
                  </a:lnTo>
                  <a:lnTo>
                    <a:pt x="4226928" y="2055418"/>
                  </a:lnTo>
                  <a:lnTo>
                    <a:pt x="4226928" y="2046363"/>
                  </a:lnTo>
                  <a:close/>
                </a:path>
                <a:path w="6102984" h="2055495">
                  <a:moveTo>
                    <a:pt x="4237609" y="0"/>
                  </a:moveTo>
                  <a:lnTo>
                    <a:pt x="4210443" y="0"/>
                  </a:lnTo>
                  <a:lnTo>
                    <a:pt x="4210443" y="9055"/>
                  </a:lnTo>
                  <a:lnTo>
                    <a:pt x="4237609" y="9055"/>
                  </a:lnTo>
                  <a:lnTo>
                    <a:pt x="4237609" y="0"/>
                  </a:lnTo>
                  <a:close/>
                </a:path>
                <a:path w="6102984" h="2055495">
                  <a:moveTo>
                    <a:pt x="4272204" y="2046363"/>
                  </a:moveTo>
                  <a:lnTo>
                    <a:pt x="4245038" y="2046363"/>
                  </a:lnTo>
                  <a:lnTo>
                    <a:pt x="4245038" y="2055418"/>
                  </a:lnTo>
                  <a:lnTo>
                    <a:pt x="4272204" y="2055418"/>
                  </a:lnTo>
                  <a:lnTo>
                    <a:pt x="4272204" y="2046363"/>
                  </a:lnTo>
                  <a:close/>
                </a:path>
                <a:path w="6102984" h="2055495">
                  <a:moveTo>
                    <a:pt x="4282884" y="0"/>
                  </a:moveTo>
                  <a:lnTo>
                    <a:pt x="4255719" y="0"/>
                  </a:lnTo>
                  <a:lnTo>
                    <a:pt x="4255719" y="9055"/>
                  </a:lnTo>
                  <a:lnTo>
                    <a:pt x="4282884" y="9055"/>
                  </a:lnTo>
                  <a:lnTo>
                    <a:pt x="4282884" y="0"/>
                  </a:lnTo>
                  <a:close/>
                </a:path>
                <a:path w="6102984" h="2055495">
                  <a:moveTo>
                    <a:pt x="4317466" y="2046363"/>
                  </a:moveTo>
                  <a:lnTo>
                    <a:pt x="4290301" y="2046363"/>
                  </a:lnTo>
                  <a:lnTo>
                    <a:pt x="4290301" y="2055418"/>
                  </a:lnTo>
                  <a:lnTo>
                    <a:pt x="4317466" y="2055418"/>
                  </a:lnTo>
                  <a:lnTo>
                    <a:pt x="4317466" y="2046363"/>
                  </a:lnTo>
                  <a:close/>
                </a:path>
                <a:path w="6102984" h="2055495">
                  <a:moveTo>
                    <a:pt x="4328160" y="0"/>
                  </a:moveTo>
                  <a:lnTo>
                    <a:pt x="4300994" y="0"/>
                  </a:lnTo>
                  <a:lnTo>
                    <a:pt x="4300994" y="9055"/>
                  </a:lnTo>
                  <a:lnTo>
                    <a:pt x="4328160" y="9055"/>
                  </a:lnTo>
                  <a:lnTo>
                    <a:pt x="4328160" y="0"/>
                  </a:lnTo>
                  <a:close/>
                </a:path>
                <a:path w="6102984" h="2055495">
                  <a:moveTo>
                    <a:pt x="4362742" y="2046363"/>
                  </a:moveTo>
                  <a:lnTo>
                    <a:pt x="4335577" y="2046363"/>
                  </a:lnTo>
                  <a:lnTo>
                    <a:pt x="4335577" y="2055418"/>
                  </a:lnTo>
                  <a:lnTo>
                    <a:pt x="4362742" y="2055418"/>
                  </a:lnTo>
                  <a:lnTo>
                    <a:pt x="4362742" y="2046363"/>
                  </a:lnTo>
                  <a:close/>
                </a:path>
                <a:path w="6102984" h="2055495">
                  <a:moveTo>
                    <a:pt x="4373435" y="0"/>
                  </a:moveTo>
                  <a:lnTo>
                    <a:pt x="4346270" y="0"/>
                  </a:lnTo>
                  <a:lnTo>
                    <a:pt x="4346270" y="9055"/>
                  </a:lnTo>
                  <a:lnTo>
                    <a:pt x="4373435" y="9055"/>
                  </a:lnTo>
                  <a:lnTo>
                    <a:pt x="4373435" y="0"/>
                  </a:lnTo>
                  <a:close/>
                </a:path>
                <a:path w="6102984" h="2055495">
                  <a:moveTo>
                    <a:pt x="4408017" y="2046363"/>
                  </a:moveTo>
                  <a:lnTo>
                    <a:pt x="4380852" y="2046363"/>
                  </a:lnTo>
                  <a:lnTo>
                    <a:pt x="4380852" y="2055418"/>
                  </a:lnTo>
                  <a:lnTo>
                    <a:pt x="4408017" y="2055418"/>
                  </a:lnTo>
                  <a:lnTo>
                    <a:pt x="4408017" y="2046363"/>
                  </a:lnTo>
                  <a:close/>
                </a:path>
                <a:path w="6102984" h="2055495">
                  <a:moveTo>
                    <a:pt x="4418698" y="0"/>
                  </a:moveTo>
                  <a:lnTo>
                    <a:pt x="4391533" y="0"/>
                  </a:lnTo>
                  <a:lnTo>
                    <a:pt x="4391533" y="9055"/>
                  </a:lnTo>
                  <a:lnTo>
                    <a:pt x="4418698" y="9055"/>
                  </a:lnTo>
                  <a:lnTo>
                    <a:pt x="4418698" y="0"/>
                  </a:lnTo>
                  <a:close/>
                </a:path>
                <a:path w="6102984" h="2055495">
                  <a:moveTo>
                    <a:pt x="4453293" y="2046363"/>
                  </a:moveTo>
                  <a:lnTo>
                    <a:pt x="4426128" y="2046363"/>
                  </a:lnTo>
                  <a:lnTo>
                    <a:pt x="4426128" y="2055418"/>
                  </a:lnTo>
                  <a:lnTo>
                    <a:pt x="4453293" y="2055418"/>
                  </a:lnTo>
                  <a:lnTo>
                    <a:pt x="4453293" y="2046363"/>
                  </a:lnTo>
                  <a:close/>
                </a:path>
                <a:path w="6102984" h="2055495">
                  <a:moveTo>
                    <a:pt x="4463974" y="0"/>
                  </a:moveTo>
                  <a:lnTo>
                    <a:pt x="4436808" y="0"/>
                  </a:lnTo>
                  <a:lnTo>
                    <a:pt x="4436808" y="9055"/>
                  </a:lnTo>
                  <a:lnTo>
                    <a:pt x="4463974" y="9055"/>
                  </a:lnTo>
                  <a:lnTo>
                    <a:pt x="4463974" y="0"/>
                  </a:lnTo>
                  <a:close/>
                </a:path>
                <a:path w="6102984" h="2055495">
                  <a:moveTo>
                    <a:pt x="4498568" y="2046363"/>
                  </a:moveTo>
                  <a:lnTo>
                    <a:pt x="4471403" y="2046363"/>
                  </a:lnTo>
                  <a:lnTo>
                    <a:pt x="4471403" y="2055418"/>
                  </a:lnTo>
                  <a:lnTo>
                    <a:pt x="4498568" y="2055418"/>
                  </a:lnTo>
                  <a:lnTo>
                    <a:pt x="4498568" y="2046363"/>
                  </a:lnTo>
                  <a:close/>
                </a:path>
                <a:path w="6102984" h="2055495">
                  <a:moveTo>
                    <a:pt x="4509249" y="0"/>
                  </a:moveTo>
                  <a:lnTo>
                    <a:pt x="4482084" y="0"/>
                  </a:lnTo>
                  <a:lnTo>
                    <a:pt x="4482084" y="9055"/>
                  </a:lnTo>
                  <a:lnTo>
                    <a:pt x="4509249" y="9055"/>
                  </a:lnTo>
                  <a:lnTo>
                    <a:pt x="4509249" y="0"/>
                  </a:lnTo>
                  <a:close/>
                </a:path>
                <a:path w="6102984" h="2055495">
                  <a:moveTo>
                    <a:pt x="4543844" y="2046363"/>
                  </a:moveTo>
                  <a:lnTo>
                    <a:pt x="4516679" y="2046363"/>
                  </a:lnTo>
                  <a:lnTo>
                    <a:pt x="4516679" y="2055418"/>
                  </a:lnTo>
                  <a:lnTo>
                    <a:pt x="4543844" y="2055418"/>
                  </a:lnTo>
                  <a:lnTo>
                    <a:pt x="4543844" y="2046363"/>
                  </a:lnTo>
                  <a:close/>
                </a:path>
                <a:path w="6102984" h="2055495">
                  <a:moveTo>
                    <a:pt x="4554525" y="0"/>
                  </a:moveTo>
                  <a:lnTo>
                    <a:pt x="4527359" y="0"/>
                  </a:lnTo>
                  <a:lnTo>
                    <a:pt x="4527359" y="9055"/>
                  </a:lnTo>
                  <a:lnTo>
                    <a:pt x="4554525" y="9055"/>
                  </a:lnTo>
                  <a:lnTo>
                    <a:pt x="4554525" y="0"/>
                  </a:lnTo>
                  <a:close/>
                </a:path>
                <a:path w="6102984" h="2055495">
                  <a:moveTo>
                    <a:pt x="4589107" y="2046363"/>
                  </a:moveTo>
                  <a:lnTo>
                    <a:pt x="4561954" y="2046363"/>
                  </a:lnTo>
                  <a:lnTo>
                    <a:pt x="4561954" y="2055418"/>
                  </a:lnTo>
                  <a:lnTo>
                    <a:pt x="4589107" y="2055418"/>
                  </a:lnTo>
                  <a:lnTo>
                    <a:pt x="4589107" y="2046363"/>
                  </a:lnTo>
                  <a:close/>
                </a:path>
                <a:path w="6102984" h="2055495">
                  <a:moveTo>
                    <a:pt x="4599800" y="0"/>
                  </a:moveTo>
                  <a:lnTo>
                    <a:pt x="4572635" y="0"/>
                  </a:lnTo>
                  <a:lnTo>
                    <a:pt x="4572635" y="9055"/>
                  </a:lnTo>
                  <a:lnTo>
                    <a:pt x="4599800" y="9055"/>
                  </a:lnTo>
                  <a:lnTo>
                    <a:pt x="4599800" y="0"/>
                  </a:lnTo>
                  <a:close/>
                </a:path>
                <a:path w="6102984" h="2055495">
                  <a:moveTo>
                    <a:pt x="4634382" y="2046363"/>
                  </a:moveTo>
                  <a:lnTo>
                    <a:pt x="4607217" y="2046363"/>
                  </a:lnTo>
                  <a:lnTo>
                    <a:pt x="4607217" y="2055418"/>
                  </a:lnTo>
                  <a:lnTo>
                    <a:pt x="4634382" y="2055418"/>
                  </a:lnTo>
                  <a:lnTo>
                    <a:pt x="4634382" y="2046363"/>
                  </a:lnTo>
                  <a:close/>
                </a:path>
                <a:path w="6102984" h="2055495">
                  <a:moveTo>
                    <a:pt x="4645076" y="0"/>
                  </a:moveTo>
                  <a:lnTo>
                    <a:pt x="4617910" y="0"/>
                  </a:lnTo>
                  <a:lnTo>
                    <a:pt x="4617910" y="9055"/>
                  </a:lnTo>
                  <a:lnTo>
                    <a:pt x="4645076" y="9055"/>
                  </a:lnTo>
                  <a:lnTo>
                    <a:pt x="4645076" y="0"/>
                  </a:lnTo>
                  <a:close/>
                </a:path>
                <a:path w="6102984" h="2055495">
                  <a:moveTo>
                    <a:pt x="4679658" y="2046363"/>
                  </a:moveTo>
                  <a:lnTo>
                    <a:pt x="4652492" y="2046363"/>
                  </a:lnTo>
                  <a:lnTo>
                    <a:pt x="4652492" y="2055418"/>
                  </a:lnTo>
                  <a:lnTo>
                    <a:pt x="4679658" y="2055418"/>
                  </a:lnTo>
                  <a:lnTo>
                    <a:pt x="4679658" y="2046363"/>
                  </a:lnTo>
                  <a:close/>
                </a:path>
                <a:path w="6102984" h="2055495">
                  <a:moveTo>
                    <a:pt x="4690338" y="0"/>
                  </a:moveTo>
                  <a:lnTo>
                    <a:pt x="4663186" y="0"/>
                  </a:lnTo>
                  <a:lnTo>
                    <a:pt x="4663186" y="9055"/>
                  </a:lnTo>
                  <a:lnTo>
                    <a:pt x="4690338" y="9055"/>
                  </a:lnTo>
                  <a:lnTo>
                    <a:pt x="4690338" y="0"/>
                  </a:lnTo>
                  <a:close/>
                </a:path>
                <a:path w="6102984" h="2055495">
                  <a:moveTo>
                    <a:pt x="4724933" y="2046363"/>
                  </a:moveTo>
                  <a:lnTo>
                    <a:pt x="4697768" y="2046363"/>
                  </a:lnTo>
                  <a:lnTo>
                    <a:pt x="4697768" y="2055418"/>
                  </a:lnTo>
                  <a:lnTo>
                    <a:pt x="4724933" y="2055418"/>
                  </a:lnTo>
                  <a:lnTo>
                    <a:pt x="4724933" y="2046363"/>
                  </a:lnTo>
                  <a:close/>
                </a:path>
                <a:path w="6102984" h="2055495">
                  <a:moveTo>
                    <a:pt x="4735614" y="0"/>
                  </a:moveTo>
                  <a:lnTo>
                    <a:pt x="4708449" y="0"/>
                  </a:lnTo>
                  <a:lnTo>
                    <a:pt x="4708449" y="9055"/>
                  </a:lnTo>
                  <a:lnTo>
                    <a:pt x="4735614" y="9055"/>
                  </a:lnTo>
                  <a:lnTo>
                    <a:pt x="4735614" y="0"/>
                  </a:lnTo>
                  <a:close/>
                </a:path>
                <a:path w="6102984" h="2055495">
                  <a:moveTo>
                    <a:pt x="4770209" y="2046363"/>
                  </a:moveTo>
                  <a:lnTo>
                    <a:pt x="4743043" y="2046363"/>
                  </a:lnTo>
                  <a:lnTo>
                    <a:pt x="4743043" y="2055418"/>
                  </a:lnTo>
                  <a:lnTo>
                    <a:pt x="4770209" y="2055418"/>
                  </a:lnTo>
                  <a:lnTo>
                    <a:pt x="4770209" y="2046363"/>
                  </a:lnTo>
                  <a:close/>
                </a:path>
                <a:path w="6102984" h="2055495">
                  <a:moveTo>
                    <a:pt x="4780889" y="0"/>
                  </a:moveTo>
                  <a:lnTo>
                    <a:pt x="4753724" y="0"/>
                  </a:lnTo>
                  <a:lnTo>
                    <a:pt x="4753724" y="9055"/>
                  </a:lnTo>
                  <a:lnTo>
                    <a:pt x="4780889" y="9055"/>
                  </a:lnTo>
                  <a:lnTo>
                    <a:pt x="4780889" y="0"/>
                  </a:lnTo>
                  <a:close/>
                </a:path>
                <a:path w="6102984" h="2055495">
                  <a:moveTo>
                    <a:pt x="4815484" y="2046363"/>
                  </a:moveTo>
                  <a:lnTo>
                    <a:pt x="4788319" y="2046363"/>
                  </a:lnTo>
                  <a:lnTo>
                    <a:pt x="4788319" y="2055418"/>
                  </a:lnTo>
                  <a:lnTo>
                    <a:pt x="4815484" y="2055418"/>
                  </a:lnTo>
                  <a:lnTo>
                    <a:pt x="4815484" y="2046363"/>
                  </a:lnTo>
                  <a:close/>
                </a:path>
                <a:path w="6102984" h="2055495">
                  <a:moveTo>
                    <a:pt x="4826165" y="0"/>
                  </a:moveTo>
                  <a:lnTo>
                    <a:pt x="4799000" y="0"/>
                  </a:lnTo>
                  <a:lnTo>
                    <a:pt x="4799000" y="9055"/>
                  </a:lnTo>
                  <a:lnTo>
                    <a:pt x="4826165" y="9055"/>
                  </a:lnTo>
                  <a:lnTo>
                    <a:pt x="4826165" y="0"/>
                  </a:lnTo>
                  <a:close/>
                </a:path>
                <a:path w="6102984" h="2055495">
                  <a:moveTo>
                    <a:pt x="4860760" y="2046363"/>
                  </a:moveTo>
                  <a:lnTo>
                    <a:pt x="4833594" y="2046363"/>
                  </a:lnTo>
                  <a:lnTo>
                    <a:pt x="4833594" y="2055418"/>
                  </a:lnTo>
                  <a:lnTo>
                    <a:pt x="4860760" y="2055418"/>
                  </a:lnTo>
                  <a:lnTo>
                    <a:pt x="4860760" y="2046363"/>
                  </a:lnTo>
                  <a:close/>
                </a:path>
                <a:path w="6102984" h="2055495">
                  <a:moveTo>
                    <a:pt x="4871440" y="0"/>
                  </a:moveTo>
                  <a:lnTo>
                    <a:pt x="4844275" y="0"/>
                  </a:lnTo>
                  <a:lnTo>
                    <a:pt x="4844275" y="9055"/>
                  </a:lnTo>
                  <a:lnTo>
                    <a:pt x="4871440" y="9055"/>
                  </a:lnTo>
                  <a:lnTo>
                    <a:pt x="4871440" y="0"/>
                  </a:lnTo>
                  <a:close/>
                </a:path>
                <a:path w="6102984" h="2055495">
                  <a:moveTo>
                    <a:pt x="4906022" y="2046363"/>
                  </a:moveTo>
                  <a:lnTo>
                    <a:pt x="4878870" y="2046363"/>
                  </a:lnTo>
                  <a:lnTo>
                    <a:pt x="4878870" y="2055418"/>
                  </a:lnTo>
                  <a:lnTo>
                    <a:pt x="4906022" y="2055418"/>
                  </a:lnTo>
                  <a:lnTo>
                    <a:pt x="4906022" y="2046363"/>
                  </a:lnTo>
                  <a:close/>
                </a:path>
                <a:path w="6102984" h="2055495">
                  <a:moveTo>
                    <a:pt x="4916716" y="0"/>
                  </a:moveTo>
                  <a:lnTo>
                    <a:pt x="4889551" y="0"/>
                  </a:lnTo>
                  <a:lnTo>
                    <a:pt x="4889551" y="9055"/>
                  </a:lnTo>
                  <a:lnTo>
                    <a:pt x="4916716" y="9055"/>
                  </a:lnTo>
                  <a:lnTo>
                    <a:pt x="4916716" y="0"/>
                  </a:lnTo>
                  <a:close/>
                </a:path>
                <a:path w="6102984" h="2055495">
                  <a:moveTo>
                    <a:pt x="4951298" y="2046363"/>
                  </a:moveTo>
                  <a:lnTo>
                    <a:pt x="4924133" y="2046363"/>
                  </a:lnTo>
                  <a:lnTo>
                    <a:pt x="4924133" y="2055418"/>
                  </a:lnTo>
                  <a:lnTo>
                    <a:pt x="4951298" y="2055418"/>
                  </a:lnTo>
                  <a:lnTo>
                    <a:pt x="4951298" y="2046363"/>
                  </a:lnTo>
                  <a:close/>
                </a:path>
                <a:path w="6102984" h="2055495">
                  <a:moveTo>
                    <a:pt x="4961991" y="0"/>
                  </a:moveTo>
                  <a:lnTo>
                    <a:pt x="4934826" y="0"/>
                  </a:lnTo>
                  <a:lnTo>
                    <a:pt x="4934826" y="9055"/>
                  </a:lnTo>
                  <a:lnTo>
                    <a:pt x="4961991" y="9055"/>
                  </a:lnTo>
                  <a:lnTo>
                    <a:pt x="4961991" y="0"/>
                  </a:lnTo>
                  <a:close/>
                </a:path>
                <a:path w="6102984" h="2055495">
                  <a:moveTo>
                    <a:pt x="4996573" y="2046363"/>
                  </a:moveTo>
                  <a:lnTo>
                    <a:pt x="4969408" y="2046363"/>
                  </a:lnTo>
                  <a:lnTo>
                    <a:pt x="4969408" y="2055418"/>
                  </a:lnTo>
                  <a:lnTo>
                    <a:pt x="4996573" y="2055418"/>
                  </a:lnTo>
                  <a:lnTo>
                    <a:pt x="4996573" y="2046363"/>
                  </a:lnTo>
                  <a:close/>
                </a:path>
                <a:path w="6102984" h="2055495">
                  <a:moveTo>
                    <a:pt x="5007254" y="0"/>
                  </a:moveTo>
                  <a:lnTo>
                    <a:pt x="4980089" y="0"/>
                  </a:lnTo>
                  <a:lnTo>
                    <a:pt x="4980089" y="9055"/>
                  </a:lnTo>
                  <a:lnTo>
                    <a:pt x="5007254" y="9055"/>
                  </a:lnTo>
                  <a:lnTo>
                    <a:pt x="5007254" y="0"/>
                  </a:lnTo>
                  <a:close/>
                </a:path>
                <a:path w="6102984" h="2055495">
                  <a:moveTo>
                    <a:pt x="5041849" y="2046363"/>
                  </a:moveTo>
                  <a:lnTo>
                    <a:pt x="5014684" y="2046363"/>
                  </a:lnTo>
                  <a:lnTo>
                    <a:pt x="5014684" y="2055418"/>
                  </a:lnTo>
                  <a:lnTo>
                    <a:pt x="5041849" y="2055418"/>
                  </a:lnTo>
                  <a:lnTo>
                    <a:pt x="5041849" y="2046363"/>
                  </a:lnTo>
                  <a:close/>
                </a:path>
                <a:path w="6102984" h="2055495">
                  <a:moveTo>
                    <a:pt x="5052530" y="0"/>
                  </a:moveTo>
                  <a:lnTo>
                    <a:pt x="5025364" y="0"/>
                  </a:lnTo>
                  <a:lnTo>
                    <a:pt x="5025364" y="9055"/>
                  </a:lnTo>
                  <a:lnTo>
                    <a:pt x="5052530" y="9055"/>
                  </a:lnTo>
                  <a:lnTo>
                    <a:pt x="5052530" y="0"/>
                  </a:lnTo>
                  <a:close/>
                </a:path>
                <a:path w="6102984" h="2055495">
                  <a:moveTo>
                    <a:pt x="5087124" y="2046363"/>
                  </a:moveTo>
                  <a:lnTo>
                    <a:pt x="5059959" y="2046363"/>
                  </a:lnTo>
                  <a:lnTo>
                    <a:pt x="5059959" y="2055418"/>
                  </a:lnTo>
                  <a:lnTo>
                    <a:pt x="5087124" y="2055418"/>
                  </a:lnTo>
                  <a:lnTo>
                    <a:pt x="5087124" y="2046363"/>
                  </a:lnTo>
                  <a:close/>
                </a:path>
                <a:path w="6102984" h="2055495">
                  <a:moveTo>
                    <a:pt x="5097805" y="0"/>
                  </a:moveTo>
                  <a:lnTo>
                    <a:pt x="5070640" y="0"/>
                  </a:lnTo>
                  <a:lnTo>
                    <a:pt x="5070640" y="9055"/>
                  </a:lnTo>
                  <a:lnTo>
                    <a:pt x="5097805" y="9055"/>
                  </a:lnTo>
                  <a:lnTo>
                    <a:pt x="5097805" y="0"/>
                  </a:lnTo>
                  <a:close/>
                </a:path>
                <a:path w="6102984" h="2055495">
                  <a:moveTo>
                    <a:pt x="5132400" y="2046363"/>
                  </a:moveTo>
                  <a:lnTo>
                    <a:pt x="5105235" y="2046363"/>
                  </a:lnTo>
                  <a:lnTo>
                    <a:pt x="5105235" y="2055418"/>
                  </a:lnTo>
                  <a:lnTo>
                    <a:pt x="5132400" y="2055418"/>
                  </a:lnTo>
                  <a:lnTo>
                    <a:pt x="5132400" y="2046363"/>
                  </a:lnTo>
                  <a:close/>
                </a:path>
                <a:path w="6102984" h="2055495">
                  <a:moveTo>
                    <a:pt x="5143081" y="0"/>
                  </a:moveTo>
                  <a:lnTo>
                    <a:pt x="5115915" y="0"/>
                  </a:lnTo>
                  <a:lnTo>
                    <a:pt x="5115915" y="9055"/>
                  </a:lnTo>
                  <a:lnTo>
                    <a:pt x="5143081" y="9055"/>
                  </a:lnTo>
                  <a:lnTo>
                    <a:pt x="5143081" y="0"/>
                  </a:lnTo>
                  <a:close/>
                </a:path>
                <a:path w="6102984" h="2055495">
                  <a:moveTo>
                    <a:pt x="5177663" y="2046363"/>
                  </a:moveTo>
                  <a:lnTo>
                    <a:pt x="5150510" y="2046363"/>
                  </a:lnTo>
                  <a:lnTo>
                    <a:pt x="5150510" y="2055418"/>
                  </a:lnTo>
                  <a:lnTo>
                    <a:pt x="5177663" y="2055418"/>
                  </a:lnTo>
                  <a:lnTo>
                    <a:pt x="5177663" y="2046363"/>
                  </a:lnTo>
                  <a:close/>
                </a:path>
                <a:path w="6102984" h="2055495">
                  <a:moveTo>
                    <a:pt x="5188356" y="0"/>
                  </a:moveTo>
                  <a:lnTo>
                    <a:pt x="5161191" y="0"/>
                  </a:lnTo>
                  <a:lnTo>
                    <a:pt x="5161191" y="9055"/>
                  </a:lnTo>
                  <a:lnTo>
                    <a:pt x="5188356" y="9055"/>
                  </a:lnTo>
                  <a:lnTo>
                    <a:pt x="5188356" y="0"/>
                  </a:lnTo>
                  <a:close/>
                </a:path>
                <a:path w="6102984" h="2055495">
                  <a:moveTo>
                    <a:pt x="5222938" y="2046363"/>
                  </a:moveTo>
                  <a:lnTo>
                    <a:pt x="5195773" y="2046363"/>
                  </a:lnTo>
                  <a:lnTo>
                    <a:pt x="5195773" y="2055418"/>
                  </a:lnTo>
                  <a:lnTo>
                    <a:pt x="5222938" y="2055418"/>
                  </a:lnTo>
                  <a:lnTo>
                    <a:pt x="5222938" y="2046363"/>
                  </a:lnTo>
                  <a:close/>
                </a:path>
                <a:path w="6102984" h="2055495">
                  <a:moveTo>
                    <a:pt x="5233632" y="0"/>
                  </a:moveTo>
                  <a:lnTo>
                    <a:pt x="5206466" y="0"/>
                  </a:lnTo>
                  <a:lnTo>
                    <a:pt x="5206466" y="9055"/>
                  </a:lnTo>
                  <a:lnTo>
                    <a:pt x="5233632" y="9055"/>
                  </a:lnTo>
                  <a:lnTo>
                    <a:pt x="5233632" y="0"/>
                  </a:lnTo>
                  <a:close/>
                </a:path>
                <a:path w="6102984" h="2055495">
                  <a:moveTo>
                    <a:pt x="5268214" y="2046363"/>
                  </a:moveTo>
                  <a:lnTo>
                    <a:pt x="5241048" y="2046363"/>
                  </a:lnTo>
                  <a:lnTo>
                    <a:pt x="5241048" y="2055418"/>
                  </a:lnTo>
                  <a:lnTo>
                    <a:pt x="5268214" y="2055418"/>
                  </a:lnTo>
                  <a:lnTo>
                    <a:pt x="5268214" y="2046363"/>
                  </a:lnTo>
                  <a:close/>
                </a:path>
                <a:path w="6102984" h="2055495">
                  <a:moveTo>
                    <a:pt x="5278894" y="0"/>
                  </a:moveTo>
                  <a:lnTo>
                    <a:pt x="5251742" y="0"/>
                  </a:lnTo>
                  <a:lnTo>
                    <a:pt x="5251742" y="9055"/>
                  </a:lnTo>
                  <a:lnTo>
                    <a:pt x="5278894" y="9055"/>
                  </a:lnTo>
                  <a:lnTo>
                    <a:pt x="5278894" y="0"/>
                  </a:lnTo>
                  <a:close/>
                </a:path>
                <a:path w="6102984" h="2055495">
                  <a:moveTo>
                    <a:pt x="5313489" y="2046363"/>
                  </a:moveTo>
                  <a:lnTo>
                    <a:pt x="5286324" y="2046363"/>
                  </a:lnTo>
                  <a:lnTo>
                    <a:pt x="5286324" y="2055418"/>
                  </a:lnTo>
                  <a:lnTo>
                    <a:pt x="5313489" y="2055418"/>
                  </a:lnTo>
                  <a:lnTo>
                    <a:pt x="5313489" y="2046363"/>
                  </a:lnTo>
                  <a:close/>
                </a:path>
                <a:path w="6102984" h="2055495">
                  <a:moveTo>
                    <a:pt x="5324170" y="0"/>
                  </a:moveTo>
                  <a:lnTo>
                    <a:pt x="5297005" y="0"/>
                  </a:lnTo>
                  <a:lnTo>
                    <a:pt x="5297005" y="9055"/>
                  </a:lnTo>
                  <a:lnTo>
                    <a:pt x="5324170" y="9055"/>
                  </a:lnTo>
                  <a:lnTo>
                    <a:pt x="5324170" y="0"/>
                  </a:lnTo>
                  <a:close/>
                </a:path>
                <a:path w="6102984" h="2055495">
                  <a:moveTo>
                    <a:pt x="5358765" y="2046363"/>
                  </a:moveTo>
                  <a:lnTo>
                    <a:pt x="5331599" y="2046363"/>
                  </a:lnTo>
                  <a:lnTo>
                    <a:pt x="5331599" y="2055418"/>
                  </a:lnTo>
                  <a:lnTo>
                    <a:pt x="5358765" y="2055418"/>
                  </a:lnTo>
                  <a:lnTo>
                    <a:pt x="5358765" y="2046363"/>
                  </a:lnTo>
                  <a:close/>
                </a:path>
                <a:path w="6102984" h="2055495">
                  <a:moveTo>
                    <a:pt x="5369445" y="0"/>
                  </a:moveTo>
                  <a:lnTo>
                    <a:pt x="5342280" y="0"/>
                  </a:lnTo>
                  <a:lnTo>
                    <a:pt x="5342280" y="9055"/>
                  </a:lnTo>
                  <a:lnTo>
                    <a:pt x="5369445" y="9055"/>
                  </a:lnTo>
                  <a:lnTo>
                    <a:pt x="5369445" y="0"/>
                  </a:lnTo>
                  <a:close/>
                </a:path>
                <a:path w="6102984" h="2055495">
                  <a:moveTo>
                    <a:pt x="5404040" y="2046363"/>
                  </a:moveTo>
                  <a:lnTo>
                    <a:pt x="5376875" y="2046363"/>
                  </a:lnTo>
                  <a:lnTo>
                    <a:pt x="5376875" y="2055418"/>
                  </a:lnTo>
                  <a:lnTo>
                    <a:pt x="5404040" y="2055418"/>
                  </a:lnTo>
                  <a:lnTo>
                    <a:pt x="5404040" y="2046363"/>
                  </a:lnTo>
                  <a:close/>
                </a:path>
                <a:path w="6102984" h="2055495">
                  <a:moveTo>
                    <a:pt x="5414721" y="0"/>
                  </a:moveTo>
                  <a:lnTo>
                    <a:pt x="5387556" y="0"/>
                  </a:lnTo>
                  <a:lnTo>
                    <a:pt x="5387556" y="9055"/>
                  </a:lnTo>
                  <a:lnTo>
                    <a:pt x="5414721" y="9055"/>
                  </a:lnTo>
                  <a:lnTo>
                    <a:pt x="5414721" y="0"/>
                  </a:lnTo>
                  <a:close/>
                </a:path>
                <a:path w="6102984" h="2055495">
                  <a:moveTo>
                    <a:pt x="5449316" y="2046363"/>
                  </a:moveTo>
                  <a:lnTo>
                    <a:pt x="5422150" y="2046363"/>
                  </a:lnTo>
                  <a:lnTo>
                    <a:pt x="5422150" y="2055418"/>
                  </a:lnTo>
                  <a:lnTo>
                    <a:pt x="5449316" y="2055418"/>
                  </a:lnTo>
                  <a:lnTo>
                    <a:pt x="5449316" y="2046363"/>
                  </a:lnTo>
                  <a:close/>
                </a:path>
                <a:path w="6102984" h="2055495">
                  <a:moveTo>
                    <a:pt x="5459996" y="0"/>
                  </a:moveTo>
                  <a:lnTo>
                    <a:pt x="5432831" y="0"/>
                  </a:lnTo>
                  <a:lnTo>
                    <a:pt x="5432831" y="9055"/>
                  </a:lnTo>
                  <a:lnTo>
                    <a:pt x="5459996" y="9055"/>
                  </a:lnTo>
                  <a:lnTo>
                    <a:pt x="5459996" y="0"/>
                  </a:lnTo>
                  <a:close/>
                </a:path>
                <a:path w="6102984" h="2055495">
                  <a:moveTo>
                    <a:pt x="5494579" y="2046363"/>
                  </a:moveTo>
                  <a:lnTo>
                    <a:pt x="5467426" y="2046363"/>
                  </a:lnTo>
                  <a:lnTo>
                    <a:pt x="5467426" y="2055418"/>
                  </a:lnTo>
                  <a:lnTo>
                    <a:pt x="5494579" y="2055418"/>
                  </a:lnTo>
                  <a:lnTo>
                    <a:pt x="5494579" y="2046363"/>
                  </a:lnTo>
                  <a:close/>
                </a:path>
                <a:path w="6102984" h="2055495">
                  <a:moveTo>
                    <a:pt x="5505272" y="0"/>
                  </a:moveTo>
                  <a:lnTo>
                    <a:pt x="5478107" y="0"/>
                  </a:lnTo>
                  <a:lnTo>
                    <a:pt x="5478107" y="9055"/>
                  </a:lnTo>
                  <a:lnTo>
                    <a:pt x="5505272" y="9055"/>
                  </a:lnTo>
                  <a:lnTo>
                    <a:pt x="5505272" y="0"/>
                  </a:lnTo>
                  <a:close/>
                </a:path>
                <a:path w="6102984" h="2055495">
                  <a:moveTo>
                    <a:pt x="5539854" y="2046363"/>
                  </a:moveTo>
                  <a:lnTo>
                    <a:pt x="5512689" y="2046363"/>
                  </a:lnTo>
                  <a:lnTo>
                    <a:pt x="5512689" y="2055418"/>
                  </a:lnTo>
                  <a:lnTo>
                    <a:pt x="5539854" y="2055418"/>
                  </a:lnTo>
                  <a:lnTo>
                    <a:pt x="5539854" y="2046363"/>
                  </a:lnTo>
                  <a:close/>
                </a:path>
                <a:path w="6102984" h="2055495">
                  <a:moveTo>
                    <a:pt x="5550547" y="0"/>
                  </a:moveTo>
                  <a:lnTo>
                    <a:pt x="5523382" y="0"/>
                  </a:lnTo>
                  <a:lnTo>
                    <a:pt x="5523382" y="9055"/>
                  </a:lnTo>
                  <a:lnTo>
                    <a:pt x="5550547" y="9055"/>
                  </a:lnTo>
                  <a:lnTo>
                    <a:pt x="5550547" y="0"/>
                  </a:lnTo>
                  <a:close/>
                </a:path>
                <a:path w="6102984" h="2055495">
                  <a:moveTo>
                    <a:pt x="5585130" y="2046363"/>
                  </a:moveTo>
                  <a:lnTo>
                    <a:pt x="5557964" y="2046363"/>
                  </a:lnTo>
                  <a:lnTo>
                    <a:pt x="5557964" y="2055418"/>
                  </a:lnTo>
                  <a:lnTo>
                    <a:pt x="5585130" y="2055418"/>
                  </a:lnTo>
                  <a:lnTo>
                    <a:pt x="5585130" y="2046363"/>
                  </a:lnTo>
                  <a:close/>
                </a:path>
                <a:path w="6102984" h="2055495">
                  <a:moveTo>
                    <a:pt x="5595810" y="0"/>
                  </a:moveTo>
                  <a:lnTo>
                    <a:pt x="5568645" y="0"/>
                  </a:lnTo>
                  <a:lnTo>
                    <a:pt x="5568645" y="9055"/>
                  </a:lnTo>
                  <a:lnTo>
                    <a:pt x="5595810" y="9055"/>
                  </a:lnTo>
                  <a:lnTo>
                    <a:pt x="5595810" y="0"/>
                  </a:lnTo>
                  <a:close/>
                </a:path>
                <a:path w="6102984" h="2055495">
                  <a:moveTo>
                    <a:pt x="5630405" y="2046363"/>
                  </a:moveTo>
                  <a:lnTo>
                    <a:pt x="5603240" y="2046363"/>
                  </a:lnTo>
                  <a:lnTo>
                    <a:pt x="5603240" y="2055418"/>
                  </a:lnTo>
                  <a:lnTo>
                    <a:pt x="5630405" y="2055418"/>
                  </a:lnTo>
                  <a:lnTo>
                    <a:pt x="5630405" y="2046363"/>
                  </a:lnTo>
                  <a:close/>
                </a:path>
                <a:path w="6102984" h="2055495">
                  <a:moveTo>
                    <a:pt x="5641086" y="0"/>
                  </a:moveTo>
                  <a:lnTo>
                    <a:pt x="5613920" y="0"/>
                  </a:lnTo>
                  <a:lnTo>
                    <a:pt x="5613920" y="9055"/>
                  </a:lnTo>
                  <a:lnTo>
                    <a:pt x="5641086" y="9055"/>
                  </a:lnTo>
                  <a:lnTo>
                    <a:pt x="5641086" y="0"/>
                  </a:lnTo>
                  <a:close/>
                </a:path>
                <a:path w="6102984" h="2055495">
                  <a:moveTo>
                    <a:pt x="5675681" y="2046363"/>
                  </a:moveTo>
                  <a:lnTo>
                    <a:pt x="5648515" y="2046363"/>
                  </a:lnTo>
                  <a:lnTo>
                    <a:pt x="5648515" y="2055418"/>
                  </a:lnTo>
                  <a:lnTo>
                    <a:pt x="5675681" y="2055418"/>
                  </a:lnTo>
                  <a:lnTo>
                    <a:pt x="5675681" y="2046363"/>
                  </a:lnTo>
                  <a:close/>
                </a:path>
                <a:path w="6102984" h="2055495">
                  <a:moveTo>
                    <a:pt x="5686361" y="0"/>
                  </a:moveTo>
                  <a:lnTo>
                    <a:pt x="5659196" y="0"/>
                  </a:lnTo>
                  <a:lnTo>
                    <a:pt x="5659196" y="9055"/>
                  </a:lnTo>
                  <a:lnTo>
                    <a:pt x="5686361" y="9055"/>
                  </a:lnTo>
                  <a:lnTo>
                    <a:pt x="5686361" y="0"/>
                  </a:lnTo>
                  <a:close/>
                </a:path>
                <a:path w="6102984" h="2055495">
                  <a:moveTo>
                    <a:pt x="5720956" y="2046363"/>
                  </a:moveTo>
                  <a:lnTo>
                    <a:pt x="5693791" y="2046363"/>
                  </a:lnTo>
                  <a:lnTo>
                    <a:pt x="5693791" y="2055418"/>
                  </a:lnTo>
                  <a:lnTo>
                    <a:pt x="5720956" y="2055418"/>
                  </a:lnTo>
                  <a:lnTo>
                    <a:pt x="5720956" y="2046363"/>
                  </a:lnTo>
                  <a:close/>
                </a:path>
                <a:path w="6102984" h="2055495">
                  <a:moveTo>
                    <a:pt x="5731637" y="0"/>
                  </a:moveTo>
                  <a:lnTo>
                    <a:pt x="5704471" y="0"/>
                  </a:lnTo>
                  <a:lnTo>
                    <a:pt x="5704471" y="9055"/>
                  </a:lnTo>
                  <a:lnTo>
                    <a:pt x="5731637" y="9055"/>
                  </a:lnTo>
                  <a:lnTo>
                    <a:pt x="5731637" y="0"/>
                  </a:lnTo>
                  <a:close/>
                </a:path>
                <a:path w="6102984" h="2055495">
                  <a:moveTo>
                    <a:pt x="5766232" y="2046363"/>
                  </a:moveTo>
                  <a:lnTo>
                    <a:pt x="5739066" y="2046363"/>
                  </a:lnTo>
                  <a:lnTo>
                    <a:pt x="5739066" y="2055418"/>
                  </a:lnTo>
                  <a:lnTo>
                    <a:pt x="5766232" y="2055418"/>
                  </a:lnTo>
                  <a:lnTo>
                    <a:pt x="5766232" y="2046363"/>
                  </a:lnTo>
                  <a:close/>
                </a:path>
                <a:path w="6102984" h="2055495">
                  <a:moveTo>
                    <a:pt x="5776912" y="0"/>
                  </a:moveTo>
                  <a:lnTo>
                    <a:pt x="5749747" y="0"/>
                  </a:lnTo>
                  <a:lnTo>
                    <a:pt x="5749747" y="9055"/>
                  </a:lnTo>
                  <a:lnTo>
                    <a:pt x="5776912" y="9055"/>
                  </a:lnTo>
                  <a:lnTo>
                    <a:pt x="5776912" y="0"/>
                  </a:lnTo>
                  <a:close/>
                </a:path>
                <a:path w="6102984" h="2055495">
                  <a:moveTo>
                    <a:pt x="5811494" y="2046363"/>
                  </a:moveTo>
                  <a:lnTo>
                    <a:pt x="5784329" y="2046363"/>
                  </a:lnTo>
                  <a:lnTo>
                    <a:pt x="5784329" y="2055418"/>
                  </a:lnTo>
                  <a:lnTo>
                    <a:pt x="5811494" y="2055418"/>
                  </a:lnTo>
                  <a:lnTo>
                    <a:pt x="5811494" y="2046363"/>
                  </a:lnTo>
                  <a:close/>
                </a:path>
                <a:path w="6102984" h="2055495">
                  <a:moveTo>
                    <a:pt x="5822188" y="0"/>
                  </a:moveTo>
                  <a:lnTo>
                    <a:pt x="5795022" y="0"/>
                  </a:lnTo>
                  <a:lnTo>
                    <a:pt x="5795022" y="9055"/>
                  </a:lnTo>
                  <a:lnTo>
                    <a:pt x="5822188" y="9055"/>
                  </a:lnTo>
                  <a:lnTo>
                    <a:pt x="5822188" y="0"/>
                  </a:lnTo>
                  <a:close/>
                </a:path>
                <a:path w="6102984" h="2055495">
                  <a:moveTo>
                    <a:pt x="5856770" y="2046363"/>
                  </a:moveTo>
                  <a:lnTo>
                    <a:pt x="5829605" y="2046363"/>
                  </a:lnTo>
                  <a:lnTo>
                    <a:pt x="5829605" y="2055418"/>
                  </a:lnTo>
                  <a:lnTo>
                    <a:pt x="5856770" y="2055418"/>
                  </a:lnTo>
                  <a:lnTo>
                    <a:pt x="5856770" y="2046363"/>
                  </a:lnTo>
                  <a:close/>
                </a:path>
                <a:path w="6102984" h="2055495">
                  <a:moveTo>
                    <a:pt x="5867451" y="0"/>
                  </a:moveTo>
                  <a:lnTo>
                    <a:pt x="5840298" y="0"/>
                  </a:lnTo>
                  <a:lnTo>
                    <a:pt x="5840298" y="9055"/>
                  </a:lnTo>
                  <a:lnTo>
                    <a:pt x="5867451" y="9055"/>
                  </a:lnTo>
                  <a:lnTo>
                    <a:pt x="5867451" y="0"/>
                  </a:lnTo>
                  <a:close/>
                </a:path>
                <a:path w="6102984" h="2055495">
                  <a:moveTo>
                    <a:pt x="5902045" y="2046363"/>
                  </a:moveTo>
                  <a:lnTo>
                    <a:pt x="5874880" y="2046363"/>
                  </a:lnTo>
                  <a:lnTo>
                    <a:pt x="5874880" y="2055418"/>
                  </a:lnTo>
                  <a:lnTo>
                    <a:pt x="5902045" y="2055418"/>
                  </a:lnTo>
                  <a:lnTo>
                    <a:pt x="5902045" y="2046363"/>
                  </a:lnTo>
                  <a:close/>
                </a:path>
                <a:path w="6102984" h="2055495">
                  <a:moveTo>
                    <a:pt x="5912726" y="0"/>
                  </a:moveTo>
                  <a:lnTo>
                    <a:pt x="5885561" y="0"/>
                  </a:lnTo>
                  <a:lnTo>
                    <a:pt x="5885561" y="9055"/>
                  </a:lnTo>
                  <a:lnTo>
                    <a:pt x="5912726" y="9055"/>
                  </a:lnTo>
                  <a:lnTo>
                    <a:pt x="5912726" y="0"/>
                  </a:lnTo>
                  <a:close/>
                </a:path>
                <a:path w="6102984" h="2055495">
                  <a:moveTo>
                    <a:pt x="5947321" y="2046363"/>
                  </a:moveTo>
                  <a:lnTo>
                    <a:pt x="5920156" y="2046363"/>
                  </a:lnTo>
                  <a:lnTo>
                    <a:pt x="5920156" y="2055418"/>
                  </a:lnTo>
                  <a:lnTo>
                    <a:pt x="5947321" y="2055418"/>
                  </a:lnTo>
                  <a:lnTo>
                    <a:pt x="5947321" y="2046363"/>
                  </a:lnTo>
                  <a:close/>
                </a:path>
                <a:path w="6102984" h="2055495">
                  <a:moveTo>
                    <a:pt x="5958002" y="0"/>
                  </a:moveTo>
                  <a:lnTo>
                    <a:pt x="5930836" y="0"/>
                  </a:lnTo>
                  <a:lnTo>
                    <a:pt x="5930836" y="9055"/>
                  </a:lnTo>
                  <a:lnTo>
                    <a:pt x="5958002" y="9055"/>
                  </a:lnTo>
                  <a:lnTo>
                    <a:pt x="5958002" y="0"/>
                  </a:lnTo>
                  <a:close/>
                </a:path>
                <a:path w="6102984" h="2055495">
                  <a:moveTo>
                    <a:pt x="5991847" y="2053082"/>
                  </a:moveTo>
                  <a:lnTo>
                    <a:pt x="5990196" y="2044179"/>
                  </a:lnTo>
                  <a:lnTo>
                    <a:pt x="5979541" y="2045754"/>
                  </a:lnTo>
                  <a:lnTo>
                    <a:pt x="5967057" y="2046363"/>
                  </a:lnTo>
                  <a:lnTo>
                    <a:pt x="5965431" y="2046363"/>
                  </a:lnTo>
                  <a:lnTo>
                    <a:pt x="5965431" y="2055418"/>
                  </a:lnTo>
                  <a:lnTo>
                    <a:pt x="5967057" y="2055418"/>
                  </a:lnTo>
                  <a:lnTo>
                    <a:pt x="5980442" y="2054771"/>
                  </a:lnTo>
                  <a:lnTo>
                    <a:pt x="5991847" y="2053082"/>
                  </a:lnTo>
                  <a:close/>
                </a:path>
                <a:path w="6102984" h="2055495">
                  <a:moveTo>
                    <a:pt x="6002452" y="4813"/>
                  </a:moveTo>
                  <a:lnTo>
                    <a:pt x="5993562" y="2578"/>
                  </a:lnTo>
                  <a:lnTo>
                    <a:pt x="5980442" y="647"/>
                  </a:lnTo>
                  <a:lnTo>
                    <a:pt x="5975693" y="419"/>
                  </a:lnTo>
                  <a:lnTo>
                    <a:pt x="5975121" y="9436"/>
                  </a:lnTo>
                  <a:lnTo>
                    <a:pt x="5979541" y="9652"/>
                  </a:lnTo>
                  <a:lnTo>
                    <a:pt x="5991796" y="11468"/>
                  </a:lnTo>
                  <a:lnTo>
                    <a:pt x="6000089" y="13550"/>
                  </a:lnTo>
                  <a:lnTo>
                    <a:pt x="6002452" y="4813"/>
                  </a:lnTo>
                  <a:close/>
                </a:path>
                <a:path w="6102984" h="2055495">
                  <a:moveTo>
                    <a:pt x="6034773" y="2037194"/>
                  </a:moveTo>
                  <a:lnTo>
                    <a:pt x="6030252" y="2029358"/>
                  </a:lnTo>
                  <a:lnTo>
                    <a:pt x="6026874" y="2031377"/>
                  </a:lnTo>
                  <a:lnTo>
                    <a:pt x="6015571" y="2036711"/>
                  </a:lnTo>
                  <a:lnTo>
                    <a:pt x="6006985" y="2039785"/>
                  </a:lnTo>
                  <a:lnTo>
                    <a:pt x="6009830" y="2048370"/>
                  </a:lnTo>
                  <a:lnTo>
                    <a:pt x="6019038" y="2045081"/>
                  </a:lnTo>
                  <a:lnTo>
                    <a:pt x="6031154" y="2039353"/>
                  </a:lnTo>
                  <a:lnTo>
                    <a:pt x="6034773" y="2037194"/>
                  </a:lnTo>
                  <a:close/>
                </a:path>
                <a:path w="6102984" h="2055495">
                  <a:moveTo>
                    <a:pt x="6043917" y="23888"/>
                  </a:moveTo>
                  <a:lnTo>
                    <a:pt x="6042533" y="22860"/>
                  </a:lnTo>
                  <a:lnTo>
                    <a:pt x="6031154" y="16052"/>
                  </a:lnTo>
                  <a:lnTo>
                    <a:pt x="6020143" y="10858"/>
                  </a:lnTo>
                  <a:lnTo>
                    <a:pt x="6016612" y="19189"/>
                  </a:lnTo>
                  <a:lnTo>
                    <a:pt x="6026874" y="24041"/>
                  </a:lnTo>
                  <a:lnTo>
                    <a:pt x="6037504" y="30391"/>
                  </a:lnTo>
                  <a:lnTo>
                    <a:pt x="6038786" y="31356"/>
                  </a:lnTo>
                  <a:lnTo>
                    <a:pt x="6043917" y="23888"/>
                  </a:lnTo>
                  <a:close/>
                </a:path>
                <a:path w="6102984" h="2055495">
                  <a:moveTo>
                    <a:pt x="6070016" y="2008009"/>
                  </a:moveTo>
                  <a:lnTo>
                    <a:pt x="6063158" y="2002116"/>
                  </a:lnTo>
                  <a:lnTo>
                    <a:pt x="6056693" y="2009228"/>
                  </a:lnTo>
                  <a:lnTo>
                    <a:pt x="6047435" y="2017636"/>
                  </a:lnTo>
                  <a:lnTo>
                    <a:pt x="6044438" y="2019858"/>
                  </a:lnTo>
                  <a:lnTo>
                    <a:pt x="6049962" y="2027021"/>
                  </a:lnTo>
                  <a:lnTo>
                    <a:pt x="6053175" y="2024634"/>
                  </a:lnTo>
                  <a:lnTo>
                    <a:pt x="6063094" y="2015629"/>
                  </a:lnTo>
                  <a:lnTo>
                    <a:pt x="6070016" y="2008009"/>
                  </a:lnTo>
                  <a:close/>
                </a:path>
                <a:path w="6102984" h="2055495">
                  <a:moveTo>
                    <a:pt x="6076734" y="55930"/>
                  </a:moveTo>
                  <a:lnTo>
                    <a:pt x="6072098" y="49695"/>
                  </a:lnTo>
                  <a:lnTo>
                    <a:pt x="6063094" y="39776"/>
                  </a:lnTo>
                  <a:lnTo>
                    <a:pt x="6058268" y="35394"/>
                  </a:lnTo>
                  <a:lnTo>
                    <a:pt x="6052197" y="42100"/>
                  </a:lnTo>
                  <a:lnTo>
                    <a:pt x="6056693" y="46177"/>
                  </a:lnTo>
                  <a:lnTo>
                    <a:pt x="6065101" y="55435"/>
                  </a:lnTo>
                  <a:lnTo>
                    <a:pt x="6069419" y="61264"/>
                  </a:lnTo>
                  <a:lnTo>
                    <a:pt x="6076734" y="55930"/>
                  </a:lnTo>
                  <a:close/>
                </a:path>
                <a:path w="6102984" h="2055495">
                  <a:moveTo>
                    <a:pt x="6093358" y="1969274"/>
                  </a:moveTo>
                  <a:lnTo>
                    <a:pt x="6084938" y="1965972"/>
                  </a:lnTo>
                  <a:lnTo>
                    <a:pt x="6084176" y="1968106"/>
                  </a:lnTo>
                  <a:lnTo>
                    <a:pt x="6078842" y="1979409"/>
                  </a:lnTo>
                  <a:lnTo>
                    <a:pt x="6073457" y="1988400"/>
                  </a:lnTo>
                  <a:lnTo>
                    <a:pt x="6081052" y="1993328"/>
                  </a:lnTo>
                  <a:lnTo>
                    <a:pt x="6086818" y="1983689"/>
                  </a:lnTo>
                  <a:lnTo>
                    <a:pt x="6092545" y="1971573"/>
                  </a:lnTo>
                  <a:lnTo>
                    <a:pt x="6093358" y="1969274"/>
                  </a:lnTo>
                  <a:close/>
                </a:path>
                <a:path w="6102984" h="2055495">
                  <a:moveTo>
                    <a:pt x="6097130" y="96697"/>
                  </a:moveTo>
                  <a:lnTo>
                    <a:pt x="6097067" y="96443"/>
                  </a:lnTo>
                  <a:lnTo>
                    <a:pt x="6092545" y="83845"/>
                  </a:lnTo>
                  <a:lnTo>
                    <a:pt x="6086818" y="71729"/>
                  </a:lnTo>
                  <a:lnTo>
                    <a:pt x="6086564" y="71297"/>
                  </a:lnTo>
                  <a:lnTo>
                    <a:pt x="6078601" y="75603"/>
                  </a:lnTo>
                  <a:lnTo>
                    <a:pt x="6078842" y="75996"/>
                  </a:lnTo>
                  <a:lnTo>
                    <a:pt x="6084176" y="87312"/>
                  </a:lnTo>
                  <a:lnTo>
                    <a:pt x="6088392" y="99072"/>
                  </a:lnTo>
                  <a:lnTo>
                    <a:pt x="6088456" y="99301"/>
                  </a:lnTo>
                  <a:lnTo>
                    <a:pt x="6097130" y="96697"/>
                  </a:lnTo>
                  <a:close/>
                </a:path>
                <a:path w="6102984" h="2055495">
                  <a:moveTo>
                    <a:pt x="6102629" y="1924659"/>
                  </a:moveTo>
                  <a:lnTo>
                    <a:pt x="6093599" y="1924329"/>
                  </a:lnTo>
                  <a:lnTo>
                    <a:pt x="6093218" y="1932076"/>
                  </a:lnTo>
                  <a:lnTo>
                    <a:pt x="6091415" y="1944331"/>
                  </a:lnTo>
                  <a:lnTo>
                    <a:pt x="6090196" y="1949183"/>
                  </a:lnTo>
                  <a:lnTo>
                    <a:pt x="6098984" y="1951291"/>
                  </a:lnTo>
                  <a:lnTo>
                    <a:pt x="6100292" y="1946097"/>
                  </a:lnTo>
                  <a:lnTo>
                    <a:pt x="6102235" y="1932978"/>
                  </a:lnTo>
                  <a:lnTo>
                    <a:pt x="6102629" y="1924659"/>
                  </a:lnTo>
                  <a:close/>
                </a:path>
                <a:path w="6102984" h="2055495">
                  <a:moveTo>
                    <a:pt x="6102883" y="1879663"/>
                  </a:moveTo>
                  <a:lnTo>
                    <a:pt x="6093828" y="1879663"/>
                  </a:lnTo>
                  <a:lnTo>
                    <a:pt x="6093828" y="1906828"/>
                  </a:lnTo>
                  <a:lnTo>
                    <a:pt x="6102883" y="1906828"/>
                  </a:lnTo>
                  <a:lnTo>
                    <a:pt x="6102883" y="1879663"/>
                  </a:lnTo>
                  <a:close/>
                </a:path>
                <a:path w="6102984" h="2055495">
                  <a:moveTo>
                    <a:pt x="6102883" y="1834388"/>
                  </a:moveTo>
                  <a:lnTo>
                    <a:pt x="6093828" y="1834388"/>
                  </a:lnTo>
                  <a:lnTo>
                    <a:pt x="6093828" y="1861553"/>
                  </a:lnTo>
                  <a:lnTo>
                    <a:pt x="6102883" y="1861553"/>
                  </a:lnTo>
                  <a:lnTo>
                    <a:pt x="6102883" y="1834388"/>
                  </a:lnTo>
                  <a:close/>
                </a:path>
                <a:path w="6102984" h="2055495">
                  <a:moveTo>
                    <a:pt x="6102883" y="1789112"/>
                  </a:moveTo>
                  <a:lnTo>
                    <a:pt x="6093828" y="1789112"/>
                  </a:lnTo>
                  <a:lnTo>
                    <a:pt x="6093828" y="1816277"/>
                  </a:lnTo>
                  <a:lnTo>
                    <a:pt x="6102883" y="1816277"/>
                  </a:lnTo>
                  <a:lnTo>
                    <a:pt x="6102883" y="1789112"/>
                  </a:lnTo>
                  <a:close/>
                </a:path>
                <a:path w="6102984" h="2055495">
                  <a:moveTo>
                    <a:pt x="6102883" y="1743837"/>
                  </a:moveTo>
                  <a:lnTo>
                    <a:pt x="6093828" y="1743837"/>
                  </a:lnTo>
                  <a:lnTo>
                    <a:pt x="6093828" y="1771002"/>
                  </a:lnTo>
                  <a:lnTo>
                    <a:pt x="6102883" y="1771002"/>
                  </a:lnTo>
                  <a:lnTo>
                    <a:pt x="6102883" y="1743837"/>
                  </a:lnTo>
                  <a:close/>
                </a:path>
                <a:path w="6102984" h="2055495">
                  <a:moveTo>
                    <a:pt x="6102883" y="1698561"/>
                  </a:moveTo>
                  <a:lnTo>
                    <a:pt x="6093828" y="1698561"/>
                  </a:lnTo>
                  <a:lnTo>
                    <a:pt x="6093828" y="1725726"/>
                  </a:lnTo>
                  <a:lnTo>
                    <a:pt x="6102883" y="1725726"/>
                  </a:lnTo>
                  <a:lnTo>
                    <a:pt x="6102883" y="1698561"/>
                  </a:lnTo>
                  <a:close/>
                </a:path>
                <a:path w="6102984" h="2055495">
                  <a:moveTo>
                    <a:pt x="6102883" y="1653298"/>
                  </a:moveTo>
                  <a:lnTo>
                    <a:pt x="6093828" y="1653298"/>
                  </a:lnTo>
                  <a:lnTo>
                    <a:pt x="6093828" y="1680464"/>
                  </a:lnTo>
                  <a:lnTo>
                    <a:pt x="6102883" y="1680464"/>
                  </a:lnTo>
                  <a:lnTo>
                    <a:pt x="6102883" y="1653298"/>
                  </a:lnTo>
                  <a:close/>
                </a:path>
                <a:path w="6102984" h="2055495">
                  <a:moveTo>
                    <a:pt x="6102883" y="1608023"/>
                  </a:moveTo>
                  <a:lnTo>
                    <a:pt x="6093828" y="1608023"/>
                  </a:lnTo>
                  <a:lnTo>
                    <a:pt x="6093828" y="1635188"/>
                  </a:lnTo>
                  <a:lnTo>
                    <a:pt x="6102883" y="1635188"/>
                  </a:lnTo>
                  <a:lnTo>
                    <a:pt x="6102883" y="1608023"/>
                  </a:lnTo>
                  <a:close/>
                </a:path>
                <a:path w="6102984" h="2055495">
                  <a:moveTo>
                    <a:pt x="6102883" y="1562747"/>
                  </a:moveTo>
                  <a:lnTo>
                    <a:pt x="6093828" y="1562747"/>
                  </a:lnTo>
                  <a:lnTo>
                    <a:pt x="6093828" y="1589913"/>
                  </a:lnTo>
                  <a:lnTo>
                    <a:pt x="6102883" y="1589913"/>
                  </a:lnTo>
                  <a:lnTo>
                    <a:pt x="6102883" y="1562747"/>
                  </a:lnTo>
                  <a:close/>
                </a:path>
                <a:path w="6102984" h="2055495">
                  <a:moveTo>
                    <a:pt x="6102883" y="1517472"/>
                  </a:moveTo>
                  <a:lnTo>
                    <a:pt x="6093828" y="1517472"/>
                  </a:lnTo>
                  <a:lnTo>
                    <a:pt x="6093828" y="1544637"/>
                  </a:lnTo>
                  <a:lnTo>
                    <a:pt x="6102883" y="1544637"/>
                  </a:lnTo>
                  <a:lnTo>
                    <a:pt x="6102883" y="1517472"/>
                  </a:lnTo>
                  <a:close/>
                </a:path>
                <a:path w="6102984" h="2055495">
                  <a:moveTo>
                    <a:pt x="6102883" y="1472196"/>
                  </a:moveTo>
                  <a:lnTo>
                    <a:pt x="6093828" y="1472196"/>
                  </a:lnTo>
                  <a:lnTo>
                    <a:pt x="6093828" y="1499362"/>
                  </a:lnTo>
                  <a:lnTo>
                    <a:pt x="6102883" y="1499362"/>
                  </a:lnTo>
                  <a:lnTo>
                    <a:pt x="6102883" y="1472196"/>
                  </a:lnTo>
                  <a:close/>
                </a:path>
                <a:path w="6102984" h="2055495">
                  <a:moveTo>
                    <a:pt x="6102883" y="1426921"/>
                  </a:moveTo>
                  <a:lnTo>
                    <a:pt x="6093828" y="1426921"/>
                  </a:lnTo>
                  <a:lnTo>
                    <a:pt x="6093828" y="1454086"/>
                  </a:lnTo>
                  <a:lnTo>
                    <a:pt x="6102883" y="1454086"/>
                  </a:lnTo>
                  <a:lnTo>
                    <a:pt x="6102883" y="1426921"/>
                  </a:lnTo>
                  <a:close/>
                </a:path>
                <a:path w="6102984" h="2055495">
                  <a:moveTo>
                    <a:pt x="6102883" y="1381658"/>
                  </a:moveTo>
                  <a:lnTo>
                    <a:pt x="6093828" y="1381658"/>
                  </a:lnTo>
                  <a:lnTo>
                    <a:pt x="6093828" y="1408811"/>
                  </a:lnTo>
                  <a:lnTo>
                    <a:pt x="6102883" y="1408811"/>
                  </a:lnTo>
                  <a:lnTo>
                    <a:pt x="6102883" y="1381658"/>
                  </a:lnTo>
                  <a:close/>
                </a:path>
                <a:path w="6102984" h="2055495">
                  <a:moveTo>
                    <a:pt x="6102883" y="1336382"/>
                  </a:moveTo>
                  <a:lnTo>
                    <a:pt x="6093828" y="1336382"/>
                  </a:lnTo>
                  <a:lnTo>
                    <a:pt x="6093828" y="1363548"/>
                  </a:lnTo>
                  <a:lnTo>
                    <a:pt x="6102883" y="1363548"/>
                  </a:lnTo>
                  <a:lnTo>
                    <a:pt x="6102883" y="1336382"/>
                  </a:lnTo>
                  <a:close/>
                </a:path>
                <a:path w="6102984" h="2055495">
                  <a:moveTo>
                    <a:pt x="6102883" y="1291107"/>
                  </a:moveTo>
                  <a:lnTo>
                    <a:pt x="6093828" y="1291107"/>
                  </a:lnTo>
                  <a:lnTo>
                    <a:pt x="6093828" y="1318272"/>
                  </a:lnTo>
                  <a:lnTo>
                    <a:pt x="6102883" y="1318272"/>
                  </a:lnTo>
                  <a:lnTo>
                    <a:pt x="6102883" y="1291107"/>
                  </a:lnTo>
                  <a:close/>
                </a:path>
                <a:path w="6102984" h="2055495">
                  <a:moveTo>
                    <a:pt x="6102883" y="1245831"/>
                  </a:moveTo>
                  <a:lnTo>
                    <a:pt x="6093828" y="1245831"/>
                  </a:lnTo>
                  <a:lnTo>
                    <a:pt x="6093828" y="1272997"/>
                  </a:lnTo>
                  <a:lnTo>
                    <a:pt x="6102883" y="1272997"/>
                  </a:lnTo>
                  <a:lnTo>
                    <a:pt x="6102883" y="1245831"/>
                  </a:lnTo>
                  <a:close/>
                </a:path>
                <a:path w="6102984" h="2055495">
                  <a:moveTo>
                    <a:pt x="6102883" y="1200556"/>
                  </a:moveTo>
                  <a:lnTo>
                    <a:pt x="6093828" y="1200556"/>
                  </a:lnTo>
                  <a:lnTo>
                    <a:pt x="6093828" y="1227721"/>
                  </a:lnTo>
                  <a:lnTo>
                    <a:pt x="6102883" y="1227721"/>
                  </a:lnTo>
                  <a:lnTo>
                    <a:pt x="6102883" y="1200556"/>
                  </a:lnTo>
                  <a:close/>
                </a:path>
                <a:path w="6102984" h="2055495">
                  <a:moveTo>
                    <a:pt x="6102883" y="1155280"/>
                  </a:moveTo>
                  <a:lnTo>
                    <a:pt x="6093828" y="1155280"/>
                  </a:lnTo>
                  <a:lnTo>
                    <a:pt x="6093828" y="1182446"/>
                  </a:lnTo>
                  <a:lnTo>
                    <a:pt x="6102883" y="1182446"/>
                  </a:lnTo>
                  <a:lnTo>
                    <a:pt x="6102883" y="1155280"/>
                  </a:lnTo>
                  <a:close/>
                </a:path>
                <a:path w="6102984" h="2055495">
                  <a:moveTo>
                    <a:pt x="6102883" y="1110005"/>
                  </a:moveTo>
                  <a:lnTo>
                    <a:pt x="6093828" y="1110005"/>
                  </a:lnTo>
                  <a:lnTo>
                    <a:pt x="6093828" y="1137170"/>
                  </a:lnTo>
                  <a:lnTo>
                    <a:pt x="6102883" y="1137170"/>
                  </a:lnTo>
                  <a:lnTo>
                    <a:pt x="6102883" y="1110005"/>
                  </a:lnTo>
                  <a:close/>
                </a:path>
                <a:path w="6102984" h="2055495">
                  <a:moveTo>
                    <a:pt x="6102883" y="1064742"/>
                  </a:moveTo>
                  <a:lnTo>
                    <a:pt x="6093828" y="1064742"/>
                  </a:lnTo>
                  <a:lnTo>
                    <a:pt x="6093828" y="1091895"/>
                  </a:lnTo>
                  <a:lnTo>
                    <a:pt x="6102883" y="1091895"/>
                  </a:lnTo>
                  <a:lnTo>
                    <a:pt x="6102883" y="1064742"/>
                  </a:lnTo>
                  <a:close/>
                </a:path>
                <a:path w="6102984" h="2055495">
                  <a:moveTo>
                    <a:pt x="6102883" y="1019467"/>
                  </a:moveTo>
                  <a:lnTo>
                    <a:pt x="6093828" y="1019467"/>
                  </a:lnTo>
                  <a:lnTo>
                    <a:pt x="6093828" y="1046632"/>
                  </a:lnTo>
                  <a:lnTo>
                    <a:pt x="6102883" y="1046632"/>
                  </a:lnTo>
                  <a:lnTo>
                    <a:pt x="6102883" y="1019467"/>
                  </a:lnTo>
                  <a:close/>
                </a:path>
                <a:path w="6102984" h="2055495">
                  <a:moveTo>
                    <a:pt x="6102883" y="974191"/>
                  </a:moveTo>
                  <a:lnTo>
                    <a:pt x="6093828" y="974191"/>
                  </a:lnTo>
                  <a:lnTo>
                    <a:pt x="6093828" y="1001356"/>
                  </a:lnTo>
                  <a:lnTo>
                    <a:pt x="6102883" y="1001356"/>
                  </a:lnTo>
                  <a:lnTo>
                    <a:pt x="6102883" y="974191"/>
                  </a:lnTo>
                  <a:close/>
                </a:path>
                <a:path w="6102984" h="2055495">
                  <a:moveTo>
                    <a:pt x="6102883" y="928916"/>
                  </a:moveTo>
                  <a:lnTo>
                    <a:pt x="6093828" y="928916"/>
                  </a:lnTo>
                  <a:lnTo>
                    <a:pt x="6093828" y="956081"/>
                  </a:lnTo>
                  <a:lnTo>
                    <a:pt x="6102883" y="956081"/>
                  </a:lnTo>
                  <a:lnTo>
                    <a:pt x="6102883" y="928916"/>
                  </a:lnTo>
                  <a:close/>
                </a:path>
                <a:path w="6102984" h="2055495">
                  <a:moveTo>
                    <a:pt x="6102883" y="883640"/>
                  </a:moveTo>
                  <a:lnTo>
                    <a:pt x="6093828" y="883640"/>
                  </a:lnTo>
                  <a:lnTo>
                    <a:pt x="6093828" y="910805"/>
                  </a:lnTo>
                  <a:lnTo>
                    <a:pt x="6102883" y="910805"/>
                  </a:lnTo>
                  <a:lnTo>
                    <a:pt x="6102883" y="883640"/>
                  </a:lnTo>
                  <a:close/>
                </a:path>
                <a:path w="6102984" h="2055495">
                  <a:moveTo>
                    <a:pt x="6102883" y="838365"/>
                  </a:moveTo>
                  <a:lnTo>
                    <a:pt x="6093828" y="838365"/>
                  </a:lnTo>
                  <a:lnTo>
                    <a:pt x="6093828" y="865530"/>
                  </a:lnTo>
                  <a:lnTo>
                    <a:pt x="6102883" y="865530"/>
                  </a:lnTo>
                  <a:lnTo>
                    <a:pt x="6102883" y="838365"/>
                  </a:lnTo>
                  <a:close/>
                </a:path>
                <a:path w="6102984" h="2055495">
                  <a:moveTo>
                    <a:pt x="6102883" y="793102"/>
                  </a:moveTo>
                  <a:lnTo>
                    <a:pt x="6093828" y="793102"/>
                  </a:lnTo>
                  <a:lnTo>
                    <a:pt x="6093828" y="820254"/>
                  </a:lnTo>
                  <a:lnTo>
                    <a:pt x="6102883" y="820254"/>
                  </a:lnTo>
                  <a:lnTo>
                    <a:pt x="6102883" y="793102"/>
                  </a:lnTo>
                  <a:close/>
                </a:path>
                <a:path w="6102984" h="2055495">
                  <a:moveTo>
                    <a:pt x="6102883" y="747826"/>
                  </a:moveTo>
                  <a:lnTo>
                    <a:pt x="6093828" y="747826"/>
                  </a:lnTo>
                  <a:lnTo>
                    <a:pt x="6093828" y="774992"/>
                  </a:lnTo>
                  <a:lnTo>
                    <a:pt x="6102883" y="774992"/>
                  </a:lnTo>
                  <a:lnTo>
                    <a:pt x="6102883" y="747826"/>
                  </a:lnTo>
                  <a:close/>
                </a:path>
                <a:path w="6102984" h="2055495">
                  <a:moveTo>
                    <a:pt x="6102883" y="702551"/>
                  </a:moveTo>
                  <a:lnTo>
                    <a:pt x="6093828" y="702551"/>
                  </a:lnTo>
                  <a:lnTo>
                    <a:pt x="6093828" y="729716"/>
                  </a:lnTo>
                  <a:lnTo>
                    <a:pt x="6102883" y="729716"/>
                  </a:lnTo>
                  <a:lnTo>
                    <a:pt x="6102883" y="702551"/>
                  </a:lnTo>
                  <a:close/>
                </a:path>
                <a:path w="6102984" h="2055495">
                  <a:moveTo>
                    <a:pt x="6102883" y="657275"/>
                  </a:moveTo>
                  <a:lnTo>
                    <a:pt x="6093828" y="657275"/>
                  </a:lnTo>
                  <a:lnTo>
                    <a:pt x="6093828" y="684441"/>
                  </a:lnTo>
                  <a:lnTo>
                    <a:pt x="6102883" y="684441"/>
                  </a:lnTo>
                  <a:lnTo>
                    <a:pt x="6102883" y="657275"/>
                  </a:lnTo>
                  <a:close/>
                </a:path>
                <a:path w="6102984" h="2055495">
                  <a:moveTo>
                    <a:pt x="6102883" y="612000"/>
                  </a:moveTo>
                  <a:lnTo>
                    <a:pt x="6093828" y="612000"/>
                  </a:lnTo>
                  <a:lnTo>
                    <a:pt x="6093828" y="639165"/>
                  </a:lnTo>
                  <a:lnTo>
                    <a:pt x="6102883" y="639165"/>
                  </a:lnTo>
                  <a:lnTo>
                    <a:pt x="6102883" y="612000"/>
                  </a:lnTo>
                  <a:close/>
                </a:path>
                <a:path w="6102984" h="2055495">
                  <a:moveTo>
                    <a:pt x="6102883" y="566724"/>
                  </a:moveTo>
                  <a:lnTo>
                    <a:pt x="6093828" y="566724"/>
                  </a:lnTo>
                  <a:lnTo>
                    <a:pt x="6093828" y="593890"/>
                  </a:lnTo>
                  <a:lnTo>
                    <a:pt x="6102883" y="593890"/>
                  </a:lnTo>
                  <a:lnTo>
                    <a:pt x="6102883" y="566724"/>
                  </a:lnTo>
                  <a:close/>
                </a:path>
                <a:path w="6102984" h="2055495">
                  <a:moveTo>
                    <a:pt x="6102883" y="521449"/>
                  </a:moveTo>
                  <a:lnTo>
                    <a:pt x="6093828" y="521449"/>
                  </a:lnTo>
                  <a:lnTo>
                    <a:pt x="6093828" y="548614"/>
                  </a:lnTo>
                  <a:lnTo>
                    <a:pt x="6102883" y="548614"/>
                  </a:lnTo>
                  <a:lnTo>
                    <a:pt x="6102883" y="521449"/>
                  </a:lnTo>
                  <a:close/>
                </a:path>
                <a:path w="6102984" h="2055495">
                  <a:moveTo>
                    <a:pt x="6102883" y="476186"/>
                  </a:moveTo>
                  <a:lnTo>
                    <a:pt x="6093828" y="476186"/>
                  </a:lnTo>
                  <a:lnTo>
                    <a:pt x="6093828" y="503339"/>
                  </a:lnTo>
                  <a:lnTo>
                    <a:pt x="6102883" y="503339"/>
                  </a:lnTo>
                  <a:lnTo>
                    <a:pt x="6102883" y="476186"/>
                  </a:lnTo>
                  <a:close/>
                </a:path>
                <a:path w="6102984" h="2055495">
                  <a:moveTo>
                    <a:pt x="6102883" y="430911"/>
                  </a:moveTo>
                  <a:lnTo>
                    <a:pt x="6093828" y="430911"/>
                  </a:lnTo>
                  <a:lnTo>
                    <a:pt x="6093828" y="458076"/>
                  </a:lnTo>
                  <a:lnTo>
                    <a:pt x="6102883" y="458076"/>
                  </a:lnTo>
                  <a:lnTo>
                    <a:pt x="6102883" y="430911"/>
                  </a:lnTo>
                  <a:close/>
                </a:path>
                <a:path w="6102984" h="2055495">
                  <a:moveTo>
                    <a:pt x="6102883" y="385635"/>
                  </a:moveTo>
                  <a:lnTo>
                    <a:pt x="6093828" y="385635"/>
                  </a:lnTo>
                  <a:lnTo>
                    <a:pt x="6093828" y="412800"/>
                  </a:lnTo>
                  <a:lnTo>
                    <a:pt x="6102883" y="412800"/>
                  </a:lnTo>
                  <a:lnTo>
                    <a:pt x="6102883" y="385635"/>
                  </a:lnTo>
                  <a:close/>
                </a:path>
                <a:path w="6102984" h="2055495">
                  <a:moveTo>
                    <a:pt x="6102883" y="340360"/>
                  </a:moveTo>
                  <a:lnTo>
                    <a:pt x="6093828" y="340360"/>
                  </a:lnTo>
                  <a:lnTo>
                    <a:pt x="6093828" y="367525"/>
                  </a:lnTo>
                  <a:lnTo>
                    <a:pt x="6102883" y="367525"/>
                  </a:lnTo>
                  <a:lnTo>
                    <a:pt x="6102883" y="340360"/>
                  </a:lnTo>
                  <a:close/>
                </a:path>
                <a:path w="6102984" h="2055495">
                  <a:moveTo>
                    <a:pt x="6102883" y="295084"/>
                  </a:moveTo>
                  <a:lnTo>
                    <a:pt x="6093828" y="295084"/>
                  </a:lnTo>
                  <a:lnTo>
                    <a:pt x="6093828" y="322249"/>
                  </a:lnTo>
                  <a:lnTo>
                    <a:pt x="6102883" y="322249"/>
                  </a:lnTo>
                  <a:lnTo>
                    <a:pt x="6102883" y="295084"/>
                  </a:lnTo>
                  <a:close/>
                </a:path>
                <a:path w="6102984" h="2055495">
                  <a:moveTo>
                    <a:pt x="6102883" y="249809"/>
                  </a:moveTo>
                  <a:lnTo>
                    <a:pt x="6093828" y="249809"/>
                  </a:lnTo>
                  <a:lnTo>
                    <a:pt x="6093828" y="276974"/>
                  </a:lnTo>
                  <a:lnTo>
                    <a:pt x="6102883" y="276974"/>
                  </a:lnTo>
                  <a:lnTo>
                    <a:pt x="6102883" y="249809"/>
                  </a:lnTo>
                  <a:close/>
                </a:path>
                <a:path w="6102984" h="2055495">
                  <a:moveTo>
                    <a:pt x="6102883" y="204533"/>
                  </a:moveTo>
                  <a:lnTo>
                    <a:pt x="6093828" y="204533"/>
                  </a:lnTo>
                  <a:lnTo>
                    <a:pt x="6093828" y="231698"/>
                  </a:lnTo>
                  <a:lnTo>
                    <a:pt x="6102883" y="231698"/>
                  </a:lnTo>
                  <a:lnTo>
                    <a:pt x="6102883" y="204533"/>
                  </a:lnTo>
                  <a:close/>
                </a:path>
                <a:path w="6102984" h="2055495">
                  <a:moveTo>
                    <a:pt x="6102883" y="159270"/>
                  </a:moveTo>
                  <a:lnTo>
                    <a:pt x="6093828" y="159270"/>
                  </a:lnTo>
                  <a:lnTo>
                    <a:pt x="6093828" y="186436"/>
                  </a:lnTo>
                  <a:lnTo>
                    <a:pt x="6102883" y="186436"/>
                  </a:lnTo>
                  <a:lnTo>
                    <a:pt x="6102883" y="159270"/>
                  </a:lnTo>
                  <a:close/>
                </a:path>
                <a:path w="6102984" h="2055495">
                  <a:moveTo>
                    <a:pt x="6102883" y="135813"/>
                  </a:moveTo>
                  <a:lnTo>
                    <a:pt x="6102235" y="122440"/>
                  </a:lnTo>
                  <a:lnTo>
                    <a:pt x="6101092" y="114706"/>
                  </a:lnTo>
                  <a:lnTo>
                    <a:pt x="6092152" y="116116"/>
                  </a:lnTo>
                  <a:lnTo>
                    <a:pt x="6093218" y="123329"/>
                  </a:lnTo>
                  <a:lnTo>
                    <a:pt x="6093828" y="135813"/>
                  </a:lnTo>
                  <a:lnTo>
                    <a:pt x="6093828" y="141160"/>
                  </a:lnTo>
                  <a:lnTo>
                    <a:pt x="6102883" y="141160"/>
                  </a:lnTo>
                  <a:lnTo>
                    <a:pt x="6102883" y="135813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69" name="object 33">
            <a:extLst>
              <a:ext uri="{FF2B5EF4-FFF2-40B4-BE49-F238E27FC236}">
                <a16:creationId xmlns:a16="http://schemas.microsoft.com/office/drawing/2014/main" id="{71559CF7-286D-427E-A222-FC65B7C6AEA4}"/>
              </a:ext>
            </a:extLst>
          </p:cNvPr>
          <p:cNvSpPr txBox="1"/>
          <p:nvPr/>
        </p:nvSpPr>
        <p:spPr>
          <a:xfrm>
            <a:off x="397975" y="7478337"/>
            <a:ext cx="5113744" cy="61427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01955" algn="l"/>
              </a:tabLst>
            </a:pPr>
            <a:r>
              <a:rPr lang="en-US" altLang="zh-TW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“</a:t>
            </a:r>
            <a:r>
              <a:rPr lang="zh-TW" altLang="en-US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深耕專業，預見未來</a:t>
            </a:r>
            <a:r>
              <a:rPr lang="en-US" altLang="zh-TW" sz="20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”</a:t>
            </a:r>
            <a:endParaRPr lang="zh-TW" altLang="en-US" sz="20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>
              <a:spcBef>
                <a:spcPts val="75"/>
              </a:spcBef>
            </a:pPr>
            <a:endParaRPr sz="18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70" name="object 31">
            <a:extLst>
              <a:ext uri="{FF2B5EF4-FFF2-40B4-BE49-F238E27FC236}">
                <a16:creationId xmlns:a16="http://schemas.microsoft.com/office/drawing/2014/main" id="{3F138A2E-BA7E-4C57-814A-859B3878645A}"/>
              </a:ext>
            </a:extLst>
          </p:cNvPr>
          <p:cNvSpPr txBox="1"/>
          <p:nvPr/>
        </p:nvSpPr>
        <p:spPr>
          <a:xfrm>
            <a:off x="616422" y="8126601"/>
            <a:ext cx="5647689" cy="39741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高職的學習歷程中，從學校</a:t>
            </a:r>
            <a:r>
              <a:rPr lang="en-US" altLang="zh-TW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……</a:t>
            </a:r>
            <a:endParaRPr sz="1400" spc="30" dirty="0">
              <a:solidFill>
                <a:srgbClr val="993312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602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9A3285-2CCA-4885-B6BB-38D6CA1129E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5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C85DDA91-2C11-476F-B30C-F87050FB4AD7}"/>
              </a:ext>
            </a:extLst>
          </p:cNvPr>
          <p:cNvSpPr txBox="1"/>
          <p:nvPr/>
        </p:nvSpPr>
        <p:spPr>
          <a:xfrm>
            <a:off x="372658" y="942513"/>
            <a:ext cx="3107996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365760" algn="l"/>
              </a:tabLst>
            </a:pPr>
            <a:r>
              <a:rPr sz="20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en-US" sz="32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國家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級與原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廠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雙認證</a:t>
            </a: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43" name="object 3">
            <a:extLst>
              <a:ext uri="{FF2B5EF4-FFF2-40B4-BE49-F238E27FC236}">
                <a16:creationId xmlns:a16="http://schemas.microsoft.com/office/drawing/2014/main" id="{50C94BE5-9C1A-4811-9538-E2569B15542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7723" y="1242132"/>
            <a:ext cx="3006164" cy="18109"/>
          </a:xfrm>
          <a:prstGeom prst="rect">
            <a:avLst/>
          </a:prstGeom>
        </p:spPr>
      </p:pic>
      <p:sp>
        <p:nvSpPr>
          <p:cNvPr id="44" name="object 4">
            <a:extLst>
              <a:ext uri="{FF2B5EF4-FFF2-40B4-BE49-F238E27FC236}">
                <a16:creationId xmlns:a16="http://schemas.microsoft.com/office/drawing/2014/main" id="{BDCFB128-07B8-41BD-82A1-82EF29B94CB0}"/>
              </a:ext>
            </a:extLst>
          </p:cNvPr>
          <p:cNvSpPr/>
          <p:nvPr/>
        </p:nvSpPr>
        <p:spPr>
          <a:xfrm>
            <a:off x="383944" y="1779195"/>
            <a:ext cx="2743835" cy="543560"/>
          </a:xfrm>
          <a:custGeom>
            <a:avLst/>
            <a:gdLst/>
            <a:ahLst/>
            <a:cxnLst/>
            <a:rect l="l" t="t" r="r" b="b"/>
            <a:pathLst>
              <a:path w="2743835" h="543560">
                <a:moveTo>
                  <a:pt x="2743577" y="543280"/>
                </a:moveTo>
                <a:lnTo>
                  <a:pt x="0" y="543280"/>
                </a:lnTo>
                <a:lnTo>
                  <a:pt x="0" y="72437"/>
                </a:lnTo>
                <a:lnTo>
                  <a:pt x="12196" y="32185"/>
                </a:lnTo>
                <a:lnTo>
                  <a:pt x="44716" y="5513"/>
                </a:lnTo>
                <a:lnTo>
                  <a:pt x="72437" y="0"/>
                </a:lnTo>
                <a:lnTo>
                  <a:pt x="2743577" y="0"/>
                </a:lnTo>
                <a:lnTo>
                  <a:pt x="2743577" y="543280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 sz="18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5" name="object 5">
            <a:extLst>
              <a:ext uri="{FF2B5EF4-FFF2-40B4-BE49-F238E27FC236}">
                <a16:creationId xmlns:a16="http://schemas.microsoft.com/office/drawing/2014/main" id="{025BD1F5-9DD9-4830-B5CC-83FF8CBD20F6}"/>
              </a:ext>
            </a:extLst>
          </p:cNvPr>
          <p:cNvSpPr/>
          <p:nvPr/>
        </p:nvSpPr>
        <p:spPr>
          <a:xfrm>
            <a:off x="3127780" y="1779195"/>
            <a:ext cx="3359654" cy="543560"/>
          </a:xfrm>
          <a:custGeom>
            <a:avLst/>
            <a:gdLst/>
            <a:ahLst/>
            <a:cxnLst/>
            <a:rect l="l" t="t" r="r" b="b"/>
            <a:pathLst>
              <a:path w="2445384" h="543560">
                <a:moveTo>
                  <a:pt x="2444772" y="543280"/>
                </a:moveTo>
                <a:lnTo>
                  <a:pt x="0" y="543280"/>
                </a:lnTo>
                <a:lnTo>
                  <a:pt x="0" y="0"/>
                </a:lnTo>
                <a:lnTo>
                  <a:pt x="2372335" y="0"/>
                </a:lnTo>
                <a:lnTo>
                  <a:pt x="2379470" y="344"/>
                </a:lnTo>
                <a:lnTo>
                  <a:pt x="2418265" y="16414"/>
                </a:lnTo>
                <a:lnTo>
                  <a:pt x="2441670" y="51441"/>
                </a:lnTo>
                <a:lnTo>
                  <a:pt x="2444772" y="72432"/>
                </a:lnTo>
                <a:lnTo>
                  <a:pt x="2444772" y="543280"/>
                </a:lnTo>
                <a:close/>
              </a:path>
            </a:pathLst>
          </a:custGeom>
          <a:solidFill>
            <a:srgbClr val="002D61"/>
          </a:solidFill>
        </p:spPr>
        <p:txBody>
          <a:bodyPr wrap="square" lIns="0" tIns="0" rIns="0" bIns="0" rtlCol="0"/>
          <a:lstStyle/>
          <a:p>
            <a:endParaRPr sz="18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6" name="object 6">
            <a:extLst>
              <a:ext uri="{FF2B5EF4-FFF2-40B4-BE49-F238E27FC236}">
                <a16:creationId xmlns:a16="http://schemas.microsoft.com/office/drawing/2014/main" id="{9DA764B3-31F5-48C0-B307-C604133E3BFC}"/>
              </a:ext>
            </a:extLst>
          </p:cNvPr>
          <p:cNvSpPr/>
          <p:nvPr/>
        </p:nvSpPr>
        <p:spPr>
          <a:xfrm>
            <a:off x="383934" y="2992526"/>
            <a:ext cx="6102985" cy="9525"/>
          </a:xfrm>
          <a:custGeom>
            <a:avLst/>
            <a:gdLst/>
            <a:ahLst/>
            <a:cxnLst/>
            <a:rect l="l" t="t" r="r" b="b"/>
            <a:pathLst>
              <a:path w="6102984" h="9525">
                <a:moveTo>
                  <a:pt x="6102883" y="0"/>
                </a:moveTo>
                <a:lnTo>
                  <a:pt x="3658108" y="0"/>
                </a:lnTo>
                <a:lnTo>
                  <a:pt x="2743581" y="0"/>
                </a:lnTo>
                <a:lnTo>
                  <a:pt x="0" y="0"/>
                </a:lnTo>
                <a:lnTo>
                  <a:pt x="0" y="9055"/>
                </a:lnTo>
                <a:lnTo>
                  <a:pt x="2743581" y="9055"/>
                </a:lnTo>
                <a:lnTo>
                  <a:pt x="3658108" y="9055"/>
                </a:lnTo>
                <a:lnTo>
                  <a:pt x="6102883" y="9055"/>
                </a:lnTo>
                <a:lnTo>
                  <a:pt x="6102883" y="0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 sz="12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A89F4213-C306-41B7-8E7C-D5E2EF7AD803}"/>
              </a:ext>
            </a:extLst>
          </p:cNvPr>
          <p:cNvSpPr/>
          <p:nvPr/>
        </p:nvSpPr>
        <p:spPr>
          <a:xfrm>
            <a:off x="383934" y="3671633"/>
            <a:ext cx="6102985" cy="9525"/>
          </a:xfrm>
          <a:custGeom>
            <a:avLst/>
            <a:gdLst/>
            <a:ahLst/>
            <a:cxnLst/>
            <a:rect l="l" t="t" r="r" b="b"/>
            <a:pathLst>
              <a:path w="6102984" h="9525">
                <a:moveTo>
                  <a:pt x="6102883" y="0"/>
                </a:moveTo>
                <a:lnTo>
                  <a:pt x="3658108" y="0"/>
                </a:lnTo>
                <a:lnTo>
                  <a:pt x="2743581" y="0"/>
                </a:lnTo>
                <a:lnTo>
                  <a:pt x="0" y="0"/>
                </a:lnTo>
                <a:lnTo>
                  <a:pt x="0" y="9055"/>
                </a:lnTo>
                <a:lnTo>
                  <a:pt x="2743581" y="9055"/>
                </a:lnTo>
                <a:lnTo>
                  <a:pt x="3658108" y="9055"/>
                </a:lnTo>
                <a:lnTo>
                  <a:pt x="6102883" y="9055"/>
                </a:lnTo>
                <a:lnTo>
                  <a:pt x="6102883" y="0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 sz="12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111B4C19-B557-4EE7-A0D9-EAE49786185B}"/>
              </a:ext>
            </a:extLst>
          </p:cNvPr>
          <p:cNvSpPr/>
          <p:nvPr/>
        </p:nvSpPr>
        <p:spPr>
          <a:xfrm>
            <a:off x="383934" y="4350741"/>
            <a:ext cx="6102985" cy="9525"/>
          </a:xfrm>
          <a:custGeom>
            <a:avLst/>
            <a:gdLst/>
            <a:ahLst/>
            <a:cxnLst/>
            <a:rect l="l" t="t" r="r" b="b"/>
            <a:pathLst>
              <a:path w="6102984" h="9525">
                <a:moveTo>
                  <a:pt x="6102883" y="0"/>
                </a:moveTo>
                <a:lnTo>
                  <a:pt x="3658108" y="0"/>
                </a:lnTo>
                <a:lnTo>
                  <a:pt x="2743581" y="0"/>
                </a:lnTo>
                <a:lnTo>
                  <a:pt x="0" y="0"/>
                </a:lnTo>
                <a:lnTo>
                  <a:pt x="0" y="9055"/>
                </a:lnTo>
                <a:lnTo>
                  <a:pt x="2743581" y="9055"/>
                </a:lnTo>
                <a:lnTo>
                  <a:pt x="3658108" y="9055"/>
                </a:lnTo>
                <a:lnTo>
                  <a:pt x="6102883" y="9055"/>
                </a:lnTo>
                <a:lnTo>
                  <a:pt x="6102883" y="0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 sz="12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50" name="object 10">
            <a:extLst>
              <a:ext uri="{FF2B5EF4-FFF2-40B4-BE49-F238E27FC236}">
                <a16:creationId xmlns:a16="http://schemas.microsoft.com/office/drawing/2014/main" id="{D27434C0-D5E8-4B42-B1F8-FA7B8DA254E3}"/>
              </a:ext>
            </a:extLst>
          </p:cNvPr>
          <p:cNvSpPr txBox="1"/>
          <p:nvPr/>
        </p:nvSpPr>
        <p:spPr>
          <a:xfrm>
            <a:off x="535642" y="1932781"/>
            <a:ext cx="1521758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200" b="1" spc="-1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證照名稱</a:t>
            </a:r>
            <a:r>
              <a:rPr sz="1200" b="1" spc="-15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/</a:t>
            </a:r>
            <a:r>
              <a:rPr sz="1400" b="1" spc="-15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認證項目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2" name="object 12">
            <a:extLst>
              <a:ext uri="{FF2B5EF4-FFF2-40B4-BE49-F238E27FC236}">
                <a16:creationId xmlns:a16="http://schemas.microsoft.com/office/drawing/2014/main" id="{3D024D82-09DB-407E-A9B5-94CA6BFC8560}"/>
              </a:ext>
            </a:extLst>
          </p:cNvPr>
          <p:cNvSpPr txBox="1"/>
          <p:nvPr/>
        </p:nvSpPr>
        <p:spPr>
          <a:xfrm>
            <a:off x="3527723" y="1942653"/>
            <a:ext cx="1290814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200" b="1" spc="-1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專業技能說明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3" name="object 13">
            <a:extLst>
              <a:ext uri="{FF2B5EF4-FFF2-40B4-BE49-F238E27FC236}">
                <a16:creationId xmlns:a16="http://schemas.microsoft.com/office/drawing/2014/main" id="{D2E743F8-6F1C-405C-BF4B-9A96AACC96C6}"/>
              </a:ext>
            </a:extLst>
          </p:cNvPr>
          <p:cNvSpPr txBox="1"/>
          <p:nvPr/>
        </p:nvSpPr>
        <p:spPr>
          <a:xfrm>
            <a:off x="535642" y="2572361"/>
            <a:ext cx="1140758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電器修護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4" name="object 14">
            <a:extLst>
              <a:ext uri="{FF2B5EF4-FFF2-40B4-BE49-F238E27FC236}">
                <a16:creationId xmlns:a16="http://schemas.microsoft.com/office/drawing/2014/main" id="{AC2E809B-0A41-4D36-BC94-A642E044338E}"/>
              </a:ext>
            </a:extLst>
          </p:cNvPr>
          <p:cNvSpPr txBox="1"/>
          <p:nvPr/>
        </p:nvSpPr>
        <p:spPr>
          <a:xfrm>
            <a:off x="2759361" y="2514670"/>
            <a:ext cx="453065" cy="397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乙級</a:t>
            </a:r>
            <a:endParaRPr lang="en-US" sz="1200" spc="15" dirty="0">
              <a:solidFill>
                <a:srgbClr val="1D293B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marL="12700">
              <a:spcBef>
                <a:spcPts val="120"/>
              </a:spcBef>
            </a:pPr>
            <a:r>
              <a:rPr lang="zh-TW" altLang="en-US" sz="1200" dirty="0"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丙級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5" name="object 15">
            <a:extLst>
              <a:ext uri="{FF2B5EF4-FFF2-40B4-BE49-F238E27FC236}">
                <a16:creationId xmlns:a16="http://schemas.microsoft.com/office/drawing/2014/main" id="{03D17FB0-ED8D-4030-97C9-B2E2F54B94FE}"/>
              </a:ext>
            </a:extLst>
          </p:cNvPr>
          <p:cNvSpPr txBox="1"/>
          <p:nvPr/>
        </p:nvSpPr>
        <p:spPr>
          <a:xfrm>
            <a:off x="3527723" y="2362200"/>
            <a:ext cx="2730976" cy="533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具備三相動力配線、商用冰箱與變 頻冷氣高階維修實力。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56" name="object 16">
            <a:extLst>
              <a:ext uri="{FF2B5EF4-FFF2-40B4-BE49-F238E27FC236}">
                <a16:creationId xmlns:a16="http://schemas.microsoft.com/office/drawing/2014/main" id="{6E6E0C3B-F80D-470B-9461-3A55F9535862}"/>
              </a:ext>
            </a:extLst>
          </p:cNvPr>
          <p:cNvSpPr txBox="1"/>
          <p:nvPr/>
        </p:nvSpPr>
        <p:spPr>
          <a:xfrm>
            <a:off x="535643" y="3251464"/>
            <a:ext cx="1674157" cy="38472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DAIKIN</a:t>
            </a:r>
            <a:r>
              <a:rPr sz="1200" spc="-3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大金</a:t>
            </a:r>
            <a:r>
              <a:rPr lang="en-US" altLang="zh-TW" sz="1200" spc="-3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R32</a:t>
            </a: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實機安裝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7" name="object 17">
            <a:extLst>
              <a:ext uri="{FF2B5EF4-FFF2-40B4-BE49-F238E27FC236}">
                <a16:creationId xmlns:a16="http://schemas.microsoft.com/office/drawing/2014/main" id="{B37ECF75-6720-4C6C-9C74-A912911AC4FF}"/>
              </a:ext>
            </a:extLst>
          </p:cNvPr>
          <p:cNvSpPr txBox="1"/>
          <p:nvPr/>
        </p:nvSpPr>
        <p:spPr>
          <a:xfrm>
            <a:off x="2759361" y="3193773"/>
            <a:ext cx="45306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銅級</a:t>
            </a:r>
            <a:endParaRPr sz="120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58" name="object 18">
            <a:extLst>
              <a:ext uri="{FF2B5EF4-FFF2-40B4-BE49-F238E27FC236}">
                <a16:creationId xmlns:a16="http://schemas.microsoft.com/office/drawing/2014/main" id="{86BD7C12-E06F-4331-81B5-D70AE3A879A4}"/>
              </a:ext>
            </a:extLst>
          </p:cNvPr>
          <p:cNvSpPr txBox="1"/>
          <p:nvPr/>
        </p:nvSpPr>
        <p:spPr>
          <a:xfrm>
            <a:off x="3527723" y="3048000"/>
            <a:ext cx="2757012" cy="533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通過原廠</a:t>
            </a:r>
            <a:r>
              <a:rPr sz="1200" spc="-29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R32</a:t>
            </a:r>
            <a:r>
              <a:rPr sz="120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專業施工標準，熟悉 最新型空調設備安裝規範。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59" name="object 19">
            <a:extLst>
              <a:ext uri="{FF2B5EF4-FFF2-40B4-BE49-F238E27FC236}">
                <a16:creationId xmlns:a16="http://schemas.microsoft.com/office/drawing/2014/main" id="{07BF2476-344D-49B8-B40C-4FE4B16914C6}"/>
              </a:ext>
            </a:extLst>
          </p:cNvPr>
          <p:cNvSpPr txBox="1"/>
          <p:nvPr/>
        </p:nvSpPr>
        <p:spPr>
          <a:xfrm>
            <a:off x="535642" y="3930568"/>
            <a:ext cx="1521758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冷凍空調裝修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60" name="object 20">
            <a:extLst>
              <a:ext uri="{FF2B5EF4-FFF2-40B4-BE49-F238E27FC236}">
                <a16:creationId xmlns:a16="http://schemas.microsoft.com/office/drawing/2014/main" id="{AF6B524E-793B-46F0-BCC0-D73ACAD1D278}"/>
              </a:ext>
            </a:extLst>
          </p:cNvPr>
          <p:cNvSpPr txBox="1"/>
          <p:nvPr/>
        </p:nvSpPr>
        <p:spPr>
          <a:xfrm>
            <a:off x="2759361" y="3872877"/>
            <a:ext cx="327440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丙級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61" name="object 21">
            <a:extLst>
              <a:ext uri="{FF2B5EF4-FFF2-40B4-BE49-F238E27FC236}">
                <a16:creationId xmlns:a16="http://schemas.microsoft.com/office/drawing/2014/main" id="{FE34B287-CCDE-437D-AFA8-53377194FB3A}"/>
              </a:ext>
            </a:extLst>
          </p:cNvPr>
          <p:cNvSpPr txBox="1"/>
          <p:nvPr/>
        </p:nvSpPr>
        <p:spPr>
          <a:xfrm>
            <a:off x="3527723" y="3733800"/>
            <a:ext cx="2730976" cy="533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冷媒壓力偵測、銅管擴管與銀焊技 術、系統抽真空與填充。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64" name="object 24">
            <a:extLst>
              <a:ext uri="{FF2B5EF4-FFF2-40B4-BE49-F238E27FC236}">
                <a16:creationId xmlns:a16="http://schemas.microsoft.com/office/drawing/2014/main" id="{8BF69A19-9816-4B2A-B5E5-DB3C5701F05B}"/>
              </a:ext>
            </a:extLst>
          </p:cNvPr>
          <p:cNvSpPr txBox="1"/>
          <p:nvPr/>
        </p:nvSpPr>
        <p:spPr>
          <a:xfrm>
            <a:off x="3527724" y="4419600"/>
            <a:ext cx="2781778" cy="533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電路板</a:t>
            </a:r>
            <a:r>
              <a:rPr sz="1200" spc="-29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PCB</a:t>
            </a:r>
            <a:r>
              <a:rPr sz="120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5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焊接工藝、基礎電子零件識別與儀器操作</a:t>
            </a: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。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79" name="object 12">
            <a:extLst>
              <a:ext uri="{FF2B5EF4-FFF2-40B4-BE49-F238E27FC236}">
                <a16:creationId xmlns:a16="http://schemas.microsoft.com/office/drawing/2014/main" id="{D8134899-9A84-49D9-86B0-5D3D5E71D681}"/>
              </a:ext>
            </a:extLst>
          </p:cNvPr>
          <p:cNvSpPr txBox="1"/>
          <p:nvPr/>
        </p:nvSpPr>
        <p:spPr>
          <a:xfrm>
            <a:off x="2756278" y="1968740"/>
            <a:ext cx="554697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lang="zh-TW" altLang="en-US" sz="1200" b="1" spc="-10" dirty="0">
                <a:solidFill>
                  <a:srgbClr val="FFFFFF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級別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83" name="object 9">
            <a:extLst>
              <a:ext uri="{FF2B5EF4-FFF2-40B4-BE49-F238E27FC236}">
                <a16:creationId xmlns:a16="http://schemas.microsoft.com/office/drawing/2014/main" id="{1E4C2C00-E15E-4DBB-8817-522E0850C65D}"/>
              </a:ext>
            </a:extLst>
          </p:cNvPr>
          <p:cNvSpPr/>
          <p:nvPr/>
        </p:nvSpPr>
        <p:spPr>
          <a:xfrm>
            <a:off x="421374" y="5029835"/>
            <a:ext cx="6028055" cy="9525"/>
          </a:xfrm>
          <a:custGeom>
            <a:avLst/>
            <a:gdLst/>
            <a:ahLst/>
            <a:cxnLst/>
            <a:rect l="l" t="t" r="r" b="b"/>
            <a:pathLst>
              <a:path w="6028055" h="9525">
                <a:moveTo>
                  <a:pt x="6028004" y="0"/>
                </a:moveTo>
                <a:lnTo>
                  <a:pt x="3620668" y="0"/>
                </a:lnTo>
                <a:lnTo>
                  <a:pt x="2706141" y="12"/>
                </a:lnTo>
                <a:lnTo>
                  <a:pt x="0" y="0"/>
                </a:lnTo>
                <a:lnTo>
                  <a:pt x="34950" y="9055"/>
                </a:lnTo>
                <a:lnTo>
                  <a:pt x="2706141" y="9055"/>
                </a:lnTo>
                <a:lnTo>
                  <a:pt x="3620668" y="9067"/>
                </a:lnTo>
                <a:lnTo>
                  <a:pt x="5993054" y="9055"/>
                </a:lnTo>
                <a:lnTo>
                  <a:pt x="6027178" y="495"/>
                </a:lnTo>
                <a:lnTo>
                  <a:pt x="6028004" y="0"/>
                </a:lnTo>
                <a:close/>
              </a:path>
            </a:pathLst>
          </a:custGeom>
          <a:solidFill>
            <a:srgbClr val="F1F5F9"/>
          </a:solidFill>
        </p:spPr>
        <p:txBody>
          <a:bodyPr wrap="square" lIns="0" tIns="0" rIns="0" bIns="0" rtlCol="0"/>
          <a:lstStyle/>
          <a:p>
            <a:endParaRPr sz="12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4" name="object 25">
            <a:extLst>
              <a:ext uri="{FF2B5EF4-FFF2-40B4-BE49-F238E27FC236}">
                <a16:creationId xmlns:a16="http://schemas.microsoft.com/office/drawing/2014/main" id="{986C262F-8890-4AD1-A7E1-3CBBC4C930E6}"/>
              </a:ext>
            </a:extLst>
          </p:cNvPr>
          <p:cNvSpPr txBox="1"/>
          <p:nvPr/>
        </p:nvSpPr>
        <p:spPr>
          <a:xfrm>
            <a:off x="372658" y="5613152"/>
            <a:ext cx="2262505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510540" algn="l"/>
              </a:tabLst>
            </a:pPr>
            <a:r>
              <a:rPr lang="zh-TW" altLang="en-US" sz="20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3200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數位整合工具</a:t>
            </a: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85" name="object 26">
            <a:extLst>
              <a:ext uri="{FF2B5EF4-FFF2-40B4-BE49-F238E27FC236}">
                <a16:creationId xmlns:a16="http://schemas.microsoft.com/office/drawing/2014/main" id="{EFC07EBD-6DC7-4524-81A3-3F3C8902CC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6278" y="5779785"/>
            <a:ext cx="3730541" cy="18109"/>
          </a:xfrm>
          <a:prstGeom prst="rect">
            <a:avLst/>
          </a:prstGeom>
        </p:spPr>
      </p:pic>
      <p:sp>
        <p:nvSpPr>
          <p:cNvPr id="86" name="object 27">
            <a:extLst>
              <a:ext uri="{FF2B5EF4-FFF2-40B4-BE49-F238E27FC236}">
                <a16:creationId xmlns:a16="http://schemas.microsoft.com/office/drawing/2014/main" id="{6AE50D82-8F92-4131-A7F9-985FF2CE3E6B}"/>
              </a:ext>
            </a:extLst>
          </p:cNvPr>
          <p:cNvSpPr/>
          <p:nvPr/>
        </p:nvSpPr>
        <p:spPr>
          <a:xfrm>
            <a:off x="565037" y="6388041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5894" y="63378"/>
                </a:moveTo>
                <a:lnTo>
                  <a:pt x="27488" y="63378"/>
                </a:lnTo>
                <a:lnTo>
                  <a:pt x="23446" y="62573"/>
                </a:lnTo>
                <a:lnTo>
                  <a:pt x="0" y="35891"/>
                </a:lnTo>
                <a:lnTo>
                  <a:pt x="0" y="27486"/>
                </a:lnTo>
                <a:lnTo>
                  <a:pt x="27488" y="0"/>
                </a:lnTo>
                <a:lnTo>
                  <a:pt x="35894" y="0"/>
                </a:lnTo>
                <a:lnTo>
                  <a:pt x="63382" y="27486"/>
                </a:lnTo>
                <a:lnTo>
                  <a:pt x="63383" y="31691"/>
                </a:lnTo>
                <a:lnTo>
                  <a:pt x="63382" y="35891"/>
                </a:lnTo>
                <a:lnTo>
                  <a:pt x="35894" y="63378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87" name="object 28">
            <a:extLst>
              <a:ext uri="{FF2B5EF4-FFF2-40B4-BE49-F238E27FC236}">
                <a16:creationId xmlns:a16="http://schemas.microsoft.com/office/drawing/2014/main" id="{D962EC6F-F0A1-4ED4-8688-0C03120D8B6A}"/>
              </a:ext>
            </a:extLst>
          </p:cNvPr>
          <p:cNvSpPr txBox="1"/>
          <p:nvPr/>
        </p:nvSpPr>
        <p:spPr>
          <a:xfrm>
            <a:off x="734847" y="6294410"/>
            <a:ext cx="3070225" cy="5995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200" b="1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智慧監控：</a:t>
            </a:r>
            <a:r>
              <a:rPr sz="1200" b="1" spc="-15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熟練</a:t>
            </a:r>
            <a:r>
              <a:rPr sz="1200" spc="-33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350" spc="-9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Nod</a:t>
            </a:r>
            <a:r>
              <a:rPr sz="1350" spc="-6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e</a:t>
            </a:r>
            <a:r>
              <a:rPr sz="1350" spc="-7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-RED</a:t>
            </a:r>
            <a:r>
              <a:rPr sz="1350" spc="-3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0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搭建</a:t>
            </a:r>
            <a:r>
              <a:rPr sz="1200" spc="-33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350" spc="-4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I</a:t>
            </a:r>
            <a:r>
              <a:rPr sz="1350" spc="-17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o</a:t>
            </a:r>
            <a:r>
              <a:rPr sz="1350" spc="-8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lang="en-US" sz="1350" spc="-8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lang="en-US" altLang="zh-TW" sz="1350" spc="-8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Dashboards</a:t>
            </a:r>
            <a:r>
              <a:rPr lang="zh-TW" altLang="en-US"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。</a:t>
            </a:r>
            <a:endParaRPr lang="en-US" altLang="zh-TW"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88" name="object 29">
            <a:extLst>
              <a:ext uri="{FF2B5EF4-FFF2-40B4-BE49-F238E27FC236}">
                <a16:creationId xmlns:a16="http://schemas.microsoft.com/office/drawing/2014/main" id="{CD26C6EC-99C1-464E-8A61-A9C7B5CC33F4}"/>
              </a:ext>
            </a:extLst>
          </p:cNvPr>
          <p:cNvSpPr txBox="1"/>
          <p:nvPr/>
        </p:nvSpPr>
        <p:spPr>
          <a:xfrm>
            <a:off x="734846" y="6629435"/>
            <a:ext cx="10350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89" name="object 30">
            <a:extLst>
              <a:ext uri="{FF2B5EF4-FFF2-40B4-BE49-F238E27FC236}">
                <a16:creationId xmlns:a16="http://schemas.microsoft.com/office/drawing/2014/main" id="{9DABEC79-142D-4346-91F9-29D9E1ACCCDB}"/>
              </a:ext>
            </a:extLst>
          </p:cNvPr>
          <p:cNvSpPr/>
          <p:nvPr/>
        </p:nvSpPr>
        <p:spPr>
          <a:xfrm>
            <a:off x="565037" y="7067145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5894" y="63378"/>
                </a:moveTo>
                <a:lnTo>
                  <a:pt x="27488" y="63378"/>
                </a:lnTo>
                <a:lnTo>
                  <a:pt x="23446" y="62573"/>
                </a:lnTo>
                <a:lnTo>
                  <a:pt x="0" y="35891"/>
                </a:lnTo>
                <a:lnTo>
                  <a:pt x="0" y="27486"/>
                </a:lnTo>
                <a:lnTo>
                  <a:pt x="27488" y="0"/>
                </a:lnTo>
                <a:lnTo>
                  <a:pt x="35894" y="0"/>
                </a:lnTo>
                <a:lnTo>
                  <a:pt x="63382" y="27486"/>
                </a:lnTo>
                <a:lnTo>
                  <a:pt x="63383" y="31691"/>
                </a:lnTo>
                <a:lnTo>
                  <a:pt x="63382" y="35891"/>
                </a:lnTo>
                <a:lnTo>
                  <a:pt x="35894" y="63378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90" name="object 31">
            <a:extLst>
              <a:ext uri="{FF2B5EF4-FFF2-40B4-BE49-F238E27FC236}">
                <a16:creationId xmlns:a16="http://schemas.microsoft.com/office/drawing/2014/main" id="{AD040722-8DBB-4E3B-ACCD-A0085768ED2F}"/>
              </a:ext>
            </a:extLst>
          </p:cNvPr>
          <p:cNvSpPr txBox="1"/>
          <p:nvPr/>
        </p:nvSpPr>
        <p:spPr>
          <a:xfrm>
            <a:off x="734844" y="6979499"/>
            <a:ext cx="2842972" cy="7989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sz="1200" b="1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程式開發：</a:t>
            </a:r>
            <a:r>
              <a:rPr sz="1200" b="1" spc="-15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350" spc="-7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Python</a:t>
            </a:r>
            <a:r>
              <a:rPr sz="1350" spc="-3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0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實作樹莓派影像與數據處</a:t>
            </a:r>
            <a:r>
              <a:rPr lang="zh-TW" altLang="en-US"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理。</a:t>
            </a:r>
            <a:endParaRPr lang="zh-TW" altLang="en-US"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>
              <a:spcBef>
                <a:spcPts val="100"/>
              </a:spcBef>
            </a:pP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91" name="object 32">
            <a:extLst>
              <a:ext uri="{FF2B5EF4-FFF2-40B4-BE49-F238E27FC236}">
                <a16:creationId xmlns:a16="http://schemas.microsoft.com/office/drawing/2014/main" id="{BD24BF92-9EB8-4A09-A1AD-4B7BB33BE386}"/>
              </a:ext>
            </a:extLst>
          </p:cNvPr>
          <p:cNvSpPr txBox="1"/>
          <p:nvPr/>
        </p:nvSpPr>
        <p:spPr>
          <a:xfrm>
            <a:off x="732242" y="7591822"/>
            <a:ext cx="3006725" cy="5702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88900">
              <a:lnSpc>
                <a:spcPct val="150000"/>
              </a:lnSpc>
              <a:spcBef>
                <a:spcPts val="359"/>
              </a:spcBef>
            </a:pPr>
            <a:r>
              <a:rPr sz="1200" b="1" spc="10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自動控制</a:t>
            </a:r>
            <a:r>
              <a:rPr sz="1200" b="1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：</a:t>
            </a:r>
            <a:r>
              <a:rPr sz="1200" b="1" spc="-15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350" spc="-8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P</a:t>
            </a:r>
            <a:r>
              <a:rPr sz="1350" spc="-114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L</a:t>
            </a:r>
            <a:r>
              <a:rPr sz="1350" spc="-9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C</a:t>
            </a:r>
            <a:r>
              <a:rPr sz="1350" spc="-3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200" spc="10" dirty="0" err="1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階梯圖設計與變頻器驅動控制</a:t>
            </a:r>
            <a:r>
              <a:rPr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。</a:t>
            </a:r>
            <a:endParaRPr lang="zh-TW" altLang="en-US" sz="1200" spc="10" dirty="0">
              <a:solidFill>
                <a:srgbClr val="1D293B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92" name="object 33">
            <a:extLst>
              <a:ext uri="{FF2B5EF4-FFF2-40B4-BE49-F238E27FC236}">
                <a16:creationId xmlns:a16="http://schemas.microsoft.com/office/drawing/2014/main" id="{7222E889-EB97-4781-A2BA-C29C31B73C4C}"/>
              </a:ext>
            </a:extLst>
          </p:cNvPr>
          <p:cNvSpPr/>
          <p:nvPr/>
        </p:nvSpPr>
        <p:spPr>
          <a:xfrm>
            <a:off x="565037" y="7746248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5894" y="63378"/>
                </a:moveTo>
                <a:lnTo>
                  <a:pt x="27488" y="63378"/>
                </a:lnTo>
                <a:lnTo>
                  <a:pt x="23446" y="62573"/>
                </a:lnTo>
                <a:lnTo>
                  <a:pt x="0" y="35891"/>
                </a:lnTo>
                <a:lnTo>
                  <a:pt x="0" y="27482"/>
                </a:lnTo>
                <a:lnTo>
                  <a:pt x="27488" y="0"/>
                </a:lnTo>
                <a:lnTo>
                  <a:pt x="35894" y="0"/>
                </a:lnTo>
                <a:lnTo>
                  <a:pt x="63382" y="27482"/>
                </a:lnTo>
                <a:lnTo>
                  <a:pt x="63383" y="31691"/>
                </a:lnTo>
                <a:lnTo>
                  <a:pt x="63382" y="35891"/>
                </a:lnTo>
                <a:lnTo>
                  <a:pt x="35894" y="63378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93" name="object 34">
            <a:extLst>
              <a:ext uri="{FF2B5EF4-FFF2-40B4-BE49-F238E27FC236}">
                <a16:creationId xmlns:a16="http://schemas.microsoft.com/office/drawing/2014/main" id="{ECD1953E-F425-415C-866D-B42D24BA9815}"/>
              </a:ext>
            </a:extLst>
          </p:cNvPr>
          <p:cNvSpPr/>
          <p:nvPr/>
        </p:nvSpPr>
        <p:spPr>
          <a:xfrm>
            <a:off x="565037" y="8416297"/>
            <a:ext cx="63500" cy="63500"/>
          </a:xfrm>
          <a:custGeom>
            <a:avLst/>
            <a:gdLst/>
            <a:ahLst/>
            <a:cxnLst/>
            <a:rect l="l" t="t" r="r" b="b"/>
            <a:pathLst>
              <a:path w="63500" h="63500">
                <a:moveTo>
                  <a:pt x="35894" y="63382"/>
                </a:moveTo>
                <a:lnTo>
                  <a:pt x="27488" y="63382"/>
                </a:lnTo>
                <a:lnTo>
                  <a:pt x="23446" y="62578"/>
                </a:lnTo>
                <a:lnTo>
                  <a:pt x="0" y="35891"/>
                </a:lnTo>
                <a:lnTo>
                  <a:pt x="0" y="27482"/>
                </a:lnTo>
                <a:lnTo>
                  <a:pt x="27488" y="0"/>
                </a:lnTo>
                <a:lnTo>
                  <a:pt x="35894" y="0"/>
                </a:lnTo>
                <a:lnTo>
                  <a:pt x="63382" y="27482"/>
                </a:lnTo>
                <a:lnTo>
                  <a:pt x="63383" y="31691"/>
                </a:lnTo>
                <a:lnTo>
                  <a:pt x="63382" y="35891"/>
                </a:lnTo>
                <a:lnTo>
                  <a:pt x="35894" y="63382"/>
                </a:lnTo>
                <a:close/>
              </a:path>
            </a:pathLst>
          </a:custGeom>
          <a:solidFill>
            <a:srgbClr val="1D293B"/>
          </a:solidFill>
        </p:spPr>
        <p:txBody>
          <a:bodyPr wrap="square" lIns="0" tIns="0" rIns="0" bIns="0" rtlCol="0"/>
          <a:lstStyle/>
          <a:p>
            <a:endParaRPr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grpSp>
        <p:nvGrpSpPr>
          <p:cNvPr id="94" name="object 35">
            <a:extLst>
              <a:ext uri="{FF2B5EF4-FFF2-40B4-BE49-F238E27FC236}">
                <a16:creationId xmlns:a16="http://schemas.microsoft.com/office/drawing/2014/main" id="{D1CA01B1-132B-46C7-A333-4FBA55FE326F}"/>
              </a:ext>
            </a:extLst>
          </p:cNvPr>
          <p:cNvGrpSpPr/>
          <p:nvPr/>
        </p:nvGrpSpPr>
        <p:grpSpPr>
          <a:xfrm>
            <a:off x="4150705" y="6089236"/>
            <a:ext cx="2336165" cy="2892837"/>
            <a:chOff x="4499954" y="6482937"/>
            <a:chExt cx="2336165" cy="1811020"/>
          </a:xfrm>
        </p:grpSpPr>
        <p:sp>
          <p:nvSpPr>
            <p:cNvPr id="95" name="object 36">
              <a:extLst>
                <a:ext uri="{FF2B5EF4-FFF2-40B4-BE49-F238E27FC236}">
                  <a16:creationId xmlns:a16="http://schemas.microsoft.com/office/drawing/2014/main" id="{4E71FEC6-6344-48DE-A108-FF3C53CCEF21}"/>
                </a:ext>
              </a:extLst>
            </p:cNvPr>
            <p:cNvSpPr/>
            <p:nvPr/>
          </p:nvSpPr>
          <p:spPr>
            <a:xfrm>
              <a:off x="4499954" y="6482937"/>
              <a:ext cx="2336165" cy="1811020"/>
            </a:xfrm>
            <a:custGeom>
              <a:avLst/>
              <a:gdLst/>
              <a:ahLst/>
              <a:cxnLst/>
              <a:rect l="l" t="t" r="r" b="b"/>
              <a:pathLst>
                <a:path w="2336165" h="1811020">
                  <a:moveTo>
                    <a:pt x="2227515" y="1810940"/>
                  </a:moveTo>
                  <a:lnTo>
                    <a:pt x="108599" y="1810940"/>
                  </a:lnTo>
                  <a:lnTo>
                    <a:pt x="97952" y="1810426"/>
                  </a:lnTo>
                  <a:lnTo>
                    <a:pt x="57383" y="1798098"/>
                  </a:lnTo>
                  <a:lnTo>
                    <a:pt x="24621" y="1771184"/>
                  </a:lnTo>
                  <a:lnTo>
                    <a:pt x="4651" y="1733780"/>
                  </a:lnTo>
                  <a:lnTo>
                    <a:pt x="0" y="1702292"/>
                  </a:lnTo>
                  <a:lnTo>
                    <a:pt x="0" y="108651"/>
                  </a:lnTo>
                  <a:lnTo>
                    <a:pt x="8270" y="67074"/>
                  </a:lnTo>
                  <a:lnTo>
                    <a:pt x="31824" y="31823"/>
                  </a:lnTo>
                  <a:lnTo>
                    <a:pt x="67075" y="8270"/>
                  </a:lnTo>
                  <a:lnTo>
                    <a:pt x="108656" y="0"/>
                  </a:lnTo>
                  <a:lnTo>
                    <a:pt x="2227459" y="0"/>
                  </a:lnTo>
                  <a:lnTo>
                    <a:pt x="2269038" y="8270"/>
                  </a:lnTo>
                  <a:lnTo>
                    <a:pt x="2304289" y="31823"/>
                  </a:lnTo>
                  <a:lnTo>
                    <a:pt x="2327843" y="67074"/>
                  </a:lnTo>
                  <a:lnTo>
                    <a:pt x="2336115" y="108651"/>
                  </a:lnTo>
                  <a:lnTo>
                    <a:pt x="2336115" y="1702292"/>
                  </a:lnTo>
                  <a:lnTo>
                    <a:pt x="2327843" y="1743867"/>
                  </a:lnTo>
                  <a:lnTo>
                    <a:pt x="2304289" y="1779118"/>
                  </a:lnTo>
                  <a:lnTo>
                    <a:pt x="2269038" y="1802671"/>
                  </a:lnTo>
                  <a:lnTo>
                    <a:pt x="2227515" y="1810940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96" name="object 37">
              <a:extLst>
                <a:ext uri="{FF2B5EF4-FFF2-40B4-BE49-F238E27FC236}">
                  <a16:creationId xmlns:a16="http://schemas.microsoft.com/office/drawing/2014/main" id="{37C8402B-C31B-424F-B2FB-3C4BA21AF20F}"/>
                </a:ext>
              </a:extLst>
            </p:cNvPr>
            <p:cNvSpPr/>
            <p:nvPr/>
          </p:nvSpPr>
          <p:spPr>
            <a:xfrm>
              <a:off x="4499953" y="6482943"/>
              <a:ext cx="2336165" cy="1811020"/>
            </a:xfrm>
            <a:custGeom>
              <a:avLst/>
              <a:gdLst/>
              <a:ahLst/>
              <a:cxnLst/>
              <a:rect l="l" t="t" r="r" b="b"/>
              <a:pathLst>
                <a:path w="2336165" h="1811020">
                  <a:moveTo>
                    <a:pt x="18110" y="1621472"/>
                  </a:moveTo>
                  <a:lnTo>
                    <a:pt x="0" y="1621472"/>
                  </a:lnTo>
                  <a:lnTo>
                    <a:pt x="0" y="1675803"/>
                  </a:lnTo>
                  <a:lnTo>
                    <a:pt x="18110" y="1675803"/>
                  </a:lnTo>
                  <a:lnTo>
                    <a:pt x="18110" y="1621472"/>
                  </a:lnTo>
                  <a:close/>
                </a:path>
                <a:path w="2336165" h="1811020">
                  <a:moveTo>
                    <a:pt x="18110" y="1531124"/>
                  </a:moveTo>
                  <a:lnTo>
                    <a:pt x="0" y="1531124"/>
                  </a:lnTo>
                  <a:lnTo>
                    <a:pt x="0" y="1585455"/>
                  </a:lnTo>
                  <a:lnTo>
                    <a:pt x="18110" y="1585455"/>
                  </a:lnTo>
                  <a:lnTo>
                    <a:pt x="18110" y="1531124"/>
                  </a:lnTo>
                  <a:close/>
                </a:path>
                <a:path w="2336165" h="1811020">
                  <a:moveTo>
                    <a:pt x="18110" y="1440789"/>
                  </a:moveTo>
                  <a:lnTo>
                    <a:pt x="0" y="1440789"/>
                  </a:lnTo>
                  <a:lnTo>
                    <a:pt x="0" y="1495120"/>
                  </a:lnTo>
                  <a:lnTo>
                    <a:pt x="18110" y="1495120"/>
                  </a:lnTo>
                  <a:lnTo>
                    <a:pt x="18110" y="1440789"/>
                  </a:lnTo>
                  <a:close/>
                </a:path>
                <a:path w="2336165" h="1811020">
                  <a:moveTo>
                    <a:pt x="18110" y="1350441"/>
                  </a:moveTo>
                  <a:lnTo>
                    <a:pt x="0" y="1350441"/>
                  </a:lnTo>
                  <a:lnTo>
                    <a:pt x="0" y="1404772"/>
                  </a:lnTo>
                  <a:lnTo>
                    <a:pt x="18110" y="1404772"/>
                  </a:lnTo>
                  <a:lnTo>
                    <a:pt x="18110" y="1350441"/>
                  </a:lnTo>
                  <a:close/>
                </a:path>
                <a:path w="2336165" h="1811020">
                  <a:moveTo>
                    <a:pt x="18110" y="1260094"/>
                  </a:moveTo>
                  <a:lnTo>
                    <a:pt x="0" y="1260094"/>
                  </a:lnTo>
                  <a:lnTo>
                    <a:pt x="0" y="1314424"/>
                  </a:lnTo>
                  <a:lnTo>
                    <a:pt x="18110" y="1314424"/>
                  </a:lnTo>
                  <a:lnTo>
                    <a:pt x="18110" y="1260094"/>
                  </a:lnTo>
                  <a:close/>
                </a:path>
                <a:path w="2336165" h="1811020">
                  <a:moveTo>
                    <a:pt x="18110" y="1169758"/>
                  </a:moveTo>
                  <a:lnTo>
                    <a:pt x="0" y="1169758"/>
                  </a:lnTo>
                  <a:lnTo>
                    <a:pt x="0" y="1224076"/>
                  </a:lnTo>
                  <a:lnTo>
                    <a:pt x="18110" y="1224076"/>
                  </a:lnTo>
                  <a:lnTo>
                    <a:pt x="18110" y="1169758"/>
                  </a:lnTo>
                  <a:close/>
                </a:path>
                <a:path w="2336165" h="1811020">
                  <a:moveTo>
                    <a:pt x="18110" y="1079411"/>
                  </a:moveTo>
                  <a:lnTo>
                    <a:pt x="0" y="1079411"/>
                  </a:lnTo>
                  <a:lnTo>
                    <a:pt x="0" y="1133741"/>
                  </a:lnTo>
                  <a:lnTo>
                    <a:pt x="18110" y="1133741"/>
                  </a:lnTo>
                  <a:lnTo>
                    <a:pt x="18110" y="1079411"/>
                  </a:lnTo>
                  <a:close/>
                </a:path>
                <a:path w="2336165" h="1811020">
                  <a:moveTo>
                    <a:pt x="18110" y="989063"/>
                  </a:moveTo>
                  <a:lnTo>
                    <a:pt x="0" y="989063"/>
                  </a:lnTo>
                  <a:lnTo>
                    <a:pt x="0" y="1043393"/>
                  </a:lnTo>
                  <a:lnTo>
                    <a:pt x="18110" y="1043393"/>
                  </a:lnTo>
                  <a:lnTo>
                    <a:pt x="18110" y="989063"/>
                  </a:lnTo>
                  <a:close/>
                </a:path>
                <a:path w="2336165" h="1811020">
                  <a:moveTo>
                    <a:pt x="18110" y="898728"/>
                  </a:moveTo>
                  <a:lnTo>
                    <a:pt x="0" y="898728"/>
                  </a:lnTo>
                  <a:lnTo>
                    <a:pt x="0" y="953046"/>
                  </a:lnTo>
                  <a:lnTo>
                    <a:pt x="18110" y="953046"/>
                  </a:lnTo>
                  <a:lnTo>
                    <a:pt x="18110" y="898728"/>
                  </a:lnTo>
                  <a:close/>
                </a:path>
                <a:path w="2336165" h="1811020">
                  <a:moveTo>
                    <a:pt x="18110" y="808380"/>
                  </a:moveTo>
                  <a:lnTo>
                    <a:pt x="0" y="808380"/>
                  </a:lnTo>
                  <a:lnTo>
                    <a:pt x="0" y="862711"/>
                  </a:lnTo>
                  <a:lnTo>
                    <a:pt x="18110" y="862711"/>
                  </a:lnTo>
                  <a:lnTo>
                    <a:pt x="18110" y="808380"/>
                  </a:lnTo>
                  <a:close/>
                </a:path>
                <a:path w="2336165" h="1811020">
                  <a:moveTo>
                    <a:pt x="18110" y="718032"/>
                  </a:moveTo>
                  <a:lnTo>
                    <a:pt x="0" y="718032"/>
                  </a:lnTo>
                  <a:lnTo>
                    <a:pt x="0" y="772363"/>
                  </a:lnTo>
                  <a:lnTo>
                    <a:pt x="18110" y="772363"/>
                  </a:lnTo>
                  <a:lnTo>
                    <a:pt x="18110" y="718032"/>
                  </a:lnTo>
                  <a:close/>
                </a:path>
                <a:path w="2336165" h="1811020">
                  <a:moveTo>
                    <a:pt x="18110" y="627697"/>
                  </a:moveTo>
                  <a:lnTo>
                    <a:pt x="0" y="627697"/>
                  </a:lnTo>
                  <a:lnTo>
                    <a:pt x="0" y="682015"/>
                  </a:lnTo>
                  <a:lnTo>
                    <a:pt x="18110" y="682015"/>
                  </a:lnTo>
                  <a:lnTo>
                    <a:pt x="18110" y="627697"/>
                  </a:lnTo>
                  <a:close/>
                </a:path>
                <a:path w="2336165" h="1811020">
                  <a:moveTo>
                    <a:pt x="18110" y="537349"/>
                  </a:moveTo>
                  <a:lnTo>
                    <a:pt x="0" y="537349"/>
                  </a:lnTo>
                  <a:lnTo>
                    <a:pt x="0" y="591680"/>
                  </a:lnTo>
                  <a:lnTo>
                    <a:pt x="18110" y="591680"/>
                  </a:lnTo>
                  <a:lnTo>
                    <a:pt x="18110" y="537349"/>
                  </a:lnTo>
                  <a:close/>
                </a:path>
                <a:path w="2336165" h="1811020">
                  <a:moveTo>
                    <a:pt x="18110" y="447001"/>
                  </a:moveTo>
                  <a:lnTo>
                    <a:pt x="0" y="447001"/>
                  </a:lnTo>
                  <a:lnTo>
                    <a:pt x="0" y="501332"/>
                  </a:lnTo>
                  <a:lnTo>
                    <a:pt x="18110" y="501332"/>
                  </a:lnTo>
                  <a:lnTo>
                    <a:pt x="18110" y="447001"/>
                  </a:lnTo>
                  <a:close/>
                </a:path>
                <a:path w="2336165" h="1811020">
                  <a:moveTo>
                    <a:pt x="18110" y="356654"/>
                  </a:moveTo>
                  <a:lnTo>
                    <a:pt x="0" y="356654"/>
                  </a:lnTo>
                  <a:lnTo>
                    <a:pt x="0" y="410984"/>
                  </a:lnTo>
                  <a:lnTo>
                    <a:pt x="18110" y="410984"/>
                  </a:lnTo>
                  <a:lnTo>
                    <a:pt x="18110" y="356654"/>
                  </a:lnTo>
                  <a:close/>
                </a:path>
                <a:path w="2336165" h="1811020">
                  <a:moveTo>
                    <a:pt x="18110" y="266319"/>
                  </a:moveTo>
                  <a:lnTo>
                    <a:pt x="0" y="266319"/>
                  </a:lnTo>
                  <a:lnTo>
                    <a:pt x="0" y="320649"/>
                  </a:lnTo>
                  <a:lnTo>
                    <a:pt x="18110" y="320649"/>
                  </a:lnTo>
                  <a:lnTo>
                    <a:pt x="18110" y="266319"/>
                  </a:lnTo>
                  <a:close/>
                </a:path>
                <a:path w="2336165" h="1811020">
                  <a:moveTo>
                    <a:pt x="18110" y="175971"/>
                  </a:moveTo>
                  <a:lnTo>
                    <a:pt x="0" y="175971"/>
                  </a:lnTo>
                  <a:lnTo>
                    <a:pt x="0" y="230301"/>
                  </a:lnTo>
                  <a:lnTo>
                    <a:pt x="18110" y="230301"/>
                  </a:lnTo>
                  <a:lnTo>
                    <a:pt x="18110" y="175971"/>
                  </a:lnTo>
                  <a:close/>
                </a:path>
                <a:path w="2336165" h="1811020">
                  <a:moveTo>
                    <a:pt x="20510" y="88265"/>
                  </a:moveTo>
                  <a:lnTo>
                    <a:pt x="2882" y="84175"/>
                  </a:lnTo>
                  <a:lnTo>
                    <a:pt x="2057" y="87452"/>
                  </a:lnTo>
                  <a:lnTo>
                    <a:pt x="508" y="97955"/>
                  </a:lnTo>
                  <a:lnTo>
                    <a:pt x="0" y="108661"/>
                  </a:lnTo>
                  <a:lnTo>
                    <a:pt x="0" y="139954"/>
                  </a:lnTo>
                  <a:lnTo>
                    <a:pt x="18110" y="139954"/>
                  </a:lnTo>
                  <a:lnTo>
                    <a:pt x="18110" y="108661"/>
                  </a:lnTo>
                  <a:lnTo>
                    <a:pt x="18529" y="99733"/>
                  </a:lnTo>
                  <a:lnTo>
                    <a:pt x="19824" y="90982"/>
                  </a:lnTo>
                  <a:lnTo>
                    <a:pt x="20510" y="88265"/>
                  </a:lnTo>
                  <a:close/>
                </a:path>
                <a:path w="2336165" h="1811020">
                  <a:moveTo>
                    <a:pt x="36283" y="1756562"/>
                  </a:moveTo>
                  <a:lnTo>
                    <a:pt x="19824" y="1719961"/>
                  </a:lnTo>
                  <a:lnTo>
                    <a:pt x="18503" y="1710588"/>
                  </a:lnTo>
                  <a:lnTo>
                    <a:pt x="469" y="1712252"/>
                  </a:lnTo>
                  <a:lnTo>
                    <a:pt x="12839" y="1753565"/>
                  </a:lnTo>
                  <a:lnTo>
                    <a:pt x="21818" y="1767408"/>
                  </a:lnTo>
                  <a:lnTo>
                    <a:pt x="36283" y="1756562"/>
                  </a:lnTo>
                  <a:close/>
                </a:path>
                <a:path w="2336165" h="1811020">
                  <a:moveTo>
                    <a:pt x="71450" y="26212"/>
                  </a:moveTo>
                  <a:lnTo>
                    <a:pt x="64008" y="9715"/>
                  </a:lnTo>
                  <a:lnTo>
                    <a:pt x="57378" y="12839"/>
                  </a:lnTo>
                  <a:lnTo>
                    <a:pt x="48272" y="18288"/>
                  </a:lnTo>
                  <a:lnTo>
                    <a:pt x="39751" y="24625"/>
                  </a:lnTo>
                  <a:lnTo>
                    <a:pt x="31813" y="31826"/>
                  </a:lnTo>
                  <a:lnTo>
                    <a:pt x="24612" y="39763"/>
                  </a:lnTo>
                  <a:lnTo>
                    <a:pt x="18643" y="47802"/>
                  </a:lnTo>
                  <a:lnTo>
                    <a:pt x="33642" y="57950"/>
                  </a:lnTo>
                  <a:lnTo>
                    <a:pt x="38620" y="51244"/>
                  </a:lnTo>
                  <a:lnTo>
                    <a:pt x="44627" y="44627"/>
                  </a:lnTo>
                  <a:lnTo>
                    <a:pt x="51231" y="38633"/>
                  </a:lnTo>
                  <a:lnTo>
                    <a:pt x="58331" y="33350"/>
                  </a:lnTo>
                  <a:lnTo>
                    <a:pt x="65925" y="28816"/>
                  </a:lnTo>
                  <a:lnTo>
                    <a:pt x="71450" y="26212"/>
                  </a:lnTo>
                  <a:close/>
                </a:path>
                <a:path w="2336165" h="1811020">
                  <a:moveTo>
                    <a:pt x="107581" y="1792782"/>
                  </a:moveTo>
                  <a:lnTo>
                    <a:pt x="65925" y="1782127"/>
                  </a:lnTo>
                  <a:lnTo>
                    <a:pt x="60655" y="1778977"/>
                  </a:lnTo>
                  <a:lnTo>
                    <a:pt x="51054" y="1794306"/>
                  </a:lnTo>
                  <a:lnTo>
                    <a:pt x="87452" y="1808873"/>
                  </a:lnTo>
                  <a:lnTo>
                    <a:pt x="107365" y="1810880"/>
                  </a:lnTo>
                  <a:lnTo>
                    <a:pt x="107581" y="1792782"/>
                  </a:lnTo>
                  <a:close/>
                </a:path>
                <a:path w="2336165" h="1811020">
                  <a:moveTo>
                    <a:pt x="162979" y="0"/>
                  </a:moveTo>
                  <a:lnTo>
                    <a:pt x="108648" y="0"/>
                  </a:lnTo>
                  <a:lnTo>
                    <a:pt x="102349" y="304"/>
                  </a:lnTo>
                  <a:lnTo>
                    <a:pt x="103403" y="18364"/>
                  </a:lnTo>
                  <a:lnTo>
                    <a:pt x="108648" y="18110"/>
                  </a:lnTo>
                  <a:lnTo>
                    <a:pt x="162979" y="18110"/>
                  </a:lnTo>
                  <a:lnTo>
                    <a:pt x="162979" y="0"/>
                  </a:lnTo>
                  <a:close/>
                </a:path>
                <a:path w="2336165" h="1811020">
                  <a:moveTo>
                    <a:pt x="197751" y="1792833"/>
                  </a:moveTo>
                  <a:lnTo>
                    <a:pt x="143421" y="1792833"/>
                  </a:lnTo>
                  <a:lnTo>
                    <a:pt x="143421" y="1810943"/>
                  </a:lnTo>
                  <a:lnTo>
                    <a:pt x="197751" y="1810943"/>
                  </a:lnTo>
                  <a:lnTo>
                    <a:pt x="197751" y="1792833"/>
                  </a:lnTo>
                  <a:close/>
                </a:path>
                <a:path w="2336165" h="1811020">
                  <a:moveTo>
                    <a:pt x="253326" y="0"/>
                  </a:moveTo>
                  <a:lnTo>
                    <a:pt x="198996" y="0"/>
                  </a:lnTo>
                  <a:lnTo>
                    <a:pt x="198996" y="18110"/>
                  </a:lnTo>
                  <a:lnTo>
                    <a:pt x="253326" y="18110"/>
                  </a:lnTo>
                  <a:lnTo>
                    <a:pt x="253326" y="0"/>
                  </a:lnTo>
                  <a:close/>
                </a:path>
                <a:path w="2336165" h="1811020">
                  <a:moveTo>
                    <a:pt x="288099" y="1792833"/>
                  </a:moveTo>
                  <a:lnTo>
                    <a:pt x="233768" y="1792833"/>
                  </a:lnTo>
                  <a:lnTo>
                    <a:pt x="233768" y="1810943"/>
                  </a:lnTo>
                  <a:lnTo>
                    <a:pt x="288099" y="1810943"/>
                  </a:lnTo>
                  <a:lnTo>
                    <a:pt x="288099" y="1792833"/>
                  </a:lnTo>
                  <a:close/>
                </a:path>
                <a:path w="2336165" h="1811020">
                  <a:moveTo>
                    <a:pt x="343662" y="0"/>
                  </a:moveTo>
                  <a:lnTo>
                    <a:pt x="289344" y="0"/>
                  </a:lnTo>
                  <a:lnTo>
                    <a:pt x="289344" y="18110"/>
                  </a:lnTo>
                  <a:lnTo>
                    <a:pt x="343662" y="18110"/>
                  </a:lnTo>
                  <a:lnTo>
                    <a:pt x="343662" y="0"/>
                  </a:lnTo>
                  <a:close/>
                </a:path>
                <a:path w="2336165" h="1811020">
                  <a:moveTo>
                    <a:pt x="378434" y="1792833"/>
                  </a:moveTo>
                  <a:lnTo>
                    <a:pt x="324116" y="1792833"/>
                  </a:lnTo>
                  <a:lnTo>
                    <a:pt x="324116" y="1810943"/>
                  </a:lnTo>
                  <a:lnTo>
                    <a:pt x="378434" y="1810943"/>
                  </a:lnTo>
                  <a:lnTo>
                    <a:pt x="378434" y="1792833"/>
                  </a:lnTo>
                  <a:close/>
                </a:path>
                <a:path w="2336165" h="1811020">
                  <a:moveTo>
                    <a:pt x="434009" y="0"/>
                  </a:moveTo>
                  <a:lnTo>
                    <a:pt x="379679" y="0"/>
                  </a:lnTo>
                  <a:lnTo>
                    <a:pt x="379679" y="18110"/>
                  </a:lnTo>
                  <a:lnTo>
                    <a:pt x="434009" y="18110"/>
                  </a:lnTo>
                  <a:lnTo>
                    <a:pt x="434009" y="0"/>
                  </a:lnTo>
                  <a:close/>
                </a:path>
                <a:path w="2336165" h="1811020">
                  <a:moveTo>
                    <a:pt x="468782" y="1792833"/>
                  </a:moveTo>
                  <a:lnTo>
                    <a:pt x="414451" y="1792833"/>
                  </a:lnTo>
                  <a:lnTo>
                    <a:pt x="414451" y="1810943"/>
                  </a:lnTo>
                  <a:lnTo>
                    <a:pt x="468782" y="1810943"/>
                  </a:lnTo>
                  <a:lnTo>
                    <a:pt x="468782" y="1792833"/>
                  </a:lnTo>
                  <a:close/>
                </a:path>
                <a:path w="2336165" h="1811020">
                  <a:moveTo>
                    <a:pt x="524357" y="0"/>
                  </a:moveTo>
                  <a:lnTo>
                    <a:pt x="470027" y="0"/>
                  </a:lnTo>
                  <a:lnTo>
                    <a:pt x="470027" y="18110"/>
                  </a:lnTo>
                  <a:lnTo>
                    <a:pt x="524357" y="18110"/>
                  </a:lnTo>
                  <a:lnTo>
                    <a:pt x="524357" y="0"/>
                  </a:lnTo>
                  <a:close/>
                </a:path>
                <a:path w="2336165" h="1811020">
                  <a:moveTo>
                    <a:pt x="559130" y="1792833"/>
                  </a:moveTo>
                  <a:lnTo>
                    <a:pt x="504799" y="1792833"/>
                  </a:lnTo>
                  <a:lnTo>
                    <a:pt x="504799" y="1810943"/>
                  </a:lnTo>
                  <a:lnTo>
                    <a:pt x="559130" y="1810943"/>
                  </a:lnTo>
                  <a:lnTo>
                    <a:pt x="559130" y="1792833"/>
                  </a:lnTo>
                  <a:close/>
                </a:path>
                <a:path w="2336165" h="1811020">
                  <a:moveTo>
                    <a:pt x="614692" y="0"/>
                  </a:moveTo>
                  <a:lnTo>
                    <a:pt x="560374" y="0"/>
                  </a:lnTo>
                  <a:lnTo>
                    <a:pt x="560374" y="18110"/>
                  </a:lnTo>
                  <a:lnTo>
                    <a:pt x="614692" y="18110"/>
                  </a:lnTo>
                  <a:lnTo>
                    <a:pt x="614692" y="0"/>
                  </a:lnTo>
                  <a:close/>
                </a:path>
                <a:path w="2336165" h="1811020">
                  <a:moveTo>
                    <a:pt x="649465" y="1792833"/>
                  </a:moveTo>
                  <a:lnTo>
                    <a:pt x="595147" y="1792833"/>
                  </a:lnTo>
                  <a:lnTo>
                    <a:pt x="595147" y="1810943"/>
                  </a:lnTo>
                  <a:lnTo>
                    <a:pt x="649465" y="1810943"/>
                  </a:lnTo>
                  <a:lnTo>
                    <a:pt x="649465" y="1792833"/>
                  </a:lnTo>
                  <a:close/>
                </a:path>
                <a:path w="2336165" h="1811020">
                  <a:moveTo>
                    <a:pt x="705040" y="0"/>
                  </a:moveTo>
                  <a:lnTo>
                    <a:pt x="650709" y="0"/>
                  </a:lnTo>
                  <a:lnTo>
                    <a:pt x="650709" y="18110"/>
                  </a:lnTo>
                  <a:lnTo>
                    <a:pt x="705040" y="18110"/>
                  </a:lnTo>
                  <a:lnTo>
                    <a:pt x="705040" y="0"/>
                  </a:lnTo>
                  <a:close/>
                </a:path>
                <a:path w="2336165" h="1811020">
                  <a:moveTo>
                    <a:pt x="739813" y="1792833"/>
                  </a:moveTo>
                  <a:lnTo>
                    <a:pt x="685482" y="1792833"/>
                  </a:lnTo>
                  <a:lnTo>
                    <a:pt x="685482" y="1810943"/>
                  </a:lnTo>
                  <a:lnTo>
                    <a:pt x="739813" y="1810943"/>
                  </a:lnTo>
                  <a:lnTo>
                    <a:pt x="739813" y="1792833"/>
                  </a:lnTo>
                  <a:close/>
                </a:path>
                <a:path w="2336165" h="1811020">
                  <a:moveTo>
                    <a:pt x="795388" y="0"/>
                  </a:moveTo>
                  <a:lnTo>
                    <a:pt x="741057" y="0"/>
                  </a:lnTo>
                  <a:lnTo>
                    <a:pt x="741057" y="18110"/>
                  </a:lnTo>
                  <a:lnTo>
                    <a:pt x="795388" y="18110"/>
                  </a:lnTo>
                  <a:lnTo>
                    <a:pt x="795388" y="0"/>
                  </a:lnTo>
                  <a:close/>
                </a:path>
                <a:path w="2336165" h="1811020">
                  <a:moveTo>
                    <a:pt x="830160" y="1792833"/>
                  </a:moveTo>
                  <a:lnTo>
                    <a:pt x="775830" y="1792833"/>
                  </a:lnTo>
                  <a:lnTo>
                    <a:pt x="775830" y="1810943"/>
                  </a:lnTo>
                  <a:lnTo>
                    <a:pt x="830160" y="1810943"/>
                  </a:lnTo>
                  <a:lnTo>
                    <a:pt x="830160" y="1792833"/>
                  </a:lnTo>
                  <a:close/>
                </a:path>
                <a:path w="2336165" h="1811020">
                  <a:moveTo>
                    <a:pt x="885723" y="0"/>
                  </a:moveTo>
                  <a:lnTo>
                    <a:pt x="831405" y="0"/>
                  </a:lnTo>
                  <a:lnTo>
                    <a:pt x="831405" y="18110"/>
                  </a:lnTo>
                  <a:lnTo>
                    <a:pt x="885723" y="18110"/>
                  </a:lnTo>
                  <a:lnTo>
                    <a:pt x="885723" y="0"/>
                  </a:lnTo>
                  <a:close/>
                </a:path>
                <a:path w="2336165" h="1811020">
                  <a:moveTo>
                    <a:pt x="920496" y="1792833"/>
                  </a:moveTo>
                  <a:lnTo>
                    <a:pt x="866178" y="1792833"/>
                  </a:lnTo>
                  <a:lnTo>
                    <a:pt x="866178" y="1810943"/>
                  </a:lnTo>
                  <a:lnTo>
                    <a:pt x="920496" y="1810943"/>
                  </a:lnTo>
                  <a:lnTo>
                    <a:pt x="920496" y="1792833"/>
                  </a:lnTo>
                  <a:close/>
                </a:path>
                <a:path w="2336165" h="1811020">
                  <a:moveTo>
                    <a:pt x="976071" y="0"/>
                  </a:moveTo>
                  <a:lnTo>
                    <a:pt x="921740" y="0"/>
                  </a:lnTo>
                  <a:lnTo>
                    <a:pt x="921740" y="18110"/>
                  </a:lnTo>
                  <a:lnTo>
                    <a:pt x="976071" y="18110"/>
                  </a:lnTo>
                  <a:lnTo>
                    <a:pt x="976071" y="0"/>
                  </a:lnTo>
                  <a:close/>
                </a:path>
                <a:path w="2336165" h="1811020">
                  <a:moveTo>
                    <a:pt x="1010843" y="1792833"/>
                  </a:moveTo>
                  <a:lnTo>
                    <a:pt x="956513" y="1792833"/>
                  </a:lnTo>
                  <a:lnTo>
                    <a:pt x="956513" y="1810943"/>
                  </a:lnTo>
                  <a:lnTo>
                    <a:pt x="1010843" y="1810943"/>
                  </a:lnTo>
                  <a:lnTo>
                    <a:pt x="1010843" y="1792833"/>
                  </a:lnTo>
                  <a:close/>
                </a:path>
                <a:path w="2336165" h="1811020">
                  <a:moveTo>
                    <a:pt x="1066419" y="0"/>
                  </a:moveTo>
                  <a:lnTo>
                    <a:pt x="1012088" y="0"/>
                  </a:lnTo>
                  <a:lnTo>
                    <a:pt x="1012088" y="18110"/>
                  </a:lnTo>
                  <a:lnTo>
                    <a:pt x="1066419" y="18110"/>
                  </a:lnTo>
                  <a:lnTo>
                    <a:pt x="1066419" y="0"/>
                  </a:lnTo>
                  <a:close/>
                </a:path>
                <a:path w="2336165" h="1811020">
                  <a:moveTo>
                    <a:pt x="1101191" y="1792833"/>
                  </a:moveTo>
                  <a:lnTo>
                    <a:pt x="1046861" y="1792833"/>
                  </a:lnTo>
                  <a:lnTo>
                    <a:pt x="1046861" y="1810943"/>
                  </a:lnTo>
                  <a:lnTo>
                    <a:pt x="1101191" y="1810943"/>
                  </a:lnTo>
                  <a:lnTo>
                    <a:pt x="1101191" y="1792833"/>
                  </a:lnTo>
                  <a:close/>
                </a:path>
                <a:path w="2336165" h="1811020">
                  <a:moveTo>
                    <a:pt x="1156754" y="0"/>
                  </a:moveTo>
                  <a:lnTo>
                    <a:pt x="1102436" y="0"/>
                  </a:lnTo>
                  <a:lnTo>
                    <a:pt x="1102436" y="18110"/>
                  </a:lnTo>
                  <a:lnTo>
                    <a:pt x="1156754" y="18110"/>
                  </a:lnTo>
                  <a:lnTo>
                    <a:pt x="1156754" y="0"/>
                  </a:lnTo>
                  <a:close/>
                </a:path>
                <a:path w="2336165" h="1811020">
                  <a:moveTo>
                    <a:pt x="1191526" y="1792833"/>
                  </a:moveTo>
                  <a:lnTo>
                    <a:pt x="1137208" y="1792833"/>
                  </a:lnTo>
                  <a:lnTo>
                    <a:pt x="1137208" y="1810943"/>
                  </a:lnTo>
                  <a:lnTo>
                    <a:pt x="1191526" y="1810943"/>
                  </a:lnTo>
                  <a:lnTo>
                    <a:pt x="1191526" y="1792833"/>
                  </a:lnTo>
                  <a:close/>
                </a:path>
                <a:path w="2336165" h="1811020">
                  <a:moveTo>
                    <a:pt x="1247101" y="0"/>
                  </a:moveTo>
                  <a:lnTo>
                    <a:pt x="1192771" y="0"/>
                  </a:lnTo>
                  <a:lnTo>
                    <a:pt x="1192771" y="18110"/>
                  </a:lnTo>
                  <a:lnTo>
                    <a:pt x="1247101" y="18110"/>
                  </a:lnTo>
                  <a:lnTo>
                    <a:pt x="1247101" y="0"/>
                  </a:lnTo>
                  <a:close/>
                </a:path>
                <a:path w="2336165" h="1811020">
                  <a:moveTo>
                    <a:pt x="1281874" y="1792833"/>
                  </a:moveTo>
                  <a:lnTo>
                    <a:pt x="1227543" y="1792833"/>
                  </a:lnTo>
                  <a:lnTo>
                    <a:pt x="1227543" y="1810943"/>
                  </a:lnTo>
                  <a:lnTo>
                    <a:pt x="1281874" y="1810943"/>
                  </a:lnTo>
                  <a:lnTo>
                    <a:pt x="1281874" y="1792833"/>
                  </a:lnTo>
                  <a:close/>
                </a:path>
                <a:path w="2336165" h="1811020">
                  <a:moveTo>
                    <a:pt x="1337449" y="0"/>
                  </a:moveTo>
                  <a:lnTo>
                    <a:pt x="1283119" y="0"/>
                  </a:lnTo>
                  <a:lnTo>
                    <a:pt x="1283119" y="18110"/>
                  </a:lnTo>
                  <a:lnTo>
                    <a:pt x="1337449" y="18110"/>
                  </a:lnTo>
                  <a:lnTo>
                    <a:pt x="1337449" y="0"/>
                  </a:lnTo>
                  <a:close/>
                </a:path>
                <a:path w="2336165" h="1811020">
                  <a:moveTo>
                    <a:pt x="1372222" y="1792833"/>
                  </a:moveTo>
                  <a:lnTo>
                    <a:pt x="1317891" y="1792833"/>
                  </a:lnTo>
                  <a:lnTo>
                    <a:pt x="1317891" y="1810943"/>
                  </a:lnTo>
                  <a:lnTo>
                    <a:pt x="1372222" y="1810943"/>
                  </a:lnTo>
                  <a:lnTo>
                    <a:pt x="1372222" y="1792833"/>
                  </a:lnTo>
                  <a:close/>
                </a:path>
                <a:path w="2336165" h="1811020">
                  <a:moveTo>
                    <a:pt x="1427784" y="0"/>
                  </a:moveTo>
                  <a:lnTo>
                    <a:pt x="1373466" y="0"/>
                  </a:lnTo>
                  <a:lnTo>
                    <a:pt x="1373466" y="18110"/>
                  </a:lnTo>
                  <a:lnTo>
                    <a:pt x="1427784" y="18110"/>
                  </a:lnTo>
                  <a:lnTo>
                    <a:pt x="1427784" y="0"/>
                  </a:lnTo>
                  <a:close/>
                </a:path>
                <a:path w="2336165" h="1811020">
                  <a:moveTo>
                    <a:pt x="1462557" y="1792833"/>
                  </a:moveTo>
                  <a:lnTo>
                    <a:pt x="1408239" y="1792833"/>
                  </a:lnTo>
                  <a:lnTo>
                    <a:pt x="1408239" y="1810943"/>
                  </a:lnTo>
                  <a:lnTo>
                    <a:pt x="1462557" y="1810943"/>
                  </a:lnTo>
                  <a:lnTo>
                    <a:pt x="1462557" y="1792833"/>
                  </a:lnTo>
                  <a:close/>
                </a:path>
                <a:path w="2336165" h="1811020">
                  <a:moveTo>
                    <a:pt x="1518132" y="0"/>
                  </a:moveTo>
                  <a:lnTo>
                    <a:pt x="1463802" y="0"/>
                  </a:lnTo>
                  <a:lnTo>
                    <a:pt x="1463802" y="18110"/>
                  </a:lnTo>
                  <a:lnTo>
                    <a:pt x="1518132" y="18110"/>
                  </a:lnTo>
                  <a:lnTo>
                    <a:pt x="1518132" y="0"/>
                  </a:lnTo>
                  <a:close/>
                </a:path>
                <a:path w="2336165" h="1811020">
                  <a:moveTo>
                    <a:pt x="1552905" y="1792833"/>
                  </a:moveTo>
                  <a:lnTo>
                    <a:pt x="1498574" y="1792833"/>
                  </a:lnTo>
                  <a:lnTo>
                    <a:pt x="1498574" y="1810943"/>
                  </a:lnTo>
                  <a:lnTo>
                    <a:pt x="1552905" y="1810943"/>
                  </a:lnTo>
                  <a:lnTo>
                    <a:pt x="1552905" y="1792833"/>
                  </a:lnTo>
                  <a:close/>
                </a:path>
                <a:path w="2336165" h="1811020">
                  <a:moveTo>
                    <a:pt x="1608480" y="0"/>
                  </a:moveTo>
                  <a:lnTo>
                    <a:pt x="1554149" y="0"/>
                  </a:lnTo>
                  <a:lnTo>
                    <a:pt x="1554149" y="18110"/>
                  </a:lnTo>
                  <a:lnTo>
                    <a:pt x="1608480" y="18110"/>
                  </a:lnTo>
                  <a:lnTo>
                    <a:pt x="1608480" y="0"/>
                  </a:lnTo>
                  <a:close/>
                </a:path>
                <a:path w="2336165" h="1811020">
                  <a:moveTo>
                    <a:pt x="1643253" y="1792833"/>
                  </a:moveTo>
                  <a:lnTo>
                    <a:pt x="1588922" y="1792833"/>
                  </a:lnTo>
                  <a:lnTo>
                    <a:pt x="1588922" y="1810943"/>
                  </a:lnTo>
                  <a:lnTo>
                    <a:pt x="1643253" y="1810943"/>
                  </a:lnTo>
                  <a:lnTo>
                    <a:pt x="1643253" y="1792833"/>
                  </a:lnTo>
                  <a:close/>
                </a:path>
                <a:path w="2336165" h="1811020">
                  <a:moveTo>
                    <a:pt x="1698815" y="0"/>
                  </a:moveTo>
                  <a:lnTo>
                    <a:pt x="1644497" y="0"/>
                  </a:lnTo>
                  <a:lnTo>
                    <a:pt x="1644497" y="18110"/>
                  </a:lnTo>
                  <a:lnTo>
                    <a:pt x="1698815" y="18110"/>
                  </a:lnTo>
                  <a:lnTo>
                    <a:pt x="1698815" y="0"/>
                  </a:lnTo>
                  <a:close/>
                </a:path>
                <a:path w="2336165" h="1811020">
                  <a:moveTo>
                    <a:pt x="1733588" y="1792833"/>
                  </a:moveTo>
                  <a:lnTo>
                    <a:pt x="1679270" y="1792833"/>
                  </a:lnTo>
                  <a:lnTo>
                    <a:pt x="1679270" y="1810943"/>
                  </a:lnTo>
                  <a:lnTo>
                    <a:pt x="1733588" y="1810943"/>
                  </a:lnTo>
                  <a:lnTo>
                    <a:pt x="1733588" y="1792833"/>
                  </a:lnTo>
                  <a:close/>
                </a:path>
                <a:path w="2336165" h="1811020">
                  <a:moveTo>
                    <a:pt x="1789163" y="0"/>
                  </a:moveTo>
                  <a:lnTo>
                    <a:pt x="1734832" y="0"/>
                  </a:lnTo>
                  <a:lnTo>
                    <a:pt x="1734832" y="18110"/>
                  </a:lnTo>
                  <a:lnTo>
                    <a:pt x="1789163" y="18110"/>
                  </a:lnTo>
                  <a:lnTo>
                    <a:pt x="1789163" y="0"/>
                  </a:lnTo>
                  <a:close/>
                </a:path>
                <a:path w="2336165" h="1811020">
                  <a:moveTo>
                    <a:pt x="1823935" y="1792833"/>
                  </a:moveTo>
                  <a:lnTo>
                    <a:pt x="1769605" y="1792833"/>
                  </a:lnTo>
                  <a:lnTo>
                    <a:pt x="1769605" y="1810943"/>
                  </a:lnTo>
                  <a:lnTo>
                    <a:pt x="1823935" y="1810943"/>
                  </a:lnTo>
                  <a:lnTo>
                    <a:pt x="1823935" y="1792833"/>
                  </a:lnTo>
                  <a:close/>
                </a:path>
                <a:path w="2336165" h="1811020">
                  <a:moveTo>
                    <a:pt x="1879511" y="0"/>
                  </a:moveTo>
                  <a:lnTo>
                    <a:pt x="1825180" y="0"/>
                  </a:lnTo>
                  <a:lnTo>
                    <a:pt x="1825180" y="18110"/>
                  </a:lnTo>
                  <a:lnTo>
                    <a:pt x="1879511" y="18110"/>
                  </a:lnTo>
                  <a:lnTo>
                    <a:pt x="1879511" y="0"/>
                  </a:lnTo>
                  <a:close/>
                </a:path>
                <a:path w="2336165" h="1811020">
                  <a:moveTo>
                    <a:pt x="1914283" y="1792833"/>
                  </a:moveTo>
                  <a:lnTo>
                    <a:pt x="1859953" y="1792833"/>
                  </a:lnTo>
                  <a:lnTo>
                    <a:pt x="1859953" y="1810943"/>
                  </a:lnTo>
                  <a:lnTo>
                    <a:pt x="1914283" y="1810943"/>
                  </a:lnTo>
                  <a:lnTo>
                    <a:pt x="1914283" y="1792833"/>
                  </a:lnTo>
                  <a:close/>
                </a:path>
                <a:path w="2336165" h="1811020">
                  <a:moveTo>
                    <a:pt x="1969846" y="0"/>
                  </a:moveTo>
                  <a:lnTo>
                    <a:pt x="1915528" y="0"/>
                  </a:lnTo>
                  <a:lnTo>
                    <a:pt x="1915528" y="18110"/>
                  </a:lnTo>
                  <a:lnTo>
                    <a:pt x="1969846" y="18110"/>
                  </a:lnTo>
                  <a:lnTo>
                    <a:pt x="1969846" y="0"/>
                  </a:lnTo>
                  <a:close/>
                </a:path>
                <a:path w="2336165" h="1811020">
                  <a:moveTo>
                    <a:pt x="2004618" y="1792833"/>
                  </a:moveTo>
                  <a:lnTo>
                    <a:pt x="1950300" y="1792833"/>
                  </a:lnTo>
                  <a:lnTo>
                    <a:pt x="1950300" y="1810943"/>
                  </a:lnTo>
                  <a:lnTo>
                    <a:pt x="2004618" y="1810943"/>
                  </a:lnTo>
                  <a:lnTo>
                    <a:pt x="2004618" y="1792833"/>
                  </a:lnTo>
                  <a:close/>
                </a:path>
                <a:path w="2336165" h="1811020">
                  <a:moveTo>
                    <a:pt x="2060194" y="0"/>
                  </a:moveTo>
                  <a:lnTo>
                    <a:pt x="2005863" y="0"/>
                  </a:lnTo>
                  <a:lnTo>
                    <a:pt x="2005863" y="18110"/>
                  </a:lnTo>
                  <a:lnTo>
                    <a:pt x="2060194" y="18110"/>
                  </a:lnTo>
                  <a:lnTo>
                    <a:pt x="2060194" y="0"/>
                  </a:lnTo>
                  <a:close/>
                </a:path>
                <a:path w="2336165" h="1811020">
                  <a:moveTo>
                    <a:pt x="2094966" y="1792833"/>
                  </a:moveTo>
                  <a:lnTo>
                    <a:pt x="2040636" y="1792833"/>
                  </a:lnTo>
                  <a:lnTo>
                    <a:pt x="2040636" y="1810943"/>
                  </a:lnTo>
                  <a:lnTo>
                    <a:pt x="2094966" y="1810943"/>
                  </a:lnTo>
                  <a:lnTo>
                    <a:pt x="2094966" y="1792833"/>
                  </a:lnTo>
                  <a:close/>
                </a:path>
                <a:path w="2336165" h="1811020">
                  <a:moveTo>
                    <a:pt x="2150541" y="0"/>
                  </a:moveTo>
                  <a:lnTo>
                    <a:pt x="2096211" y="0"/>
                  </a:lnTo>
                  <a:lnTo>
                    <a:pt x="2096211" y="18110"/>
                  </a:lnTo>
                  <a:lnTo>
                    <a:pt x="2150541" y="18110"/>
                  </a:lnTo>
                  <a:lnTo>
                    <a:pt x="2150541" y="0"/>
                  </a:lnTo>
                  <a:close/>
                </a:path>
                <a:path w="2336165" h="1811020">
                  <a:moveTo>
                    <a:pt x="2185314" y="1792833"/>
                  </a:moveTo>
                  <a:lnTo>
                    <a:pt x="2130983" y="1792833"/>
                  </a:lnTo>
                  <a:lnTo>
                    <a:pt x="2130983" y="1810943"/>
                  </a:lnTo>
                  <a:lnTo>
                    <a:pt x="2185314" y="1810943"/>
                  </a:lnTo>
                  <a:lnTo>
                    <a:pt x="2185314" y="1792833"/>
                  </a:lnTo>
                  <a:close/>
                </a:path>
                <a:path w="2336165" h="1811020">
                  <a:moveTo>
                    <a:pt x="2241575" y="1028"/>
                  </a:moveTo>
                  <a:lnTo>
                    <a:pt x="2238159" y="520"/>
                  </a:lnTo>
                  <a:lnTo>
                    <a:pt x="2227453" y="0"/>
                  </a:lnTo>
                  <a:lnTo>
                    <a:pt x="2186559" y="0"/>
                  </a:lnTo>
                  <a:lnTo>
                    <a:pt x="2186559" y="18110"/>
                  </a:lnTo>
                  <a:lnTo>
                    <a:pt x="2227453" y="18110"/>
                  </a:lnTo>
                  <a:lnTo>
                    <a:pt x="2236368" y="18542"/>
                  </a:lnTo>
                  <a:lnTo>
                    <a:pt x="2239226" y="18961"/>
                  </a:lnTo>
                  <a:lnTo>
                    <a:pt x="2241575" y="1028"/>
                  </a:lnTo>
                  <a:close/>
                </a:path>
                <a:path w="2336165" h="1811020">
                  <a:moveTo>
                    <a:pt x="2278100" y="1798396"/>
                  </a:moveTo>
                  <a:lnTo>
                    <a:pt x="2269655" y="1782381"/>
                  </a:lnTo>
                  <a:lnTo>
                    <a:pt x="2262098" y="1785937"/>
                  </a:lnTo>
                  <a:lnTo>
                    <a:pt x="2253704" y="1788960"/>
                  </a:lnTo>
                  <a:lnTo>
                    <a:pt x="2245118" y="1791106"/>
                  </a:lnTo>
                  <a:lnTo>
                    <a:pt x="2236368" y="1792401"/>
                  </a:lnTo>
                  <a:lnTo>
                    <a:pt x="2227453" y="1792833"/>
                  </a:lnTo>
                  <a:lnTo>
                    <a:pt x="2221331" y="1792833"/>
                  </a:lnTo>
                  <a:lnTo>
                    <a:pt x="2221331" y="1810943"/>
                  </a:lnTo>
                  <a:lnTo>
                    <a:pt x="2227453" y="1810943"/>
                  </a:lnTo>
                  <a:lnTo>
                    <a:pt x="2238159" y="1810423"/>
                  </a:lnTo>
                  <a:lnTo>
                    <a:pt x="2248649" y="1808873"/>
                  </a:lnTo>
                  <a:lnTo>
                    <a:pt x="2258949" y="1806295"/>
                  </a:lnTo>
                  <a:lnTo>
                    <a:pt x="2269032" y="1802676"/>
                  </a:lnTo>
                  <a:lnTo>
                    <a:pt x="2278100" y="1798396"/>
                  </a:lnTo>
                  <a:close/>
                </a:path>
                <a:path w="2336165" h="1811020">
                  <a:moveTo>
                    <a:pt x="2321674" y="54724"/>
                  </a:moveTo>
                  <a:lnTo>
                    <a:pt x="2296350" y="24625"/>
                  </a:lnTo>
                  <a:lnTo>
                    <a:pt x="2279294" y="13182"/>
                  </a:lnTo>
                  <a:lnTo>
                    <a:pt x="2270658" y="29095"/>
                  </a:lnTo>
                  <a:lnTo>
                    <a:pt x="2277770" y="33350"/>
                  </a:lnTo>
                  <a:lnTo>
                    <a:pt x="2284869" y="38633"/>
                  </a:lnTo>
                  <a:lnTo>
                    <a:pt x="2291486" y="44627"/>
                  </a:lnTo>
                  <a:lnTo>
                    <a:pt x="2297480" y="51244"/>
                  </a:lnTo>
                  <a:lnTo>
                    <a:pt x="2302751" y="58343"/>
                  </a:lnTo>
                  <a:lnTo>
                    <a:pt x="2305964" y="63715"/>
                  </a:lnTo>
                  <a:lnTo>
                    <a:pt x="2321674" y="54724"/>
                  </a:lnTo>
                  <a:close/>
                </a:path>
                <a:path w="2336165" h="1811020">
                  <a:moveTo>
                    <a:pt x="2334539" y="1720138"/>
                  </a:moveTo>
                  <a:lnTo>
                    <a:pt x="2316696" y="1717167"/>
                  </a:lnTo>
                  <a:lnTo>
                    <a:pt x="2316276" y="1719961"/>
                  </a:lnTo>
                  <a:lnTo>
                    <a:pt x="2314117" y="1728533"/>
                  </a:lnTo>
                  <a:lnTo>
                    <a:pt x="2295525" y="1761858"/>
                  </a:lnTo>
                  <a:lnTo>
                    <a:pt x="2309139" y="1773770"/>
                  </a:lnTo>
                  <a:lnTo>
                    <a:pt x="2331453" y="1733778"/>
                  </a:lnTo>
                  <a:lnTo>
                    <a:pt x="2334044" y="1723491"/>
                  </a:lnTo>
                  <a:lnTo>
                    <a:pt x="2334539" y="1720138"/>
                  </a:lnTo>
                  <a:close/>
                </a:path>
                <a:path w="2336165" h="1811020">
                  <a:moveTo>
                    <a:pt x="2336114" y="1628838"/>
                  </a:moveTo>
                  <a:lnTo>
                    <a:pt x="2318004" y="1628838"/>
                  </a:lnTo>
                  <a:lnTo>
                    <a:pt x="2318004" y="1683169"/>
                  </a:lnTo>
                  <a:lnTo>
                    <a:pt x="2336114" y="1683169"/>
                  </a:lnTo>
                  <a:lnTo>
                    <a:pt x="2336114" y="1628838"/>
                  </a:lnTo>
                  <a:close/>
                </a:path>
                <a:path w="2336165" h="1811020">
                  <a:moveTo>
                    <a:pt x="2336114" y="1538490"/>
                  </a:moveTo>
                  <a:lnTo>
                    <a:pt x="2318004" y="1538490"/>
                  </a:lnTo>
                  <a:lnTo>
                    <a:pt x="2318004" y="1592821"/>
                  </a:lnTo>
                  <a:lnTo>
                    <a:pt x="2336114" y="1592821"/>
                  </a:lnTo>
                  <a:lnTo>
                    <a:pt x="2336114" y="1538490"/>
                  </a:lnTo>
                  <a:close/>
                </a:path>
                <a:path w="2336165" h="1811020">
                  <a:moveTo>
                    <a:pt x="2336114" y="1448155"/>
                  </a:moveTo>
                  <a:lnTo>
                    <a:pt x="2318004" y="1448155"/>
                  </a:lnTo>
                  <a:lnTo>
                    <a:pt x="2318004" y="1502486"/>
                  </a:lnTo>
                  <a:lnTo>
                    <a:pt x="2336114" y="1502486"/>
                  </a:lnTo>
                  <a:lnTo>
                    <a:pt x="2336114" y="1448155"/>
                  </a:lnTo>
                  <a:close/>
                </a:path>
                <a:path w="2336165" h="1811020">
                  <a:moveTo>
                    <a:pt x="2336114" y="1357807"/>
                  </a:moveTo>
                  <a:lnTo>
                    <a:pt x="2318004" y="1357807"/>
                  </a:lnTo>
                  <a:lnTo>
                    <a:pt x="2318004" y="1412138"/>
                  </a:lnTo>
                  <a:lnTo>
                    <a:pt x="2336114" y="1412138"/>
                  </a:lnTo>
                  <a:lnTo>
                    <a:pt x="2336114" y="1357807"/>
                  </a:lnTo>
                  <a:close/>
                </a:path>
                <a:path w="2336165" h="1811020">
                  <a:moveTo>
                    <a:pt x="2336114" y="1267460"/>
                  </a:moveTo>
                  <a:lnTo>
                    <a:pt x="2318004" y="1267460"/>
                  </a:lnTo>
                  <a:lnTo>
                    <a:pt x="2318004" y="1321790"/>
                  </a:lnTo>
                  <a:lnTo>
                    <a:pt x="2336114" y="1321790"/>
                  </a:lnTo>
                  <a:lnTo>
                    <a:pt x="2336114" y="1267460"/>
                  </a:lnTo>
                  <a:close/>
                </a:path>
                <a:path w="2336165" h="1811020">
                  <a:moveTo>
                    <a:pt x="2336114" y="1177124"/>
                  </a:moveTo>
                  <a:lnTo>
                    <a:pt x="2318004" y="1177124"/>
                  </a:lnTo>
                  <a:lnTo>
                    <a:pt x="2318004" y="1231442"/>
                  </a:lnTo>
                  <a:lnTo>
                    <a:pt x="2336114" y="1231442"/>
                  </a:lnTo>
                  <a:lnTo>
                    <a:pt x="2336114" y="1177124"/>
                  </a:lnTo>
                  <a:close/>
                </a:path>
                <a:path w="2336165" h="1811020">
                  <a:moveTo>
                    <a:pt x="2336114" y="1086777"/>
                  </a:moveTo>
                  <a:lnTo>
                    <a:pt x="2318004" y="1086777"/>
                  </a:lnTo>
                  <a:lnTo>
                    <a:pt x="2318004" y="1141107"/>
                  </a:lnTo>
                  <a:lnTo>
                    <a:pt x="2336114" y="1141107"/>
                  </a:lnTo>
                  <a:lnTo>
                    <a:pt x="2336114" y="1086777"/>
                  </a:lnTo>
                  <a:close/>
                </a:path>
                <a:path w="2336165" h="1811020">
                  <a:moveTo>
                    <a:pt x="2336114" y="996429"/>
                  </a:moveTo>
                  <a:lnTo>
                    <a:pt x="2318004" y="996429"/>
                  </a:lnTo>
                  <a:lnTo>
                    <a:pt x="2318004" y="1050759"/>
                  </a:lnTo>
                  <a:lnTo>
                    <a:pt x="2336114" y="1050759"/>
                  </a:lnTo>
                  <a:lnTo>
                    <a:pt x="2336114" y="996429"/>
                  </a:lnTo>
                  <a:close/>
                </a:path>
                <a:path w="2336165" h="1811020">
                  <a:moveTo>
                    <a:pt x="2336114" y="906094"/>
                  </a:moveTo>
                  <a:lnTo>
                    <a:pt x="2318004" y="906094"/>
                  </a:lnTo>
                  <a:lnTo>
                    <a:pt x="2318004" y="960412"/>
                  </a:lnTo>
                  <a:lnTo>
                    <a:pt x="2336114" y="960412"/>
                  </a:lnTo>
                  <a:lnTo>
                    <a:pt x="2336114" y="906094"/>
                  </a:lnTo>
                  <a:close/>
                </a:path>
                <a:path w="2336165" h="1811020">
                  <a:moveTo>
                    <a:pt x="2336114" y="815746"/>
                  </a:moveTo>
                  <a:lnTo>
                    <a:pt x="2318004" y="815746"/>
                  </a:lnTo>
                  <a:lnTo>
                    <a:pt x="2318004" y="870077"/>
                  </a:lnTo>
                  <a:lnTo>
                    <a:pt x="2336114" y="870077"/>
                  </a:lnTo>
                  <a:lnTo>
                    <a:pt x="2336114" y="815746"/>
                  </a:lnTo>
                  <a:close/>
                </a:path>
                <a:path w="2336165" h="1811020">
                  <a:moveTo>
                    <a:pt x="2336114" y="725398"/>
                  </a:moveTo>
                  <a:lnTo>
                    <a:pt x="2318004" y="725398"/>
                  </a:lnTo>
                  <a:lnTo>
                    <a:pt x="2318004" y="779729"/>
                  </a:lnTo>
                  <a:lnTo>
                    <a:pt x="2336114" y="779729"/>
                  </a:lnTo>
                  <a:lnTo>
                    <a:pt x="2336114" y="725398"/>
                  </a:lnTo>
                  <a:close/>
                </a:path>
                <a:path w="2336165" h="1811020">
                  <a:moveTo>
                    <a:pt x="2336114" y="635063"/>
                  </a:moveTo>
                  <a:lnTo>
                    <a:pt x="2318004" y="635063"/>
                  </a:lnTo>
                  <a:lnTo>
                    <a:pt x="2318004" y="689381"/>
                  </a:lnTo>
                  <a:lnTo>
                    <a:pt x="2336114" y="689381"/>
                  </a:lnTo>
                  <a:lnTo>
                    <a:pt x="2336114" y="635063"/>
                  </a:lnTo>
                  <a:close/>
                </a:path>
                <a:path w="2336165" h="1811020">
                  <a:moveTo>
                    <a:pt x="2336114" y="544715"/>
                  </a:moveTo>
                  <a:lnTo>
                    <a:pt x="2318004" y="544715"/>
                  </a:lnTo>
                  <a:lnTo>
                    <a:pt x="2318004" y="599046"/>
                  </a:lnTo>
                  <a:lnTo>
                    <a:pt x="2336114" y="599046"/>
                  </a:lnTo>
                  <a:lnTo>
                    <a:pt x="2336114" y="544715"/>
                  </a:lnTo>
                  <a:close/>
                </a:path>
                <a:path w="2336165" h="1811020">
                  <a:moveTo>
                    <a:pt x="2336114" y="454380"/>
                  </a:moveTo>
                  <a:lnTo>
                    <a:pt x="2318004" y="454380"/>
                  </a:lnTo>
                  <a:lnTo>
                    <a:pt x="2318004" y="508698"/>
                  </a:lnTo>
                  <a:lnTo>
                    <a:pt x="2336114" y="508698"/>
                  </a:lnTo>
                  <a:lnTo>
                    <a:pt x="2336114" y="454380"/>
                  </a:lnTo>
                  <a:close/>
                </a:path>
                <a:path w="2336165" h="1811020">
                  <a:moveTo>
                    <a:pt x="2336114" y="364032"/>
                  </a:moveTo>
                  <a:lnTo>
                    <a:pt x="2318004" y="364032"/>
                  </a:lnTo>
                  <a:lnTo>
                    <a:pt x="2318004" y="418363"/>
                  </a:lnTo>
                  <a:lnTo>
                    <a:pt x="2336114" y="418363"/>
                  </a:lnTo>
                  <a:lnTo>
                    <a:pt x="2336114" y="364032"/>
                  </a:lnTo>
                  <a:close/>
                </a:path>
                <a:path w="2336165" h="1811020">
                  <a:moveTo>
                    <a:pt x="2336114" y="273685"/>
                  </a:moveTo>
                  <a:lnTo>
                    <a:pt x="2318004" y="273685"/>
                  </a:lnTo>
                  <a:lnTo>
                    <a:pt x="2318004" y="328015"/>
                  </a:lnTo>
                  <a:lnTo>
                    <a:pt x="2336114" y="328015"/>
                  </a:lnTo>
                  <a:lnTo>
                    <a:pt x="2336114" y="273685"/>
                  </a:lnTo>
                  <a:close/>
                </a:path>
                <a:path w="2336165" h="1811020">
                  <a:moveTo>
                    <a:pt x="2336114" y="183337"/>
                  </a:moveTo>
                  <a:lnTo>
                    <a:pt x="2318004" y="183337"/>
                  </a:lnTo>
                  <a:lnTo>
                    <a:pt x="2318004" y="237667"/>
                  </a:lnTo>
                  <a:lnTo>
                    <a:pt x="2336114" y="237667"/>
                  </a:lnTo>
                  <a:lnTo>
                    <a:pt x="2336114" y="183337"/>
                  </a:lnTo>
                  <a:close/>
                </a:path>
                <a:path w="2336165" h="1811020">
                  <a:moveTo>
                    <a:pt x="2336114" y="108661"/>
                  </a:moveTo>
                  <a:lnTo>
                    <a:pt x="2335593" y="97955"/>
                  </a:lnTo>
                  <a:lnTo>
                    <a:pt x="2334730" y="92138"/>
                  </a:lnTo>
                  <a:lnTo>
                    <a:pt x="2316848" y="94894"/>
                  </a:lnTo>
                  <a:lnTo>
                    <a:pt x="2317572" y="99733"/>
                  </a:lnTo>
                  <a:lnTo>
                    <a:pt x="2318004" y="108661"/>
                  </a:lnTo>
                  <a:lnTo>
                    <a:pt x="2318004" y="147332"/>
                  </a:lnTo>
                  <a:lnTo>
                    <a:pt x="2336114" y="147332"/>
                  </a:lnTo>
                  <a:lnTo>
                    <a:pt x="2336114" y="108661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97" name="object 38">
            <a:extLst>
              <a:ext uri="{FF2B5EF4-FFF2-40B4-BE49-F238E27FC236}">
                <a16:creationId xmlns:a16="http://schemas.microsoft.com/office/drawing/2014/main" id="{872A7D00-DEC3-4A2F-A10F-FD90C592D89A}"/>
              </a:ext>
            </a:extLst>
          </p:cNvPr>
          <p:cNvSpPr txBox="1"/>
          <p:nvPr/>
        </p:nvSpPr>
        <p:spPr>
          <a:xfrm>
            <a:off x="4621548" y="8894535"/>
            <a:ext cx="1372235" cy="367408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algn="ctr">
              <a:spcBef>
                <a:spcPts val="509"/>
              </a:spcBef>
            </a:pPr>
            <a:r>
              <a:rPr sz="850" spc="5" dirty="0" err="1">
                <a:solidFill>
                  <a:srgbClr val="94A2B8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樹莓派架設畫面</a:t>
            </a:r>
            <a:endParaRPr sz="95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</p:txBody>
      </p:sp>
      <p:pic>
        <p:nvPicPr>
          <p:cNvPr id="98" name="Picture 2">
            <a:extLst>
              <a:ext uri="{FF2B5EF4-FFF2-40B4-BE49-F238E27FC236}">
                <a16:creationId xmlns:a16="http://schemas.microsoft.com/office/drawing/2014/main" id="{4689E6A8-24C2-43A1-B5F7-21CC95DFB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9996" y="6227737"/>
            <a:ext cx="1997579" cy="266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object 32">
            <a:extLst>
              <a:ext uri="{FF2B5EF4-FFF2-40B4-BE49-F238E27FC236}">
                <a16:creationId xmlns:a16="http://schemas.microsoft.com/office/drawing/2014/main" id="{6783F0C6-EE2F-4D4A-AC0A-38B7D5DB03B2}"/>
              </a:ext>
            </a:extLst>
          </p:cNvPr>
          <p:cNvSpPr txBox="1"/>
          <p:nvPr/>
        </p:nvSpPr>
        <p:spPr>
          <a:xfrm>
            <a:off x="732242" y="8347125"/>
            <a:ext cx="2845573" cy="57022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755"/>
              </a:spcBef>
            </a:pPr>
            <a:r>
              <a:rPr lang="zh-TW" altLang="en-US" sz="1200" b="1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工程設計：</a:t>
            </a:r>
            <a:r>
              <a:rPr lang="zh-TW" altLang="en-US" sz="1200" b="1" spc="-15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lang="zh-TW" altLang="en-US"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使用</a:t>
            </a:r>
            <a:r>
              <a:rPr lang="zh-TW" altLang="en-US" sz="1200" spc="-33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lang="en-US" altLang="zh-TW" sz="1350" spc="-9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A</a:t>
            </a:r>
            <a:r>
              <a:rPr lang="en-US" altLang="zh-TW" sz="1350" spc="-8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u</a:t>
            </a:r>
            <a:r>
              <a:rPr lang="en-US" altLang="zh-TW" sz="1350" spc="-7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lang="en-US" altLang="zh-TW" sz="1350" spc="-8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oCAD</a:t>
            </a:r>
            <a:r>
              <a:rPr lang="zh-TW" altLang="en-US" sz="1350" spc="-3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lang="zh-TW" altLang="en-US" sz="1200" spc="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繪製標準電路圖與管路圖。</a:t>
            </a:r>
            <a:endParaRPr lang="zh-TW" altLang="en-US"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100" name="object 22">
            <a:extLst>
              <a:ext uri="{FF2B5EF4-FFF2-40B4-BE49-F238E27FC236}">
                <a16:creationId xmlns:a16="http://schemas.microsoft.com/office/drawing/2014/main" id="{33DACF73-00A8-44F0-91E7-2FB3FC5DB89C}"/>
              </a:ext>
            </a:extLst>
          </p:cNvPr>
          <p:cNvSpPr txBox="1"/>
          <p:nvPr/>
        </p:nvSpPr>
        <p:spPr>
          <a:xfrm>
            <a:off x="535642" y="4609671"/>
            <a:ext cx="988358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工業電子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101" name="object 23">
            <a:extLst>
              <a:ext uri="{FF2B5EF4-FFF2-40B4-BE49-F238E27FC236}">
                <a16:creationId xmlns:a16="http://schemas.microsoft.com/office/drawing/2014/main" id="{18BF0DF6-2494-4AC4-88F4-93B0FBA14855}"/>
              </a:ext>
            </a:extLst>
          </p:cNvPr>
          <p:cNvSpPr txBox="1"/>
          <p:nvPr/>
        </p:nvSpPr>
        <p:spPr>
          <a:xfrm>
            <a:off x="2759361" y="4551980"/>
            <a:ext cx="453065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sz="1200" spc="15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丙級</a:t>
            </a:r>
            <a:endParaRPr sz="120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18327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7D2B6BED-439B-49D3-A514-E5AE90D66780}"/>
              </a:ext>
            </a:extLst>
          </p:cNvPr>
          <p:cNvSpPr txBox="1"/>
          <p:nvPr/>
        </p:nvSpPr>
        <p:spPr>
          <a:xfrm>
            <a:off x="372657" y="942515"/>
            <a:ext cx="3938270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510540" algn="l"/>
              </a:tabLst>
            </a:pPr>
            <a:r>
              <a:rPr lang="zh-TW" altLang="en-US" sz="20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</a:t>
            </a:r>
            <a:r>
              <a:rPr lang="zh-TW" altLang="en-US" sz="225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 </a:t>
            </a:r>
            <a:r>
              <a:rPr sz="2250" b="1" spc="44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機器人與</a:t>
            </a:r>
            <a:r>
              <a:rPr sz="2250" b="1" spc="-27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2250" b="1" spc="-5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S</a:t>
            </a:r>
            <a:r>
              <a:rPr sz="2250" b="1" spc="1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TEAM</a:t>
            </a:r>
            <a:r>
              <a:rPr sz="2250" b="1" spc="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競</a:t>
            </a:r>
            <a:r>
              <a:rPr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賽</a:t>
            </a:r>
            <a:r>
              <a:rPr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成就</a:t>
            </a:r>
            <a:endParaRPr sz="2250" b="1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6" name="object 3">
            <a:extLst>
              <a:ext uri="{FF2B5EF4-FFF2-40B4-BE49-F238E27FC236}">
                <a16:creationId xmlns:a16="http://schemas.microsoft.com/office/drawing/2014/main" id="{A0565A80-8972-4D3D-91D1-75F079465F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1400" y="1109147"/>
            <a:ext cx="2055419" cy="18109"/>
          </a:xfrm>
          <a:prstGeom prst="rect">
            <a:avLst/>
          </a:prstGeom>
        </p:spPr>
      </p:pic>
      <p:grpSp>
        <p:nvGrpSpPr>
          <p:cNvPr id="7" name="object 4">
            <a:extLst>
              <a:ext uri="{FF2B5EF4-FFF2-40B4-BE49-F238E27FC236}">
                <a16:creationId xmlns:a16="http://schemas.microsoft.com/office/drawing/2014/main" id="{F714B465-9860-4CCD-9D61-44315D850E1A}"/>
              </a:ext>
            </a:extLst>
          </p:cNvPr>
          <p:cNvGrpSpPr/>
          <p:nvPr/>
        </p:nvGrpSpPr>
        <p:grpSpPr>
          <a:xfrm>
            <a:off x="383829" y="2884445"/>
            <a:ext cx="2961005" cy="915035"/>
            <a:chOff x="733193" y="1991802"/>
            <a:chExt cx="2961005" cy="91503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0CC45AEB-8F35-411E-A817-BC19EFF0CBF7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4C469665-85DA-4AFD-A8AE-004C236B37B0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CFF35E76-35AF-4B92-8E2D-80838932E6B6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9609FA0C-1C79-45F9-AA3B-4321D4666258}"/>
              </a:ext>
            </a:extLst>
          </p:cNvPr>
          <p:cNvSpPr txBox="1"/>
          <p:nvPr/>
        </p:nvSpPr>
        <p:spPr>
          <a:xfrm>
            <a:off x="571746" y="3089055"/>
            <a:ext cx="156210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2024</a:t>
            </a:r>
            <a:r>
              <a:rPr sz="900" b="1" spc="-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900" b="1" spc="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TIRT</a:t>
            </a:r>
            <a:r>
              <a:rPr sz="900" b="1" spc="-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900" b="1" spc="2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全能機器人國際賽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190FFBAE-4714-4CAE-ABC9-3B15F253380E}"/>
              </a:ext>
            </a:extLst>
          </p:cNvPr>
          <p:cNvSpPr txBox="1"/>
          <p:nvPr/>
        </p:nvSpPr>
        <p:spPr>
          <a:xfrm>
            <a:off x="571747" y="3315422"/>
            <a:ext cx="236088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機器人踢足球競賽   第三名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9181418D-1857-4E20-B152-1BB3BD798BEA}"/>
              </a:ext>
            </a:extLst>
          </p:cNvPr>
          <p:cNvGrpSpPr/>
          <p:nvPr/>
        </p:nvGrpSpPr>
        <p:grpSpPr>
          <a:xfrm>
            <a:off x="3525814" y="2884445"/>
            <a:ext cx="2961005" cy="915035"/>
            <a:chOff x="3875178" y="1991802"/>
            <a:chExt cx="2961005" cy="915035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EABFCDC6-5A31-4EFF-8E79-2290B2184782}"/>
                </a:ext>
              </a:extLst>
            </p:cNvPr>
            <p:cNvSpPr/>
            <p:nvPr/>
          </p:nvSpPr>
          <p:spPr>
            <a:xfrm>
              <a:off x="3901698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6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1AA227CA-70AC-4B27-8110-87A1CA960B0E}"/>
                </a:ext>
              </a:extLst>
            </p:cNvPr>
            <p:cNvSpPr/>
            <p:nvPr/>
          </p:nvSpPr>
          <p:spPr>
            <a:xfrm>
              <a:off x="3889245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1" y="20518"/>
                  </a:lnTo>
                  <a:lnTo>
                    <a:pt x="2870409" y="20000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5"/>
                  </a:lnTo>
                  <a:lnTo>
                    <a:pt x="10938" y="0"/>
                  </a:lnTo>
                  <a:lnTo>
                    <a:pt x="13231" y="2768"/>
                  </a:lnTo>
                  <a:lnTo>
                    <a:pt x="18465" y="6685"/>
                  </a:lnTo>
                  <a:lnTo>
                    <a:pt x="55482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4" y="32817"/>
                  </a:lnTo>
                  <a:lnTo>
                    <a:pt x="2899002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CB710959-FAE6-40AD-9165-C9B61E68CB00}"/>
                </a:ext>
              </a:extLst>
            </p:cNvPr>
            <p:cNvSpPr/>
            <p:nvPr/>
          </p:nvSpPr>
          <p:spPr>
            <a:xfrm>
              <a:off x="3875176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6987" y="0"/>
                  </a:lnTo>
                  <a:lnTo>
                    <a:pt x="20510" y="7035"/>
                  </a:lnTo>
                  <a:lnTo>
                    <a:pt x="15240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693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39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18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890" y="0"/>
                  </a:lnTo>
                  <a:lnTo>
                    <a:pt x="2921089" y="12801"/>
                  </a:lnTo>
                  <a:lnTo>
                    <a:pt x="2921558" y="13233"/>
                  </a:lnTo>
                  <a:lnTo>
                    <a:pt x="2926359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39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64088373-B257-4766-B272-020C5B941D0C}"/>
              </a:ext>
            </a:extLst>
          </p:cNvPr>
          <p:cNvSpPr txBox="1"/>
          <p:nvPr/>
        </p:nvSpPr>
        <p:spPr>
          <a:xfrm>
            <a:off x="3712317" y="3089055"/>
            <a:ext cx="2573936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年度 </a:t>
            </a: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TIRT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桃園國際新創機器人競賽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7C9C29D0-A3C8-4721-A74C-667BB5449FE7}"/>
              </a:ext>
            </a:extLst>
          </p:cNvPr>
          <p:cNvSpPr txBox="1"/>
          <p:nvPr/>
        </p:nvSpPr>
        <p:spPr>
          <a:xfrm>
            <a:off x="3712317" y="3315422"/>
            <a:ext cx="21672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機器人水上足球賽   第二名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30" name="投影片編號版面配置區 29">
            <a:extLst>
              <a:ext uri="{FF2B5EF4-FFF2-40B4-BE49-F238E27FC236}">
                <a16:creationId xmlns:a16="http://schemas.microsoft.com/office/drawing/2014/main" id="{BE975F13-A4FA-4442-AE3C-B79D366E3E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6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05DDB3D4-2BBB-40E0-A3C6-34593032565A}"/>
              </a:ext>
            </a:extLst>
          </p:cNvPr>
          <p:cNvSpPr txBox="1"/>
          <p:nvPr/>
        </p:nvSpPr>
        <p:spPr>
          <a:xfrm>
            <a:off x="398011" y="6978248"/>
            <a:ext cx="3938270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510540" algn="l"/>
              </a:tabLst>
            </a:pPr>
            <a:r>
              <a:rPr lang="zh-TW" altLang="en-US" sz="20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225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文學</a:t>
            </a:r>
            <a:endParaRPr sz="2250" b="1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35" name="object 3">
            <a:extLst>
              <a:ext uri="{FF2B5EF4-FFF2-40B4-BE49-F238E27FC236}">
                <a16:creationId xmlns:a16="http://schemas.microsoft.com/office/drawing/2014/main" id="{9BEA84ED-2918-4E51-89E3-0F1F38A0A3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6754" y="7144880"/>
            <a:ext cx="2055419" cy="18109"/>
          </a:xfrm>
          <a:prstGeom prst="rect">
            <a:avLst/>
          </a:prstGeom>
        </p:spPr>
      </p:pic>
      <p:grpSp>
        <p:nvGrpSpPr>
          <p:cNvPr id="36" name="object 4">
            <a:extLst>
              <a:ext uri="{FF2B5EF4-FFF2-40B4-BE49-F238E27FC236}">
                <a16:creationId xmlns:a16="http://schemas.microsoft.com/office/drawing/2014/main" id="{2996BC1E-D2EC-44F7-8D45-C95DC8F0EB96}"/>
              </a:ext>
            </a:extLst>
          </p:cNvPr>
          <p:cNvGrpSpPr/>
          <p:nvPr/>
        </p:nvGrpSpPr>
        <p:grpSpPr>
          <a:xfrm>
            <a:off x="431749" y="7545980"/>
            <a:ext cx="2961005" cy="915035"/>
            <a:chOff x="733193" y="1991802"/>
            <a:chExt cx="2961005" cy="915035"/>
          </a:xfrm>
        </p:grpSpPr>
        <p:sp>
          <p:nvSpPr>
            <p:cNvPr id="37" name="object 5">
              <a:extLst>
                <a:ext uri="{FF2B5EF4-FFF2-40B4-BE49-F238E27FC236}">
                  <a16:creationId xmlns:a16="http://schemas.microsoft.com/office/drawing/2014/main" id="{ABFA0F90-1EA7-4A5E-84A6-D236E4B214B5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38" name="object 6">
              <a:extLst>
                <a:ext uri="{FF2B5EF4-FFF2-40B4-BE49-F238E27FC236}">
                  <a16:creationId xmlns:a16="http://schemas.microsoft.com/office/drawing/2014/main" id="{4F730B84-AC12-425E-AC3A-07E070D29EED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39" name="object 7">
              <a:extLst>
                <a:ext uri="{FF2B5EF4-FFF2-40B4-BE49-F238E27FC236}">
                  <a16:creationId xmlns:a16="http://schemas.microsoft.com/office/drawing/2014/main" id="{F12C460F-F315-4AAD-AD7B-21BAD88C1BEA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40" name="object 8">
            <a:extLst>
              <a:ext uri="{FF2B5EF4-FFF2-40B4-BE49-F238E27FC236}">
                <a16:creationId xmlns:a16="http://schemas.microsoft.com/office/drawing/2014/main" id="{29C9CA77-D428-480A-AC8E-83BC484B2296}"/>
              </a:ext>
            </a:extLst>
          </p:cNvPr>
          <p:cNvSpPr txBox="1"/>
          <p:nvPr/>
        </p:nvSpPr>
        <p:spPr>
          <a:xfrm>
            <a:off x="619666" y="7750590"/>
            <a:ext cx="156210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 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全國高級中等學校競賽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41" name="object 9">
            <a:extLst>
              <a:ext uri="{FF2B5EF4-FFF2-40B4-BE49-F238E27FC236}">
                <a16:creationId xmlns:a16="http://schemas.microsoft.com/office/drawing/2014/main" id="{DD1C1494-02CF-4D4C-9D8F-0F8C459D8821}"/>
              </a:ext>
            </a:extLst>
          </p:cNvPr>
          <p:cNvSpPr txBox="1"/>
          <p:nvPr/>
        </p:nvSpPr>
        <p:spPr>
          <a:xfrm>
            <a:off x="619667" y="7976957"/>
            <a:ext cx="198564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閱讀寫作競賽甲等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42" name="object 4">
            <a:extLst>
              <a:ext uri="{FF2B5EF4-FFF2-40B4-BE49-F238E27FC236}">
                <a16:creationId xmlns:a16="http://schemas.microsoft.com/office/drawing/2014/main" id="{50421922-BDAA-40A5-A65B-630A1FFBD6A0}"/>
              </a:ext>
            </a:extLst>
          </p:cNvPr>
          <p:cNvGrpSpPr/>
          <p:nvPr/>
        </p:nvGrpSpPr>
        <p:grpSpPr>
          <a:xfrm>
            <a:off x="348119" y="5473738"/>
            <a:ext cx="2961005" cy="915035"/>
            <a:chOff x="733193" y="1991802"/>
            <a:chExt cx="2961005" cy="915035"/>
          </a:xfrm>
        </p:grpSpPr>
        <p:sp>
          <p:nvSpPr>
            <p:cNvPr id="43" name="object 5">
              <a:extLst>
                <a:ext uri="{FF2B5EF4-FFF2-40B4-BE49-F238E27FC236}">
                  <a16:creationId xmlns:a16="http://schemas.microsoft.com/office/drawing/2014/main" id="{31352AC2-FA9A-4877-9A30-16BF05868044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44" name="object 6">
              <a:extLst>
                <a:ext uri="{FF2B5EF4-FFF2-40B4-BE49-F238E27FC236}">
                  <a16:creationId xmlns:a16="http://schemas.microsoft.com/office/drawing/2014/main" id="{E8DB8A09-DB2B-4BB6-9BDA-84675ACB1E86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45" name="object 7">
              <a:extLst>
                <a:ext uri="{FF2B5EF4-FFF2-40B4-BE49-F238E27FC236}">
                  <a16:creationId xmlns:a16="http://schemas.microsoft.com/office/drawing/2014/main" id="{228C5F24-7B7A-4B19-BC34-5272CAD2DABB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46" name="object 8">
            <a:extLst>
              <a:ext uri="{FF2B5EF4-FFF2-40B4-BE49-F238E27FC236}">
                <a16:creationId xmlns:a16="http://schemas.microsoft.com/office/drawing/2014/main" id="{3C054CAC-E346-4771-996B-FB2EFF4F0F02}"/>
              </a:ext>
            </a:extLst>
          </p:cNvPr>
          <p:cNvSpPr txBox="1"/>
          <p:nvPr/>
        </p:nvSpPr>
        <p:spPr>
          <a:xfrm>
            <a:off x="536035" y="5678348"/>
            <a:ext cx="2746903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 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中華科技教育應用發展協會   全國智慧型自走車競賽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47" name="object 9">
            <a:extLst>
              <a:ext uri="{FF2B5EF4-FFF2-40B4-BE49-F238E27FC236}">
                <a16:creationId xmlns:a16="http://schemas.microsoft.com/office/drawing/2014/main" id="{DC54BCCB-4E99-47F7-9B74-CA093ABB771B}"/>
              </a:ext>
            </a:extLst>
          </p:cNvPr>
          <p:cNvSpPr txBox="1"/>
          <p:nvPr/>
        </p:nvSpPr>
        <p:spPr>
          <a:xfrm>
            <a:off x="536035" y="6019857"/>
            <a:ext cx="2386043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足球競技賽高中職組  第三名</a:t>
            </a:r>
          </a:p>
        </p:txBody>
      </p:sp>
      <p:grpSp>
        <p:nvGrpSpPr>
          <p:cNvPr id="54" name="object 4">
            <a:extLst>
              <a:ext uri="{FF2B5EF4-FFF2-40B4-BE49-F238E27FC236}">
                <a16:creationId xmlns:a16="http://schemas.microsoft.com/office/drawing/2014/main" id="{1D86C6D8-F708-423D-BAA4-C4004EE92674}"/>
              </a:ext>
            </a:extLst>
          </p:cNvPr>
          <p:cNvGrpSpPr/>
          <p:nvPr/>
        </p:nvGrpSpPr>
        <p:grpSpPr>
          <a:xfrm>
            <a:off x="362186" y="1712703"/>
            <a:ext cx="2961005" cy="915035"/>
            <a:chOff x="733193" y="1991802"/>
            <a:chExt cx="2961005" cy="915035"/>
          </a:xfrm>
        </p:grpSpPr>
        <p:sp>
          <p:nvSpPr>
            <p:cNvPr id="55" name="object 5">
              <a:extLst>
                <a:ext uri="{FF2B5EF4-FFF2-40B4-BE49-F238E27FC236}">
                  <a16:creationId xmlns:a16="http://schemas.microsoft.com/office/drawing/2014/main" id="{2A39CA20-8026-4D29-B718-F55328988B90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56" name="object 6">
              <a:extLst>
                <a:ext uri="{FF2B5EF4-FFF2-40B4-BE49-F238E27FC236}">
                  <a16:creationId xmlns:a16="http://schemas.microsoft.com/office/drawing/2014/main" id="{D0D56D7E-206A-4942-869D-D20FCF0A03D5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57" name="object 7">
              <a:extLst>
                <a:ext uri="{FF2B5EF4-FFF2-40B4-BE49-F238E27FC236}">
                  <a16:creationId xmlns:a16="http://schemas.microsoft.com/office/drawing/2014/main" id="{8FA226AA-6780-44C5-84DB-6BC9B5AAE9E9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58" name="object 8">
            <a:extLst>
              <a:ext uri="{FF2B5EF4-FFF2-40B4-BE49-F238E27FC236}">
                <a16:creationId xmlns:a16="http://schemas.microsoft.com/office/drawing/2014/main" id="{4F7D9183-A264-4C5D-B280-FB252F337F9C}"/>
              </a:ext>
            </a:extLst>
          </p:cNvPr>
          <p:cNvSpPr txBox="1"/>
          <p:nvPr/>
        </p:nvSpPr>
        <p:spPr>
          <a:xfrm>
            <a:off x="550103" y="1917313"/>
            <a:ext cx="2533326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</a:t>
            </a:r>
            <a:r>
              <a:rPr 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5 </a:t>
            </a:r>
            <a:r>
              <a:rPr lang="zh-TW" altLang="en-US" sz="900" b="1" spc="-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台灣永續能源創意實作競賽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59" name="object 9">
            <a:extLst>
              <a:ext uri="{FF2B5EF4-FFF2-40B4-BE49-F238E27FC236}">
                <a16:creationId xmlns:a16="http://schemas.microsoft.com/office/drawing/2014/main" id="{AC72FA02-A921-4849-92A1-7A74D3246905}"/>
              </a:ext>
            </a:extLst>
          </p:cNvPr>
          <p:cNvSpPr txBox="1"/>
          <p:nvPr/>
        </p:nvSpPr>
        <p:spPr>
          <a:xfrm>
            <a:off x="550104" y="2143680"/>
            <a:ext cx="2533325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高中職綠能創新組 完成創意企畫書</a:t>
            </a:r>
          </a:p>
        </p:txBody>
      </p:sp>
      <p:grpSp>
        <p:nvGrpSpPr>
          <p:cNvPr id="60" name="object 10">
            <a:extLst>
              <a:ext uri="{FF2B5EF4-FFF2-40B4-BE49-F238E27FC236}">
                <a16:creationId xmlns:a16="http://schemas.microsoft.com/office/drawing/2014/main" id="{F82723C8-8D7A-4E6A-9B38-B114EEDCFA85}"/>
              </a:ext>
            </a:extLst>
          </p:cNvPr>
          <p:cNvGrpSpPr/>
          <p:nvPr/>
        </p:nvGrpSpPr>
        <p:grpSpPr>
          <a:xfrm>
            <a:off x="3504171" y="1712703"/>
            <a:ext cx="2961005" cy="915035"/>
            <a:chOff x="3875178" y="1991802"/>
            <a:chExt cx="2961005" cy="915035"/>
          </a:xfrm>
        </p:grpSpPr>
        <p:sp>
          <p:nvSpPr>
            <p:cNvPr id="61" name="object 11">
              <a:extLst>
                <a:ext uri="{FF2B5EF4-FFF2-40B4-BE49-F238E27FC236}">
                  <a16:creationId xmlns:a16="http://schemas.microsoft.com/office/drawing/2014/main" id="{9D7C724A-34B4-4BC1-A70B-5593A49FAD88}"/>
                </a:ext>
              </a:extLst>
            </p:cNvPr>
            <p:cNvSpPr/>
            <p:nvPr/>
          </p:nvSpPr>
          <p:spPr>
            <a:xfrm>
              <a:off x="3901698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6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2" name="object 12">
              <a:extLst>
                <a:ext uri="{FF2B5EF4-FFF2-40B4-BE49-F238E27FC236}">
                  <a16:creationId xmlns:a16="http://schemas.microsoft.com/office/drawing/2014/main" id="{C0FC7FD6-13D3-4306-B7F1-6C41B8F4A15A}"/>
                </a:ext>
              </a:extLst>
            </p:cNvPr>
            <p:cNvSpPr/>
            <p:nvPr/>
          </p:nvSpPr>
          <p:spPr>
            <a:xfrm>
              <a:off x="3889245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1" y="20518"/>
                  </a:lnTo>
                  <a:lnTo>
                    <a:pt x="2870409" y="20000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5"/>
                  </a:lnTo>
                  <a:lnTo>
                    <a:pt x="10938" y="0"/>
                  </a:lnTo>
                  <a:lnTo>
                    <a:pt x="13231" y="2768"/>
                  </a:lnTo>
                  <a:lnTo>
                    <a:pt x="18465" y="6685"/>
                  </a:lnTo>
                  <a:lnTo>
                    <a:pt x="55482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4" y="32817"/>
                  </a:lnTo>
                  <a:lnTo>
                    <a:pt x="2899002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3" name="object 13">
              <a:extLst>
                <a:ext uri="{FF2B5EF4-FFF2-40B4-BE49-F238E27FC236}">
                  <a16:creationId xmlns:a16="http://schemas.microsoft.com/office/drawing/2014/main" id="{6D3E1B77-C7BC-4CA4-AA59-F5428AE2844F}"/>
                </a:ext>
              </a:extLst>
            </p:cNvPr>
            <p:cNvSpPr/>
            <p:nvPr/>
          </p:nvSpPr>
          <p:spPr>
            <a:xfrm>
              <a:off x="3875176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6987" y="0"/>
                  </a:lnTo>
                  <a:lnTo>
                    <a:pt x="20510" y="7035"/>
                  </a:lnTo>
                  <a:lnTo>
                    <a:pt x="15240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693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39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18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890" y="0"/>
                  </a:lnTo>
                  <a:lnTo>
                    <a:pt x="2921089" y="12801"/>
                  </a:lnTo>
                  <a:lnTo>
                    <a:pt x="2921558" y="13233"/>
                  </a:lnTo>
                  <a:lnTo>
                    <a:pt x="2926359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39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64" name="object 14">
            <a:extLst>
              <a:ext uri="{FF2B5EF4-FFF2-40B4-BE49-F238E27FC236}">
                <a16:creationId xmlns:a16="http://schemas.microsoft.com/office/drawing/2014/main" id="{3C53D5AA-4A93-41EA-A01B-097B8806D206}"/>
              </a:ext>
            </a:extLst>
          </p:cNvPr>
          <p:cNvSpPr txBox="1"/>
          <p:nvPr/>
        </p:nvSpPr>
        <p:spPr>
          <a:xfrm>
            <a:off x="3690674" y="1917313"/>
            <a:ext cx="2405326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2024</a:t>
            </a:r>
            <a:r>
              <a:rPr lang="zh-TW" altLang="en-US" sz="900" b="1" spc="-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lang="en-US" altLang="zh-TW" sz="900" b="1" spc="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TIRT</a:t>
            </a:r>
            <a:r>
              <a:rPr lang="zh-TW" altLang="en-US" sz="900" b="1" spc="-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lang="zh-TW" altLang="en-US" sz="900" b="1" spc="2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全能機器人國際賽</a:t>
            </a:r>
            <a:endParaRPr lang="zh-TW" altLang="en-US"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65" name="object 15">
            <a:extLst>
              <a:ext uri="{FF2B5EF4-FFF2-40B4-BE49-F238E27FC236}">
                <a16:creationId xmlns:a16="http://schemas.microsoft.com/office/drawing/2014/main" id="{3443EF3C-3154-4741-A8E2-C2AFDB2AD6B5}"/>
              </a:ext>
            </a:extLst>
          </p:cNvPr>
          <p:cNvSpPr txBox="1"/>
          <p:nvPr/>
        </p:nvSpPr>
        <p:spPr>
          <a:xfrm>
            <a:off x="3690674" y="2143680"/>
            <a:ext cx="21672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機器人水上足球</a:t>
            </a:r>
            <a:r>
              <a:rPr lang="zh-TW" altLang="en-US" sz="1400" b="1" spc="-17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lang="en-US" altLang="zh-TW" sz="1400" b="1" spc="1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Trebuchet MS"/>
              </a:rPr>
              <a:t>-</a:t>
            </a:r>
            <a:r>
              <a:rPr lang="zh-TW" altLang="en-US" sz="1400" b="1" spc="-10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Trebuchet MS"/>
              </a:rPr>
              <a:t> </a:t>
            </a: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第一名</a:t>
            </a:r>
            <a:endParaRPr lang="zh-TW" altLang="en-US"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66" name="object 4">
            <a:extLst>
              <a:ext uri="{FF2B5EF4-FFF2-40B4-BE49-F238E27FC236}">
                <a16:creationId xmlns:a16="http://schemas.microsoft.com/office/drawing/2014/main" id="{6AD37EED-0925-4740-BA7B-44CB2B50DA99}"/>
              </a:ext>
            </a:extLst>
          </p:cNvPr>
          <p:cNvGrpSpPr/>
          <p:nvPr/>
        </p:nvGrpSpPr>
        <p:grpSpPr>
          <a:xfrm>
            <a:off x="383827" y="4200581"/>
            <a:ext cx="2961005" cy="915035"/>
            <a:chOff x="733193" y="1991802"/>
            <a:chExt cx="2961005" cy="915035"/>
          </a:xfrm>
        </p:grpSpPr>
        <p:sp>
          <p:nvSpPr>
            <p:cNvPr id="67" name="object 5">
              <a:extLst>
                <a:ext uri="{FF2B5EF4-FFF2-40B4-BE49-F238E27FC236}">
                  <a16:creationId xmlns:a16="http://schemas.microsoft.com/office/drawing/2014/main" id="{A57BA5ED-5009-4ABA-94AD-CFD268C2090D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8" name="object 6">
              <a:extLst>
                <a:ext uri="{FF2B5EF4-FFF2-40B4-BE49-F238E27FC236}">
                  <a16:creationId xmlns:a16="http://schemas.microsoft.com/office/drawing/2014/main" id="{71E798A8-C9A9-4EA6-B56C-4AE47CEBC5A5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9" name="object 7">
              <a:extLst>
                <a:ext uri="{FF2B5EF4-FFF2-40B4-BE49-F238E27FC236}">
                  <a16:creationId xmlns:a16="http://schemas.microsoft.com/office/drawing/2014/main" id="{6917CA57-3538-4EED-B7B0-750193A5D8E1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70" name="object 8">
            <a:extLst>
              <a:ext uri="{FF2B5EF4-FFF2-40B4-BE49-F238E27FC236}">
                <a16:creationId xmlns:a16="http://schemas.microsoft.com/office/drawing/2014/main" id="{FA5DD5CD-EC14-4393-A0BF-06AE2DE187E9}"/>
              </a:ext>
            </a:extLst>
          </p:cNvPr>
          <p:cNvSpPr txBox="1"/>
          <p:nvPr/>
        </p:nvSpPr>
        <p:spPr>
          <a:xfrm>
            <a:off x="571743" y="4405191"/>
            <a:ext cx="2346821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年度 </a:t>
            </a: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TIRT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桃園國際新創機器人競賽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71" name="object 9">
            <a:extLst>
              <a:ext uri="{FF2B5EF4-FFF2-40B4-BE49-F238E27FC236}">
                <a16:creationId xmlns:a16="http://schemas.microsoft.com/office/drawing/2014/main" id="{1225670D-8DAA-4BAF-9E72-BF36BF68DA20}"/>
              </a:ext>
            </a:extLst>
          </p:cNvPr>
          <p:cNvSpPr txBox="1"/>
          <p:nvPr/>
        </p:nvSpPr>
        <p:spPr>
          <a:xfrm>
            <a:off x="571745" y="4631558"/>
            <a:ext cx="236088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機器人踢足球競賽   第一名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72" name="object 10">
            <a:extLst>
              <a:ext uri="{FF2B5EF4-FFF2-40B4-BE49-F238E27FC236}">
                <a16:creationId xmlns:a16="http://schemas.microsoft.com/office/drawing/2014/main" id="{F0073BDA-5387-490A-88CA-DEF4E730972B}"/>
              </a:ext>
            </a:extLst>
          </p:cNvPr>
          <p:cNvGrpSpPr/>
          <p:nvPr/>
        </p:nvGrpSpPr>
        <p:grpSpPr>
          <a:xfrm>
            <a:off x="3525812" y="4200581"/>
            <a:ext cx="2961005" cy="915035"/>
            <a:chOff x="3875178" y="1991802"/>
            <a:chExt cx="2961005" cy="915035"/>
          </a:xfrm>
        </p:grpSpPr>
        <p:sp>
          <p:nvSpPr>
            <p:cNvPr id="73" name="object 11">
              <a:extLst>
                <a:ext uri="{FF2B5EF4-FFF2-40B4-BE49-F238E27FC236}">
                  <a16:creationId xmlns:a16="http://schemas.microsoft.com/office/drawing/2014/main" id="{A5607E5A-29B9-4708-9153-A704E3F59130}"/>
                </a:ext>
              </a:extLst>
            </p:cNvPr>
            <p:cNvSpPr/>
            <p:nvPr/>
          </p:nvSpPr>
          <p:spPr>
            <a:xfrm>
              <a:off x="3901698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6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74" name="object 12">
              <a:extLst>
                <a:ext uri="{FF2B5EF4-FFF2-40B4-BE49-F238E27FC236}">
                  <a16:creationId xmlns:a16="http://schemas.microsoft.com/office/drawing/2014/main" id="{0A699FE0-F91A-4E53-9FFF-F684FC102D23}"/>
                </a:ext>
              </a:extLst>
            </p:cNvPr>
            <p:cNvSpPr/>
            <p:nvPr/>
          </p:nvSpPr>
          <p:spPr>
            <a:xfrm>
              <a:off x="3889245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1" y="20518"/>
                  </a:lnTo>
                  <a:lnTo>
                    <a:pt x="2870409" y="20000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5"/>
                  </a:lnTo>
                  <a:lnTo>
                    <a:pt x="10938" y="0"/>
                  </a:lnTo>
                  <a:lnTo>
                    <a:pt x="13231" y="2768"/>
                  </a:lnTo>
                  <a:lnTo>
                    <a:pt x="18465" y="6685"/>
                  </a:lnTo>
                  <a:lnTo>
                    <a:pt x="55482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4" y="32817"/>
                  </a:lnTo>
                  <a:lnTo>
                    <a:pt x="2899002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75" name="object 13">
              <a:extLst>
                <a:ext uri="{FF2B5EF4-FFF2-40B4-BE49-F238E27FC236}">
                  <a16:creationId xmlns:a16="http://schemas.microsoft.com/office/drawing/2014/main" id="{2BDEA0E2-4062-4D36-B178-87851518645D}"/>
                </a:ext>
              </a:extLst>
            </p:cNvPr>
            <p:cNvSpPr/>
            <p:nvPr/>
          </p:nvSpPr>
          <p:spPr>
            <a:xfrm>
              <a:off x="3875176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6987" y="0"/>
                  </a:lnTo>
                  <a:lnTo>
                    <a:pt x="20510" y="7035"/>
                  </a:lnTo>
                  <a:lnTo>
                    <a:pt x="15240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693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39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18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890" y="0"/>
                  </a:lnTo>
                  <a:lnTo>
                    <a:pt x="2921089" y="12801"/>
                  </a:lnTo>
                  <a:lnTo>
                    <a:pt x="2921558" y="13233"/>
                  </a:lnTo>
                  <a:lnTo>
                    <a:pt x="2926359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39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76" name="object 14">
            <a:extLst>
              <a:ext uri="{FF2B5EF4-FFF2-40B4-BE49-F238E27FC236}">
                <a16:creationId xmlns:a16="http://schemas.microsoft.com/office/drawing/2014/main" id="{5F5B67DE-98EF-42BB-9B63-FA1887662598}"/>
              </a:ext>
            </a:extLst>
          </p:cNvPr>
          <p:cNvSpPr txBox="1"/>
          <p:nvPr/>
        </p:nvSpPr>
        <p:spPr>
          <a:xfrm>
            <a:off x="3712315" y="4405191"/>
            <a:ext cx="2383685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</a:t>
            </a:r>
            <a:r>
              <a:rPr lang="zh-TW" altLang="en-US" sz="900" b="1" spc="-2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台北市</a:t>
            </a:r>
            <a:r>
              <a:rPr lang="en-US" altLang="zh-TW" sz="900" b="1" spc="-2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2023</a:t>
            </a:r>
            <a:r>
              <a:rPr lang="zh-TW" altLang="en-US" sz="900" b="1" spc="-2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年</a:t>
            </a:r>
            <a:r>
              <a:rPr lang="en-US" altLang="zh-TW" sz="900" b="1" spc="-2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STEAM</a:t>
            </a:r>
            <a:r>
              <a:rPr lang="zh-TW" altLang="en-US" sz="900" b="1" spc="-2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跨域競賽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77" name="object 15">
            <a:extLst>
              <a:ext uri="{FF2B5EF4-FFF2-40B4-BE49-F238E27FC236}">
                <a16:creationId xmlns:a16="http://schemas.microsoft.com/office/drawing/2014/main" id="{9243F332-2881-40FB-A5F3-916AB3148738}"/>
              </a:ext>
            </a:extLst>
          </p:cNvPr>
          <p:cNvSpPr txBox="1"/>
          <p:nvPr/>
        </p:nvSpPr>
        <p:spPr>
          <a:xfrm>
            <a:off x="3712315" y="4631558"/>
            <a:ext cx="21672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龍舟競賽高中職組</a:t>
            </a:r>
            <a:r>
              <a:rPr sz="1400" b="1" spc="-17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400" b="1" spc="1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Trebuchet MS"/>
              </a:rPr>
              <a:t>-</a:t>
            </a:r>
            <a:r>
              <a:rPr sz="1400" b="1" spc="-10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Trebuchet MS"/>
              </a:rPr>
              <a:t> </a:t>
            </a:r>
            <a:r>
              <a:rPr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第一名</a:t>
            </a:r>
            <a:endParaRPr sz="140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38890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4">
            <a:extLst>
              <a:ext uri="{FF2B5EF4-FFF2-40B4-BE49-F238E27FC236}">
                <a16:creationId xmlns:a16="http://schemas.microsoft.com/office/drawing/2014/main" id="{F714B465-9860-4CCD-9D61-44315D850E1A}"/>
              </a:ext>
            </a:extLst>
          </p:cNvPr>
          <p:cNvGrpSpPr/>
          <p:nvPr/>
        </p:nvGrpSpPr>
        <p:grpSpPr>
          <a:xfrm>
            <a:off x="383944" y="1598103"/>
            <a:ext cx="2961005" cy="915035"/>
            <a:chOff x="733193" y="1991802"/>
            <a:chExt cx="2961005" cy="915035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0CC45AEB-8F35-411E-A817-BC19EFF0CBF7}"/>
                </a:ext>
              </a:extLst>
            </p:cNvPr>
            <p:cNvSpPr/>
            <p:nvPr/>
          </p:nvSpPr>
          <p:spPr>
            <a:xfrm>
              <a:off x="759713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5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5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4C469665-85DA-4AFD-A8AE-004C236B37B0}"/>
                </a:ext>
              </a:extLst>
            </p:cNvPr>
            <p:cNvSpPr/>
            <p:nvPr/>
          </p:nvSpPr>
          <p:spPr>
            <a:xfrm>
              <a:off x="747260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2" y="20518"/>
                  </a:lnTo>
                  <a:lnTo>
                    <a:pt x="2870410" y="20001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6"/>
                  </a:lnTo>
                  <a:lnTo>
                    <a:pt x="10938" y="0"/>
                  </a:lnTo>
                  <a:lnTo>
                    <a:pt x="13231" y="2769"/>
                  </a:lnTo>
                  <a:lnTo>
                    <a:pt x="18466" y="6685"/>
                  </a:lnTo>
                  <a:lnTo>
                    <a:pt x="55483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6" y="32817"/>
                  </a:lnTo>
                  <a:lnTo>
                    <a:pt x="2899003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CFF35E76-35AF-4B92-8E2D-80838932E6B6}"/>
                </a:ext>
              </a:extLst>
            </p:cNvPr>
            <p:cNvSpPr/>
            <p:nvPr/>
          </p:nvSpPr>
          <p:spPr>
            <a:xfrm>
              <a:off x="733183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7000" y="0"/>
                  </a:lnTo>
                  <a:lnTo>
                    <a:pt x="20523" y="7035"/>
                  </a:lnTo>
                  <a:lnTo>
                    <a:pt x="15252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706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51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31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903" y="0"/>
                  </a:lnTo>
                  <a:lnTo>
                    <a:pt x="2921089" y="12801"/>
                  </a:lnTo>
                  <a:lnTo>
                    <a:pt x="2921571" y="13233"/>
                  </a:lnTo>
                  <a:lnTo>
                    <a:pt x="2926372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51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1" name="object 8">
            <a:extLst>
              <a:ext uri="{FF2B5EF4-FFF2-40B4-BE49-F238E27FC236}">
                <a16:creationId xmlns:a16="http://schemas.microsoft.com/office/drawing/2014/main" id="{9609FA0C-1C79-45F9-AA3B-4321D4666258}"/>
              </a:ext>
            </a:extLst>
          </p:cNvPr>
          <p:cNvSpPr txBox="1"/>
          <p:nvPr/>
        </p:nvSpPr>
        <p:spPr>
          <a:xfrm>
            <a:off x="571861" y="1802713"/>
            <a:ext cx="1562100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2024 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大安冷凍科選手選拔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2" name="object 9">
            <a:extLst>
              <a:ext uri="{FF2B5EF4-FFF2-40B4-BE49-F238E27FC236}">
                <a16:creationId xmlns:a16="http://schemas.microsoft.com/office/drawing/2014/main" id="{190FFBAE-4714-4CAE-ABC9-3B15F253380E}"/>
              </a:ext>
            </a:extLst>
          </p:cNvPr>
          <p:cNvSpPr txBox="1"/>
          <p:nvPr/>
        </p:nvSpPr>
        <p:spPr>
          <a:xfrm>
            <a:off x="571862" y="2029080"/>
            <a:ext cx="2360889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進入校園技能競賽選手名單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13" name="object 10">
            <a:extLst>
              <a:ext uri="{FF2B5EF4-FFF2-40B4-BE49-F238E27FC236}">
                <a16:creationId xmlns:a16="http://schemas.microsoft.com/office/drawing/2014/main" id="{9181418D-1857-4E20-B152-1BB3BD798BEA}"/>
              </a:ext>
            </a:extLst>
          </p:cNvPr>
          <p:cNvGrpSpPr/>
          <p:nvPr/>
        </p:nvGrpSpPr>
        <p:grpSpPr>
          <a:xfrm>
            <a:off x="3525929" y="1598103"/>
            <a:ext cx="2961005" cy="915035"/>
            <a:chOff x="3875178" y="1991802"/>
            <a:chExt cx="2961005" cy="915035"/>
          </a:xfrm>
        </p:grpSpPr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EABFCDC6-5A31-4EFF-8E79-2290B2184782}"/>
                </a:ext>
              </a:extLst>
            </p:cNvPr>
            <p:cNvSpPr/>
            <p:nvPr/>
          </p:nvSpPr>
          <p:spPr>
            <a:xfrm>
              <a:off x="3901698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6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1AA227CA-70AC-4B27-8110-87A1CA960B0E}"/>
                </a:ext>
              </a:extLst>
            </p:cNvPr>
            <p:cNvSpPr/>
            <p:nvPr/>
          </p:nvSpPr>
          <p:spPr>
            <a:xfrm>
              <a:off x="3889245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1" y="20518"/>
                  </a:lnTo>
                  <a:lnTo>
                    <a:pt x="2870409" y="20000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5"/>
                  </a:lnTo>
                  <a:lnTo>
                    <a:pt x="10938" y="0"/>
                  </a:lnTo>
                  <a:lnTo>
                    <a:pt x="13231" y="2768"/>
                  </a:lnTo>
                  <a:lnTo>
                    <a:pt x="18465" y="6685"/>
                  </a:lnTo>
                  <a:lnTo>
                    <a:pt x="55482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4" y="32817"/>
                  </a:lnTo>
                  <a:lnTo>
                    <a:pt x="2899002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6" name="object 13">
              <a:extLst>
                <a:ext uri="{FF2B5EF4-FFF2-40B4-BE49-F238E27FC236}">
                  <a16:creationId xmlns:a16="http://schemas.microsoft.com/office/drawing/2014/main" id="{CB710959-FAE6-40AD-9165-C9B61E68CB00}"/>
                </a:ext>
              </a:extLst>
            </p:cNvPr>
            <p:cNvSpPr/>
            <p:nvPr/>
          </p:nvSpPr>
          <p:spPr>
            <a:xfrm>
              <a:off x="3875176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6987" y="0"/>
                  </a:lnTo>
                  <a:lnTo>
                    <a:pt x="20510" y="7035"/>
                  </a:lnTo>
                  <a:lnTo>
                    <a:pt x="15240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693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39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18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890" y="0"/>
                  </a:lnTo>
                  <a:lnTo>
                    <a:pt x="2921089" y="12801"/>
                  </a:lnTo>
                  <a:lnTo>
                    <a:pt x="2921558" y="13233"/>
                  </a:lnTo>
                  <a:lnTo>
                    <a:pt x="2926359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39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7" name="object 14">
            <a:extLst>
              <a:ext uri="{FF2B5EF4-FFF2-40B4-BE49-F238E27FC236}">
                <a16:creationId xmlns:a16="http://schemas.microsoft.com/office/drawing/2014/main" id="{64088373-B257-4766-B272-020C5B941D0C}"/>
              </a:ext>
            </a:extLst>
          </p:cNvPr>
          <p:cNvSpPr txBox="1"/>
          <p:nvPr/>
        </p:nvSpPr>
        <p:spPr>
          <a:xfrm>
            <a:off x="3712432" y="1802713"/>
            <a:ext cx="2231168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2024 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全國技能競賽</a:t>
            </a:r>
            <a:r>
              <a:rPr lang="en-US" altLang="zh-TW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-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北區分區技能競賽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18" name="object 15">
            <a:extLst>
              <a:ext uri="{FF2B5EF4-FFF2-40B4-BE49-F238E27FC236}">
                <a16:creationId xmlns:a16="http://schemas.microsoft.com/office/drawing/2014/main" id="{7C9C29D0-A3C8-4721-A74C-667BB5449FE7}"/>
              </a:ext>
            </a:extLst>
          </p:cNvPr>
          <p:cNvSpPr txBox="1"/>
          <p:nvPr/>
        </p:nvSpPr>
        <p:spPr>
          <a:xfrm>
            <a:off x="3712432" y="2029080"/>
            <a:ext cx="21672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冷凍空調 </a:t>
            </a:r>
            <a:r>
              <a:rPr lang="en-US" altLang="zh-TW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- </a:t>
            </a: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未晋級決賽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30" name="投影片編號版面配置區 29">
            <a:extLst>
              <a:ext uri="{FF2B5EF4-FFF2-40B4-BE49-F238E27FC236}">
                <a16:creationId xmlns:a16="http://schemas.microsoft.com/office/drawing/2014/main" id="{BE975F13-A4FA-4442-AE3C-B79D366E3EA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7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10A478E2-D431-4BE9-ADD8-AF2F9BAF55B5}"/>
              </a:ext>
            </a:extLst>
          </p:cNvPr>
          <p:cNvSpPr txBox="1"/>
          <p:nvPr/>
        </p:nvSpPr>
        <p:spPr>
          <a:xfrm>
            <a:off x="320799" y="886406"/>
            <a:ext cx="3938270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510540" algn="l"/>
              </a:tabLst>
            </a:pPr>
            <a:r>
              <a:rPr lang="zh-TW" altLang="en-US" sz="24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技能競賽</a:t>
            </a:r>
            <a:endParaRPr sz="2250" b="1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20" name="object 3">
            <a:extLst>
              <a:ext uri="{FF2B5EF4-FFF2-40B4-BE49-F238E27FC236}">
                <a16:creationId xmlns:a16="http://schemas.microsoft.com/office/drawing/2014/main" id="{84B3F908-29A5-4729-A350-E87288E77D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542" y="1053038"/>
            <a:ext cx="2055419" cy="18109"/>
          </a:xfrm>
          <a:prstGeom prst="rect">
            <a:avLst/>
          </a:prstGeom>
        </p:spPr>
      </p:pic>
      <p:grpSp>
        <p:nvGrpSpPr>
          <p:cNvPr id="21" name="object 10">
            <a:extLst>
              <a:ext uri="{FF2B5EF4-FFF2-40B4-BE49-F238E27FC236}">
                <a16:creationId xmlns:a16="http://schemas.microsoft.com/office/drawing/2014/main" id="{52602C88-D0F5-4D65-ABA7-D5D31FA7B274}"/>
              </a:ext>
            </a:extLst>
          </p:cNvPr>
          <p:cNvGrpSpPr/>
          <p:nvPr/>
        </p:nvGrpSpPr>
        <p:grpSpPr>
          <a:xfrm>
            <a:off x="410464" y="2803055"/>
            <a:ext cx="2961005" cy="915035"/>
            <a:chOff x="3875178" y="1991802"/>
            <a:chExt cx="2961005" cy="915035"/>
          </a:xfrm>
        </p:grpSpPr>
        <p:sp>
          <p:nvSpPr>
            <p:cNvPr id="22" name="object 11">
              <a:extLst>
                <a:ext uri="{FF2B5EF4-FFF2-40B4-BE49-F238E27FC236}">
                  <a16:creationId xmlns:a16="http://schemas.microsoft.com/office/drawing/2014/main" id="{FC6521F7-F1C3-42D9-8326-450009A6C14E}"/>
                </a:ext>
              </a:extLst>
            </p:cNvPr>
            <p:cNvSpPr/>
            <p:nvPr/>
          </p:nvSpPr>
          <p:spPr>
            <a:xfrm>
              <a:off x="3901698" y="1991802"/>
              <a:ext cx="2908300" cy="39370"/>
            </a:xfrm>
            <a:custGeom>
              <a:avLst/>
              <a:gdLst/>
              <a:ahLst/>
              <a:cxnLst/>
              <a:rect l="l" t="t" r="r" b="b"/>
              <a:pathLst>
                <a:path w="2908300" h="39369">
                  <a:moveTo>
                    <a:pt x="12805" y="39325"/>
                  </a:moveTo>
                  <a:lnTo>
                    <a:pt x="0" y="26520"/>
                  </a:lnTo>
                  <a:lnTo>
                    <a:pt x="6611" y="20517"/>
                  </a:lnTo>
                  <a:lnTo>
                    <a:pt x="13711" y="15245"/>
                  </a:lnTo>
                  <a:lnTo>
                    <a:pt x="55106" y="430"/>
                  </a:lnTo>
                  <a:lnTo>
                    <a:pt x="64026" y="0"/>
                  </a:lnTo>
                  <a:lnTo>
                    <a:pt x="2843823" y="0"/>
                  </a:lnTo>
                  <a:lnTo>
                    <a:pt x="2886549" y="10703"/>
                  </a:lnTo>
                  <a:lnTo>
                    <a:pt x="2897994" y="18109"/>
                  </a:lnTo>
                  <a:lnTo>
                    <a:pt x="64026" y="18109"/>
                  </a:lnTo>
                  <a:lnTo>
                    <a:pt x="56890" y="18453"/>
                  </a:lnTo>
                  <a:lnTo>
                    <a:pt x="18094" y="34523"/>
                  </a:lnTo>
                  <a:lnTo>
                    <a:pt x="12805" y="39325"/>
                  </a:lnTo>
                  <a:close/>
                </a:path>
                <a:path w="2908300" h="39369">
                  <a:moveTo>
                    <a:pt x="2895044" y="39326"/>
                  </a:moveTo>
                  <a:lnTo>
                    <a:pt x="2857957" y="19487"/>
                  </a:lnTo>
                  <a:lnTo>
                    <a:pt x="2843823" y="18109"/>
                  </a:lnTo>
                  <a:lnTo>
                    <a:pt x="2897994" y="18109"/>
                  </a:lnTo>
                  <a:lnTo>
                    <a:pt x="2901237" y="20517"/>
                  </a:lnTo>
                  <a:lnTo>
                    <a:pt x="2907849" y="26520"/>
                  </a:lnTo>
                  <a:lnTo>
                    <a:pt x="2895044" y="3932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23" name="object 12">
              <a:extLst>
                <a:ext uri="{FF2B5EF4-FFF2-40B4-BE49-F238E27FC236}">
                  <a16:creationId xmlns:a16="http://schemas.microsoft.com/office/drawing/2014/main" id="{8966D9F4-4C53-4181-B05F-85125615FDE4}"/>
                </a:ext>
              </a:extLst>
            </p:cNvPr>
            <p:cNvSpPr/>
            <p:nvPr/>
          </p:nvSpPr>
          <p:spPr>
            <a:xfrm>
              <a:off x="3889245" y="2831309"/>
              <a:ext cx="2933065" cy="75565"/>
            </a:xfrm>
            <a:custGeom>
              <a:avLst/>
              <a:gdLst/>
              <a:ahLst/>
              <a:cxnLst/>
              <a:rect l="l" t="t" r="r" b="b"/>
              <a:pathLst>
                <a:path w="2933065" h="75564">
                  <a:moveTo>
                    <a:pt x="2928714" y="20690"/>
                  </a:moveTo>
                  <a:lnTo>
                    <a:pt x="2856276" y="20690"/>
                  </a:lnTo>
                  <a:lnTo>
                    <a:pt x="2863411" y="20518"/>
                  </a:lnTo>
                  <a:lnTo>
                    <a:pt x="2870409" y="20000"/>
                  </a:lnTo>
                  <a:lnTo>
                    <a:pt x="2914289" y="6685"/>
                  </a:lnTo>
                  <a:lnTo>
                    <a:pt x="2921817" y="0"/>
                  </a:lnTo>
                  <a:lnTo>
                    <a:pt x="2928714" y="20690"/>
                  </a:lnTo>
                  <a:close/>
                </a:path>
                <a:path w="2933065" h="75564">
                  <a:moveTo>
                    <a:pt x="2856309" y="75017"/>
                  </a:moveTo>
                  <a:lnTo>
                    <a:pt x="76446" y="75017"/>
                  </a:lnTo>
                  <a:lnTo>
                    <a:pt x="67559" y="74587"/>
                  </a:lnTo>
                  <a:lnTo>
                    <a:pt x="26164" y="59772"/>
                  </a:lnTo>
                  <a:lnTo>
                    <a:pt x="0" y="32815"/>
                  </a:lnTo>
                  <a:lnTo>
                    <a:pt x="10938" y="0"/>
                  </a:lnTo>
                  <a:lnTo>
                    <a:pt x="13231" y="2768"/>
                  </a:lnTo>
                  <a:lnTo>
                    <a:pt x="18465" y="6685"/>
                  </a:lnTo>
                  <a:lnTo>
                    <a:pt x="55482" y="19139"/>
                  </a:lnTo>
                  <a:lnTo>
                    <a:pt x="76479" y="20690"/>
                  </a:lnTo>
                  <a:lnTo>
                    <a:pt x="2928714" y="20690"/>
                  </a:lnTo>
                  <a:lnTo>
                    <a:pt x="2932754" y="32817"/>
                  </a:lnTo>
                  <a:lnTo>
                    <a:pt x="2899002" y="64314"/>
                  </a:lnTo>
                  <a:lnTo>
                    <a:pt x="2865196" y="74587"/>
                  </a:lnTo>
                  <a:lnTo>
                    <a:pt x="2856309" y="75017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24" name="object 13">
              <a:extLst>
                <a:ext uri="{FF2B5EF4-FFF2-40B4-BE49-F238E27FC236}">
                  <a16:creationId xmlns:a16="http://schemas.microsoft.com/office/drawing/2014/main" id="{5DE03516-E8D8-4BC5-947B-F4C91C300D9E}"/>
                </a:ext>
              </a:extLst>
            </p:cNvPr>
            <p:cNvSpPr/>
            <p:nvPr/>
          </p:nvSpPr>
          <p:spPr>
            <a:xfrm>
              <a:off x="3875176" y="2017902"/>
              <a:ext cx="2961005" cy="847090"/>
            </a:xfrm>
            <a:custGeom>
              <a:avLst/>
              <a:gdLst/>
              <a:ahLst/>
              <a:cxnLst/>
              <a:rect l="l" t="t" r="r" b="b"/>
              <a:pathLst>
                <a:path w="2961004" h="847089">
                  <a:moveTo>
                    <a:pt x="39801" y="12801"/>
                  </a:moveTo>
                  <a:lnTo>
                    <a:pt x="26987" y="0"/>
                  </a:lnTo>
                  <a:lnTo>
                    <a:pt x="20510" y="7035"/>
                  </a:lnTo>
                  <a:lnTo>
                    <a:pt x="15240" y="14135"/>
                  </a:lnTo>
                  <a:lnTo>
                    <a:pt x="431" y="55537"/>
                  </a:lnTo>
                  <a:lnTo>
                    <a:pt x="0" y="64452"/>
                  </a:lnTo>
                  <a:lnTo>
                    <a:pt x="0" y="797890"/>
                  </a:lnTo>
                  <a:lnTo>
                    <a:pt x="10693" y="840613"/>
                  </a:lnTo>
                  <a:lnTo>
                    <a:pt x="14262" y="846556"/>
                  </a:lnTo>
                  <a:lnTo>
                    <a:pt x="25222" y="813676"/>
                  </a:lnTo>
                  <a:lnTo>
                    <a:pt x="19939" y="807313"/>
                  </a:lnTo>
                  <a:lnTo>
                    <a:pt x="18110" y="802690"/>
                  </a:lnTo>
                  <a:lnTo>
                    <a:pt x="18110" y="64452"/>
                  </a:lnTo>
                  <a:lnTo>
                    <a:pt x="18453" y="57315"/>
                  </a:lnTo>
                  <a:lnTo>
                    <a:pt x="34518" y="18516"/>
                  </a:lnTo>
                  <a:lnTo>
                    <a:pt x="39801" y="12801"/>
                  </a:lnTo>
                  <a:close/>
                </a:path>
                <a:path w="2961004" h="847089">
                  <a:moveTo>
                    <a:pt x="2960890" y="64452"/>
                  </a:moveTo>
                  <a:lnTo>
                    <a:pt x="2950184" y="21729"/>
                  </a:lnTo>
                  <a:lnTo>
                    <a:pt x="2933890" y="0"/>
                  </a:lnTo>
                  <a:lnTo>
                    <a:pt x="2921089" y="12801"/>
                  </a:lnTo>
                  <a:lnTo>
                    <a:pt x="2921558" y="13233"/>
                  </a:lnTo>
                  <a:lnTo>
                    <a:pt x="2926359" y="18516"/>
                  </a:lnTo>
                  <a:lnTo>
                    <a:pt x="2942437" y="57315"/>
                  </a:lnTo>
                  <a:lnTo>
                    <a:pt x="2942780" y="64452"/>
                  </a:lnTo>
                  <a:lnTo>
                    <a:pt x="2942780" y="802690"/>
                  </a:lnTo>
                  <a:lnTo>
                    <a:pt x="2940939" y="807313"/>
                  </a:lnTo>
                  <a:lnTo>
                    <a:pt x="2935668" y="813676"/>
                  </a:lnTo>
                  <a:lnTo>
                    <a:pt x="2946628" y="846556"/>
                  </a:lnTo>
                  <a:lnTo>
                    <a:pt x="2960459" y="806805"/>
                  </a:lnTo>
                  <a:lnTo>
                    <a:pt x="2960890" y="797890"/>
                  </a:lnTo>
                  <a:lnTo>
                    <a:pt x="2960890" y="64452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25" name="object 14">
            <a:extLst>
              <a:ext uri="{FF2B5EF4-FFF2-40B4-BE49-F238E27FC236}">
                <a16:creationId xmlns:a16="http://schemas.microsoft.com/office/drawing/2014/main" id="{D4A57068-F789-470C-9E6A-F317C7DEBFC5}"/>
              </a:ext>
            </a:extLst>
          </p:cNvPr>
          <p:cNvSpPr txBox="1"/>
          <p:nvPr/>
        </p:nvSpPr>
        <p:spPr>
          <a:xfrm>
            <a:off x="596967" y="3007665"/>
            <a:ext cx="2231168" cy="1545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2024 </a:t>
            </a:r>
            <a:r>
              <a:rPr lang="zh-TW" altLang="en-US" sz="900" b="1" spc="1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工科賽</a:t>
            </a:r>
            <a:endParaRPr sz="9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263E159C-0539-4089-95BE-E72761B54174}"/>
              </a:ext>
            </a:extLst>
          </p:cNvPr>
          <p:cNvSpPr txBox="1"/>
          <p:nvPr/>
        </p:nvSpPr>
        <p:spPr>
          <a:xfrm>
            <a:off x="596967" y="3234032"/>
            <a:ext cx="216725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zh-TW" altLang="en-US" sz="1400" b="1" spc="2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與選手一起培訓</a:t>
            </a:r>
            <a:endParaRPr sz="1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grpSp>
        <p:nvGrpSpPr>
          <p:cNvPr id="27" name="object 28">
            <a:extLst>
              <a:ext uri="{FF2B5EF4-FFF2-40B4-BE49-F238E27FC236}">
                <a16:creationId xmlns:a16="http://schemas.microsoft.com/office/drawing/2014/main" id="{77A8FF42-0F0B-41DF-8CDB-823F58F6DA8F}"/>
              </a:ext>
            </a:extLst>
          </p:cNvPr>
          <p:cNvGrpSpPr/>
          <p:nvPr/>
        </p:nvGrpSpPr>
        <p:grpSpPr>
          <a:xfrm>
            <a:off x="383944" y="6187875"/>
            <a:ext cx="6102985" cy="3215464"/>
            <a:chOff x="733193" y="7741542"/>
            <a:chExt cx="6102985" cy="2055495"/>
          </a:xfrm>
        </p:grpSpPr>
        <p:sp>
          <p:nvSpPr>
            <p:cNvPr id="28" name="object 29">
              <a:extLst>
                <a:ext uri="{FF2B5EF4-FFF2-40B4-BE49-F238E27FC236}">
                  <a16:creationId xmlns:a16="http://schemas.microsoft.com/office/drawing/2014/main" id="{4BC5B46A-FE34-45CD-8586-0CE3C99402ED}"/>
                </a:ext>
              </a:extLst>
            </p:cNvPr>
            <p:cNvSpPr/>
            <p:nvPr/>
          </p:nvSpPr>
          <p:spPr>
            <a:xfrm>
              <a:off x="733193" y="7741542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5967059" y="2055417"/>
                  </a:moveTo>
                  <a:lnTo>
                    <a:pt x="135816" y="2055417"/>
                  </a:lnTo>
                  <a:lnTo>
                    <a:pt x="122440" y="2054770"/>
                  </a:lnTo>
                  <a:lnTo>
                    <a:pt x="83844" y="2045077"/>
                  </a:lnTo>
                  <a:lnTo>
                    <a:pt x="49698" y="2024640"/>
                  </a:lnTo>
                  <a:lnTo>
                    <a:pt x="22868" y="1995068"/>
                  </a:lnTo>
                  <a:lnTo>
                    <a:pt x="5815" y="1958963"/>
                  </a:lnTo>
                  <a:lnTo>
                    <a:pt x="0" y="1919602"/>
                  </a:lnTo>
                  <a:lnTo>
                    <a:pt x="0" y="135815"/>
                  </a:lnTo>
                  <a:lnTo>
                    <a:pt x="5815" y="96451"/>
                  </a:lnTo>
                  <a:lnTo>
                    <a:pt x="22868" y="60347"/>
                  </a:lnTo>
                  <a:lnTo>
                    <a:pt x="49698" y="30776"/>
                  </a:lnTo>
                  <a:lnTo>
                    <a:pt x="83844" y="10338"/>
                  </a:lnTo>
                  <a:lnTo>
                    <a:pt x="122440" y="646"/>
                  </a:lnTo>
                  <a:lnTo>
                    <a:pt x="135820" y="0"/>
                  </a:lnTo>
                  <a:lnTo>
                    <a:pt x="5967055" y="0"/>
                  </a:lnTo>
                  <a:lnTo>
                    <a:pt x="6006423" y="5815"/>
                  </a:lnTo>
                  <a:lnTo>
                    <a:pt x="6042527" y="22867"/>
                  </a:lnTo>
                  <a:lnTo>
                    <a:pt x="6072098" y="49697"/>
                  </a:lnTo>
                  <a:lnTo>
                    <a:pt x="6092536" y="83842"/>
                  </a:lnTo>
                  <a:lnTo>
                    <a:pt x="6102229" y="122440"/>
                  </a:lnTo>
                  <a:lnTo>
                    <a:pt x="6102875" y="135815"/>
                  </a:lnTo>
                  <a:lnTo>
                    <a:pt x="6102875" y="1919602"/>
                  </a:lnTo>
                  <a:lnTo>
                    <a:pt x="6097059" y="1958964"/>
                  </a:lnTo>
                  <a:lnTo>
                    <a:pt x="6080006" y="1995068"/>
                  </a:lnTo>
                  <a:lnTo>
                    <a:pt x="6053177" y="2024640"/>
                  </a:lnTo>
                  <a:lnTo>
                    <a:pt x="6019030" y="2045077"/>
                  </a:lnTo>
                  <a:lnTo>
                    <a:pt x="5980434" y="2054770"/>
                  </a:lnTo>
                  <a:lnTo>
                    <a:pt x="5967059" y="205541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29" name="object 30">
              <a:extLst>
                <a:ext uri="{FF2B5EF4-FFF2-40B4-BE49-F238E27FC236}">
                  <a16:creationId xmlns:a16="http://schemas.microsoft.com/office/drawing/2014/main" id="{D88C8DF5-5815-4A1B-BC6D-37359FC51745}"/>
                </a:ext>
              </a:extLst>
            </p:cNvPr>
            <p:cNvSpPr/>
            <p:nvPr/>
          </p:nvSpPr>
          <p:spPr>
            <a:xfrm>
              <a:off x="733183" y="7741551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9055" y="1849234"/>
                  </a:moveTo>
                  <a:lnTo>
                    <a:pt x="0" y="1849234"/>
                  </a:lnTo>
                  <a:lnTo>
                    <a:pt x="0" y="1876399"/>
                  </a:lnTo>
                  <a:lnTo>
                    <a:pt x="9055" y="1876399"/>
                  </a:lnTo>
                  <a:lnTo>
                    <a:pt x="9055" y="1849234"/>
                  </a:lnTo>
                  <a:close/>
                </a:path>
                <a:path w="6102984" h="2055495">
                  <a:moveTo>
                    <a:pt x="9055" y="1803971"/>
                  </a:moveTo>
                  <a:lnTo>
                    <a:pt x="0" y="1803971"/>
                  </a:lnTo>
                  <a:lnTo>
                    <a:pt x="0" y="1831124"/>
                  </a:lnTo>
                  <a:lnTo>
                    <a:pt x="9055" y="1831124"/>
                  </a:lnTo>
                  <a:lnTo>
                    <a:pt x="9055" y="1803971"/>
                  </a:lnTo>
                  <a:close/>
                </a:path>
                <a:path w="6102984" h="2055495">
                  <a:moveTo>
                    <a:pt x="9055" y="1758696"/>
                  </a:moveTo>
                  <a:lnTo>
                    <a:pt x="0" y="1758696"/>
                  </a:lnTo>
                  <a:lnTo>
                    <a:pt x="0" y="1785861"/>
                  </a:lnTo>
                  <a:lnTo>
                    <a:pt x="9055" y="1785861"/>
                  </a:lnTo>
                  <a:lnTo>
                    <a:pt x="9055" y="1758696"/>
                  </a:lnTo>
                  <a:close/>
                </a:path>
                <a:path w="6102984" h="2055495">
                  <a:moveTo>
                    <a:pt x="9055" y="1713420"/>
                  </a:moveTo>
                  <a:lnTo>
                    <a:pt x="0" y="1713420"/>
                  </a:lnTo>
                  <a:lnTo>
                    <a:pt x="0" y="1740585"/>
                  </a:lnTo>
                  <a:lnTo>
                    <a:pt x="9055" y="1740585"/>
                  </a:lnTo>
                  <a:lnTo>
                    <a:pt x="9055" y="1713420"/>
                  </a:lnTo>
                  <a:close/>
                </a:path>
                <a:path w="6102984" h="2055495">
                  <a:moveTo>
                    <a:pt x="9055" y="1668145"/>
                  </a:moveTo>
                  <a:lnTo>
                    <a:pt x="0" y="1668145"/>
                  </a:lnTo>
                  <a:lnTo>
                    <a:pt x="0" y="1695310"/>
                  </a:lnTo>
                  <a:lnTo>
                    <a:pt x="9055" y="1695310"/>
                  </a:lnTo>
                  <a:lnTo>
                    <a:pt x="9055" y="1668145"/>
                  </a:lnTo>
                  <a:close/>
                </a:path>
                <a:path w="6102984" h="2055495">
                  <a:moveTo>
                    <a:pt x="9055" y="1622869"/>
                  </a:moveTo>
                  <a:lnTo>
                    <a:pt x="0" y="1622869"/>
                  </a:lnTo>
                  <a:lnTo>
                    <a:pt x="0" y="1650034"/>
                  </a:lnTo>
                  <a:lnTo>
                    <a:pt x="9055" y="1650034"/>
                  </a:lnTo>
                  <a:lnTo>
                    <a:pt x="9055" y="1622869"/>
                  </a:lnTo>
                  <a:close/>
                </a:path>
                <a:path w="6102984" h="2055495">
                  <a:moveTo>
                    <a:pt x="9055" y="1577594"/>
                  </a:moveTo>
                  <a:lnTo>
                    <a:pt x="0" y="1577594"/>
                  </a:lnTo>
                  <a:lnTo>
                    <a:pt x="0" y="1604759"/>
                  </a:lnTo>
                  <a:lnTo>
                    <a:pt x="9055" y="1604759"/>
                  </a:lnTo>
                  <a:lnTo>
                    <a:pt x="9055" y="1577594"/>
                  </a:lnTo>
                  <a:close/>
                </a:path>
                <a:path w="6102984" h="2055495">
                  <a:moveTo>
                    <a:pt x="9055" y="1532318"/>
                  </a:moveTo>
                  <a:lnTo>
                    <a:pt x="0" y="1532318"/>
                  </a:lnTo>
                  <a:lnTo>
                    <a:pt x="0" y="1559483"/>
                  </a:lnTo>
                  <a:lnTo>
                    <a:pt x="9055" y="1559483"/>
                  </a:lnTo>
                  <a:lnTo>
                    <a:pt x="9055" y="1532318"/>
                  </a:lnTo>
                  <a:close/>
                </a:path>
                <a:path w="6102984" h="2055495">
                  <a:moveTo>
                    <a:pt x="9055" y="1487055"/>
                  </a:moveTo>
                  <a:lnTo>
                    <a:pt x="0" y="1487055"/>
                  </a:lnTo>
                  <a:lnTo>
                    <a:pt x="0" y="1514221"/>
                  </a:lnTo>
                  <a:lnTo>
                    <a:pt x="9055" y="1514221"/>
                  </a:lnTo>
                  <a:lnTo>
                    <a:pt x="9055" y="1487055"/>
                  </a:lnTo>
                  <a:close/>
                </a:path>
                <a:path w="6102984" h="2055495">
                  <a:moveTo>
                    <a:pt x="9055" y="1441780"/>
                  </a:moveTo>
                  <a:lnTo>
                    <a:pt x="0" y="1441780"/>
                  </a:lnTo>
                  <a:lnTo>
                    <a:pt x="0" y="1468945"/>
                  </a:lnTo>
                  <a:lnTo>
                    <a:pt x="9055" y="1468945"/>
                  </a:lnTo>
                  <a:lnTo>
                    <a:pt x="9055" y="1441780"/>
                  </a:lnTo>
                  <a:close/>
                </a:path>
                <a:path w="6102984" h="2055495">
                  <a:moveTo>
                    <a:pt x="9055" y="1396504"/>
                  </a:moveTo>
                  <a:lnTo>
                    <a:pt x="0" y="1396504"/>
                  </a:lnTo>
                  <a:lnTo>
                    <a:pt x="0" y="1423670"/>
                  </a:lnTo>
                  <a:lnTo>
                    <a:pt x="9055" y="1423670"/>
                  </a:lnTo>
                  <a:lnTo>
                    <a:pt x="9055" y="1396504"/>
                  </a:lnTo>
                  <a:close/>
                </a:path>
                <a:path w="6102984" h="2055495">
                  <a:moveTo>
                    <a:pt x="9055" y="1351229"/>
                  </a:moveTo>
                  <a:lnTo>
                    <a:pt x="0" y="1351229"/>
                  </a:lnTo>
                  <a:lnTo>
                    <a:pt x="0" y="1378394"/>
                  </a:lnTo>
                  <a:lnTo>
                    <a:pt x="9055" y="1378394"/>
                  </a:lnTo>
                  <a:lnTo>
                    <a:pt x="9055" y="1351229"/>
                  </a:lnTo>
                  <a:close/>
                </a:path>
                <a:path w="6102984" h="2055495">
                  <a:moveTo>
                    <a:pt x="9055" y="1305953"/>
                  </a:moveTo>
                  <a:lnTo>
                    <a:pt x="0" y="1305953"/>
                  </a:lnTo>
                  <a:lnTo>
                    <a:pt x="0" y="1333119"/>
                  </a:lnTo>
                  <a:lnTo>
                    <a:pt x="9055" y="1333119"/>
                  </a:lnTo>
                  <a:lnTo>
                    <a:pt x="9055" y="1305953"/>
                  </a:lnTo>
                  <a:close/>
                </a:path>
                <a:path w="6102984" h="2055495">
                  <a:moveTo>
                    <a:pt x="9055" y="1260678"/>
                  </a:moveTo>
                  <a:lnTo>
                    <a:pt x="0" y="1260678"/>
                  </a:lnTo>
                  <a:lnTo>
                    <a:pt x="0" y="1287843"/>
                  </a:lnTo>
                  <a:lnTo>
                    <a:pt x="9055" y="1287843"/>
                  </a:lnTo>
                  <a:lnTo>
                    <a:pt x="9055" y="1260678"/>
                  </a:lnTo>
                  <a:close/>
                </a:path>
                <a:path w="6102984" h="2055495">
                  <a:moveTo>
                    <a:pt x="9055" y="1215415"/>
                  </a:moveTo>
                  <a:lnTo>
                    <a:pt x="0" y="1215415"/>
                  </a:lnTo>
                  <a:lnTo>
                    <a:pt x="0" y="1242568"/>
                  </a:lnTo>
                  <a:lnTo>
                    <a:pt x="9055" y="1242568"/>
                  </a:lnTo>
                  <a:lnTo>
                    <a:pt x="9055" y="1215415"/>
                  </a:lnTo>
                  <a:close/>
                </a:path>
                <a:path w="6102984" h="2055495">
                  <a:moveTo>
                    <a:pt x="9055" y="1170139"/>
                  </a:moveTo>
                  <a:lnTo>
                    <a:pt x="0" y="1170139"/>
                  </a:lnTo>
                  <a:lnTo>
                    <a:pt x="0" y="1197305"/>
                  </a:lnTo>
                  <a:lnTo>
                    <a:pt x="9055" y="1197305"/>
                  </a:lnTo>
                  <a:lnTo>
                    <a:pt x="9055" y="1170139"/>
                  </a:lnTo>
                  <a:close/>
                </a:path>
                <a:path w="6102984" h="2055495">
                  <a:moveTo>
                    <a:pt x="9055" y="1124864"/>
                  </a:moveTo>
                  <a:lnTo>
                    <a:pt x="0" y="1124864"/>
                  </a:lnTo>
                  <a:lnTo>
                    <a:pt x="0" y="1152029"/>
                  </a:lnTo>
                  <a:lnTo>
                    <a:pt x="9055" y="1152029"/>
                  </a:lnTo>
                  <a:lnTo>
                    <a:pt x="9055" y="1124864"/>
                  </a:lnTo>
                  <a:close/>
                </a:path>
                <a:path w="6102984" h="2055495">
                  <a:moveTo>
                    <a:pt x="9055" y="1079588"/>
                  </a:moveTo>
                  <a:lnTo>
                    <a:pt x="0" y="1079588"/>
                  </a:lnTo>
                  <a:lnTo>
                    <a:pt x="0" y="1106754"/>
                  </a:lnTo>
                  <a:lnTo>
                    <a:pt x="9055" y="1106754"/>
                  </a:lnTo>
                  <a:lnTo>
                    <a:pt x="9055" y="1079588"/>
                  </a:lnTo>
                  <a:close/>
                </a:path>
                <a:path w="6102984" h="2055495">
                  <a:moveTo>
                    <a:pt x="9055" y="1034313"/>
                  </a:moveTo>
                  <a:lnTo>
                    <a:pt x="0" y="1034313"/>
                  </a:lnTo>
                  <a:lnTo>
                    <a:pt x="0" y="1061478"/>
                  </a:lnTo>
                  <a:lnTo>
                    <a:pt x="9055" y="1061478"/>
                  </a:lnTo>
                  <a:lnTo>
                    <a:pt x="9055" y="1034313"/>
                  </a:lnTo>
                  <a:close/>
                </a:path>
                <a:path w="6102984" h="2055495">
                  <a:moveTo>
                    <a:pt x="9055" y="989037"/>
                  </a:moveTo>
                  <a:lnTo>
                    <a:pt x="0" y="989037"/>
                  </a:lnTo>
                  <a:lnTo>
                    <a:pt x="0" y="1016203"/>
                  </a:lnTo>
                  <a:lnTo>
                    <a:pt x="9055" y="1016203"/>
                  </a:lnTo>
                  <a:lnTo>
                    <a:pt x="9055" y="989037"/>
                  </a:lnTo>
                  <a:close/>
                </a:path>
                <a:path w="6102984" h="2055495">
                  <a:moveTo>
                    <a:pt x="9055" y="943762"/>
                  </a:moveTo>
                  <a:lnTo>
                    <a:pt x="0" y="943762"/>
                  </a:lnTo>
                  <a:lnTo>
                    <a:pt x="0" y="970927"/>
                  </a:lnTo>
                  <a:lnTo>
                    <a:pt x="9055" y="970927"/>
                  </a:lnTo>
                  <a:lnTo>
                    <a:pt x="9055" y="943762"/>
                  </a:lnTo>
                  <a:close/>
                </a:path>
                <a:path w="6102984" h="2055495">
                  <a:moveTo>
                    <a:pt x="9055" y="898499"/>
                  </a:moveTo>
                  <a:lnTo>
                    <a:pt x="0" y="898499"/>
                  </a:lnTo>
                  <a:lnTo>
                    <a:pt x="0" y="925664"/>
                  </a:lnTo>
                  <a:lnTo>
                    <a:pt x="9055" y="925664"/>
                  </a:lnTo>
                  <a:lnTo>
                    <a:pt x="9055" y="898499"/>
                  </a:lnTo>
                  <a:close/>
                </a:path>
                <a:path w="6102984" h="2055495">
                  <a:moveTo>
                    <a:pt x="9055" y="853224"/>
                  </a:moveTo>
                  <a:lnTo>
                    <a:pt x="0" y="853224"/>
                  </a:lnTo>
                  <a:lnTo>
                    <a:pt x="0" y="880389"/>
                  </a:lnTo>
                  <a:lnTo>
                    <a:pt x="9055" y="880389"/>
                  </a:lnTo>
                  <a:lnTo>
                    <a:pt x="9055" y="853224"/>
                  </a:lnTo>
                  <a:close/>
                </a:path>
                <a:path w="6102984" h="2055495">
                  <a:moveTo>
                    <a:pt x="9055" y="807948"/>
                  </a:moveTo>
                  <a:lnTo>
                    <a:pt x="0" y="807948"/>
                  </a:lnTo>
                  <a:lnTo>
                    <a:pt x="0" y="835113"/>
                  </a:lnTo>
                  <a:lnTo>
                    <a:pt x="9055" y="835113"/>
                  </a:lnTo>
                  <a:lnTo>
                    <a:pt x="9055" y="807948"/>
                  </a:lnTo>
                  <a:close/>
                </a:path>
                <a:path w="6102984" h="2055495">
                  <a:moveTo>
                    <a:pt x="9055" y="762673"/>
                  </a:moveTo>
                  <a:lnTo>
                    <a:pt x="0" y="762673"/>
                  </a:lnTo>
                  <a:lnTo>
                    <a:pt x="0" y="789838"/>
                  </a:lnTo>
                  <a:lnTo>
                    <a:pt x="9055" y="789838"/>
                  </a:lnTo>
                  <a:lnTo>
                    <a:pt x="9055" y="762673"/>
                  </a:lnTo>
                  <a:close/>
                </a:path>
                <a:path w="6102984" h="2055495">
                  <a:moveTo>
                    <a:pt x="9055" y="717397"/>
                  </a:moveTo>
                  <a:lnTo>
                    <a:pt x="0" y="717397"/>
                  </a:lnTo>
                  <a:lnTo>
                    <a:pt x="0" y="744562"/>
                  </a:lnTo>
                  <a:lnTo>
                    <a:pt x="9055" y="744562"/>
                  </a:lnTo>
                  <a:lnTo>
                    <a:pt x="9055" y="717397"/>
                  </a:lnTo>
                  <a:close/>
                </a:path>
                <a:path w="6102984" h="2055495">
                  <a:moveTo>
                    <a:pt x="9055" y="672122"/>
                  </a:moveTo>
                  <a:lnTo>
                    <a:pt x="0" y="672122"/>
                  </a:lnTo>
                  <a:lnTo>
                    <a:pt x="0" y="699287"/>
                  </a:lnTo>
                  <a:lnTo>
                    <a:pt x="9055" y="699287"/>
                  </a:lnTo>
                  <a:lnTo>
                    <a:pt x="9055" y="672122"/>
                  </a:lnTo>
                  <a:close/>
                </a:path>
                <a:path w="6102984" h="2055495">
                  <a:moveTo>
                    <a:pt x="9055" y="626859"/>
                  </a:moveTo>
                  <a:lnTo>
                    <a:pt x="0" y="626859"/>
                  </a:lnTo>
                  <a:lnTo>
                    <a:pt x="0" y="654011"/>
                  </a:lnTo>
                  <a:lnTo>
                    <a:pt x="9055" y="654011"/>
                  </a:lnTo>
                  <a:lnTo>
                    <a:pt x="9055" y="626859"/>
                  </a:lnTo>
                  <a:close/>
                </a:path>
                <a:path w="6102984" h="2055495">
                  <a:moveTo>
                    <a:pt x="9055" y="581583"/>
                  </a:moveTo>
                  <a:lnTo>
                    <a:pt x="0" y="581583"/>
                  </a:lnTo>
                  <a:lnTo>
                    <a:pt x="0" y="608749"/>
                  </a:lnTo>
                  <a:lnTo>
                    <a:pt x="9055" y="608749"/>
                  </a:lnTo>
                  <a:lnTo>
                    <a:pt x="9055" y="581583"/>
                  </a:lnTo>
                  <a:close/>
                </a:path>
                <a:path w="6102984" h="2055495">
                  <a:moveTo>
                    <a:pt x="9055" y="536308"/>
                  </a:moveTo>
                  <a:lnTo>
                    <a:pt x="0" y="536308"/>
                  </a:lnTo>
                  <a:lnTo>
                    <a:pt x="0" y="563473"/>
                  </a:lnTo>
                  <a:lnTo>
                    <a:pt x="9055" y="563473"/>
                  </a:lnTo>
                  <a:lnTo>
                    <a:pt x="9055" y="536308"/>
                  </a:lnTo>
                  <a:close/>
                </a:path>
                <a:path w="6102984" h="2055495">
                  <a:moveTo>
                    <a:pt x="9055" y="491032"/>
                  </a:moveTo>
                  <a:lnTo>
                    <a:pt x="0" y="491032"/>
                  </a:lnTo>
                  <a:lnTo>
                    <a:pt x="0" y="518198"/>
                  </a:lnTo>
                  <a:lnTo>
                    <a:pt x="9055" y="518198"/>
                  </a:lnTo>
                  <a:lnTo>
                    <a:pt x="9055" y="491032"/>
                  </a:lnTo>
                  <a:close/>
                </a:path>
                <a:path w="6102984" h="2055495">
                  <a:moveTo>
                    <a:pt x="9055" y="445757"/>
                  </a:moveTo>
                  <a:lnTo>
                    <a:pt x="0" y="445757"/>
                  </a:lnTo>
                  <a:lnTo>
                    <a:pt x="0" y="472922"/>
                  </a:lnTo>
                  <a:lnTo>
                    <a:pt x="9055" y="472922"/>
                  </a:lnTo>
                  <a:lnTo>
                    <a:pt x="9055" y="445757"/>
                  </a:lnTo>
                  <a:close/>
                </a:path>
                <a:path w="6102984" h="2055495">
                  <a:moveTo>
                    <a:pt x="9055" y="400481"/>
                  </a:moveTo>
                  <a:lnTo>
                    <a:pt x="0" y="400481"/>
                  </a:lnTo>
                  <a:lnTo>
                    <a:pt x="0" y="427647"/>
                  </a:lnTo>
                  <a:lnTo>
                    <a:pt x="9055" y="427647"/>
                  </a:lnTo>
                  <a:lnTo>
                    <a:pt x="9055" y="400481"/>
                  </a:lnTo>
                  <a:close/>
                </a:path>
                <a:path w="6102984" h="2055495">
                  <a:moveTo>
                    <a:pt x="9055" y="355206"/>
                  </a:moveTo>
                  <a:lnTo>
                    <a:pt x="0" y="355206"/>
                  </a:lnTo>
                  <a:lnTo>
                    <a:pt x="0" y="382371"/>
                  </a:lnTo>
                  <a:lnTo>
                    <a:pt x="9055" y="382371"/>
                  </a:lnTo>
                  <a:lnTo>
                    <a:pt x="9055" y="355206"/>
                  </a:lnTo>
                  <a:close/>
                </a:path>
                <a:path w="6102984" h="2055495">
                  <a:moveTo>
                    <a:pt x="9055" y="309943"/>
                  </a:moveTo>
                  <a:lnTo>
                    <a:pt x="0" y="309943"/>
                  </a:lnTo>
                  <a:lnTo>
                    <a:pt x="0" y="337108"/>
                  </a:lnTo>
                  <a:lnTo>
                    <a:pt x="9055" y="337108"/>
                  </a:lnTo>
                  <a:lnTo>
                    <a:pt x="9055" y="309943"/>
                  </a:lnTo>
                  <a:close/>
                </a:path>
                <a:path w="6102984" h="2055495">
                  <a:moveTo>
                    <a:pt x="9055" y="264668"/>
                  </a:moveTo>
                  <a:lnTo>
                    <a:pt x="0" y="264668"/>
                  </a:lnTo>
                  <a:lnTo>
                    <a:pt x="0" y="291833"/>
                  </a:lnTo>
                  <a:lnTo>
                    <a:pt x="9055" y="291833"/>
                  </a:lnTo>
                  <a:lnTo>
                    <a:pt x="9055" y="264668"/>
                  </a:lnTo>
                  <a:close/>
                </a:path>
                <a:path w="6102984" h="2055495">
                  <a:moveTo>
                    <a:pt x="9055" y="219392"/>
                  </a:moveTo>
                  <a:lnTo>
                    <a:pt x="0" y="219392"/>
                  </a:lnTo>
                  <a:lnTo>
                    <a:pt x="0" y="246557"/>
                  </a:lnTo>
                  <a:lnTo>
                    <a:pt x="9055" y="246557"/>
                  </a:lnTo>
                  <a:lnTo>
                    <a:pt x="9055" y="219392"/>
                  </a:lnTo>
                  <a:close/>
                </a:path>
                <a:path w="6102984" h="2055495">
                  <a:moveTo>
                    <a:pt x="9055" y="174117"/>
                  </a:moveTo>
                  <a:lnTo>
                    <a:pt x="0" y="174117"/>
                  </a:lnTo>
                  <a:lnTo>
                    <a:pt x="0" y="201282"/>
                  </a:lnTo>
                  <a:lnTo>
                    <a:pt x="9055" y="201282"/>
                  </a:lnTo>
                  <a:lnTo>
                    <a:pt x="9055" y="174117"/>
                  </a:lnTo>
                  <a:close/>
                </a:path>
                <a:path w="6102984" h="2055495">
                  <a:moveTo>
                    <a:pt x="9144" y="1921433"/>
                  </a:moveTo>
                  <a:lnTo>
                    <a:pt x="9055" y="1894509"/>
                  </a:lnTo>
                  <a:lnTo>
                    <a:pt x="0" y="1894509"/>
                  </a:lnTo>
                  <a:lnTo>
                    <a:pt x="101" y="1921573"/>
                  </a:lnTo>
                  <a:lnTo>
                    <a:pt x="9144" y="1921433"/>
                  </a:lnTo>
                  <a:close/>
                </a:path>
                <a:path w="6102984" h="2055495">
                  <a:moveTo>
                    <a:pt x="9359" y="129628"/>
                  </a:moveTo>
                  <a:lnTo>
                    <a:pt x="317" y="129184"/>
                  </a:lnTo>
                  <a:lnTo>
                    <a:pt x="0" y="135813"/>
                  </a:lnTo>
                  <a:lnTo>
                    <a:pt x="0" y="156006"/>
                  </a:lnTo>
                  <a:lnTo>
                    <a:pt x="9055" y="156006"/>
                  </a:lnTo>
                  <a:lnTo>
                    <a:pt x="9055" y="135813"/>
                  </a:lnTo>
                  <a:lnTo>
                    <a:pt x="9359" y="129628"/>
                  </a:lnTo>
                  <a:close/>
                </a:path>
                <a:path w="6102984" h="2055495">
                  <a:moveTo>
                    <a:pt x="16852" y="1962937"/>
                  </a:moveTo>
                  <a:lnTo>
                    <a:pt x="14490" y="1956333"/>
                  </a:lnTo>
                  <a:lnTo>
                    <a:pt x="11468" y="1944331"/>
                  </a:lnTo>
                  <a:lnTo>
                    <a:pt x="10502" y="1937791"/>
                  </a:lnTo>
                  <a:lnTo>
                    <a:pt x="1549" y="1939099"/>
                  </a:lnTo>
                  <a:lnTo>
                    <a:pt x="2590" y="1946097"/>
                  </a:lnTo>
                  <a:lnTo>
                    <a:pt x="5816" y="1958962"/>
                  </a:lnTo>
                  <a:lnTo>
                    <a:pt x="8356" y="1966036"/>
                  </a:lnTo>
                  <a:lnTo>
                    <a:pt x="16852" y="1962937"/>
                  </a:lnTo>
                  <a:close/>
                </a:path>
                <a:path w="6102984" h="2055495">
                  <a:moveTo>
                    <a:pt x="18453" y="88023"/>
                  </a:moveTo>
                  <a:lnTo>
                    <a:pt x="10071" y="84607"/>
                  </a:lnTo>
                  <a:lnTo>
                    <a:pt x="5816" y="96443"/>
                  </a:lnTo>
                  <a:lnTo>
                    <a:pt x="2590" y="109308"/>
                  </a:lnTo>
                  <a:lnTo>
                    <a:pt x="2273" y="111480"/>
                  </a:lnTo>
                  <a:lnTo>
                    <a:pt x="11176" y="113106"/>
                  </a:lnTo>
                  <a:lnTo>
                    <a:pt x="11468" y="111086"/>
                  </a:lnTo>
                  <a:lnTo>
                    <a:pt x="14490" y="99072"/>
                  </a:lnTo>
                  <a:lnTo>
                    <a:pt x="18453" y="88023"/>
                  </a:lnTo>
                  <a:close/>
                </a:path>
                <a:path w="6102984" h="2055495">
                  <a:moveTo>
                    <a:pt x="37655" y="1999805"/>
                  </a:moveTo>
                  <a:lnTo>
                    <a:pt x="30403" y="1990039"/>
                  </a:lnTo>
                  <a:lnTo>
                    <a:pt x="24041" y="1979409"/>
                  </a:lnTo>
                  <a:lnTo>
                    <a:pt x="23596" y="1978456"/>
                  </a:lnTo>
                  <a:lnTo>
                    <a:pt x="15582" y="1982660"/>
                  </a:lnTo>
                  <a:lnTo>
                    <a:pt x="16052" y="1983689"/>
                  </a:lnTo>
                  <a:lnTo>
                    <a:pt x="22872" y="1995068"/>
                  </a:lnTo>
                  <a:lnTo>
                    <a:pt x="30645" y="2005533"/>
                  </a:lnTo>
                  <a:lnTo>
                    <a:pt x="37655" y="1999805"/>
                  </a:lnTo>
                  <a:close/>
                </a:path>
                <a:path w="6102984" h="2055495">
                  <a:moveTo>
                    <a:pt x="40767" y="52146"/>
                  </a:moveTo>
                  <a:lnTo>
                    <a:pt x="33972" y="46177"/>
                  </a:lnTo>
                  <a:lnTo>
                    <a:pt x="30784" y="49695"/>
                  </a:lnTo>
                  <a:lnTo>
                    <a:pt x="22872" y="60350"/>
                  </a:lnTo>
                  <a:lnTo>
                    <a:pt x="17995" y="68491"/>
                  </a:lnTo>
                  <a:lnTo>
                    <a:pt x="25844" y="72986"/>
                  </a:lnTo>
                  <a:lnTo>
                    <a:pt x="30403" y="65379"/>
                  </a:lnTo>
                  <a:lnTo>
                    <a:pt x="37782" y="55435"/>
                  </a:lnTo>
                  <a:lnTo>
                    <a:pt x="40767" y="52146"/>
                  </a:lnTo>
                  <a:close/>
                </a:path>
                <a:path w="6102984" h="2055495">
                  <a:moveTo>
                    <a:pt x="70002" y="2027783"/>
                  </a:moveTo>
                  <a:lnTo>
                    <a:pt x="65379" y="2025015"/>
                  </a:lnTo>
                  <a:lnTo>
                    <a:pt x="55448" y="2017636"/>
                  </a:lnTo>
                  <a:lnTo>
                    <a:pt x="49542" y="2012276"/>
                  </a:lnTo>
                  <a:lnTo>
                    <a:pt x="43383" y="2018893"/>
                  </a:lnTo>
                  <a:lnTo>
                    <a:pt x="49707" y="2024634"/>
                  </a:lnTo>
                  <a:lnTo>
                    <a:pt x="60350" y="2032546"/>
                  </a:lnTo>
                  <a:lnTo>
                    <a:pt x="65303" y="2035505"/>
                  </a:lnTo>
                  <a:lnTo>
                    <a:pt x="70002" y="2027783"/>
                  </a:lnTo>
                  <a:close/>
                </a:path>
                <a:path w="6102984" h="2055495">
                  <a:moveTo>
                    <a:pt x="73939" y="25273"/>
                  </a:moveTo>
                  <a:lnTo>
                    <a:pt x="69519" y="17386"/>
                  </a:lnTo>
                  <a:lnTo>
                    <a:pt x="60350" y="22860"/>
                  </a:lnTo>
                  <a:lnTo>
                    <a:pt x="49707" y="30772"/>
                  </a:lnTo>
                  <a:lnTo>
                    <a:pt x="47066" y="33159"/>
                  </a:lnTo>
                  <a:lnTo>
                    <a:pt x="52984" y="40005"/>
                  </a:lnTo>
                  <a:lnTo>
                    <a:pt x="55448" y="37782"/>
                  </a:lnTo>
                  <a:lnTo>
                    <a:pt x="65379" y="30391"/>
                  </a:lnTo>
                  <a:lnTo>
                    <a:pt x="73939" y="25273"/>
                  </a:lnTo>
                  <a:close/>
                </a:path>
                <a:path w="6102984" h="2055495">
                  <a:moveTo>
                    <a:pt x="109664" y="2043595"/>
                  </a:moveTo>
                  <a:lnTo>
                    <a:pt x="99085" y="2040928"/>
                  </a:lnTo>
                  <a:lnTo>
                    <a:pt x="87312" y="2036711"/>
                  </a:lnTo>
                  <a:lnTo>
                    <a:pt x="84912" y="2035581"/>
                  </a:lnTo>
                  <a:lnTo>
                    <a:pt x="81280" y="2043861"/>
                  </a:lnTo>
                  <a:lnTo>
                    <a:pt x="83845" y="2045081"/>
                  </a:lnTo>
                  <a:lnTo>
                    <a:pt x="96456" y="2049602"/>
                  </a:lnTo>
                  <a:lnTo>
                    <a:pt x="107797" y="2052447"/>
                  </a:lnTo>
                  <a:lnTo>
                    <a:pt x="109664" y="2043595"/>
                  </a:lnTo>
                  <a:close/>
                </a:path>
                <a:path w="6102984" h="2055495">
                  <a:moveTo>
                    <a:pt x="114198" y="11010"/>
                  </a:moveTo>
                  <a:lnTo>
                    <a:pt x="112649" y="2095"/>
                  </a:lnTo>
                  <a:lnTo>
                    <a:pt x="109321" y="2578"/>
                  </a:lnTo>
                  <a:lnTo>
                    <a:pt x="96456" y="5816"/>
                  </a:lnTo>
                  <a:lnTo>
                    <a:pt x="85699" y="9664"/>
                  </a:lnTo>
                  <a:lnTo>
                    <a:pt x="89039" y="18084"/>
                  </a:lnTo>
                  <a:lnTo>
                    <a:pt x="99085" y="14478"/>
                  </a:lnTo>
                  <a:lnTo>
                    <a:pt x="111086" y="11468"/>
                  </a:lnTo>
                  <a:lnTo>
                    <a:pt x="114198" y="11010"/>
                  </a:lnTo>
                  <a:close/>
                </a:path>
                <a:path w="6102984" h="2055495">
                  <a:moveTo>
                    <a:pt x="152298" y="2046363"/>
                  </a:moveTo>
                  <a:lnTo>
                    <a:pt x="135826" y="2046363"/>
                  </a:lnTo>
                  <a:lnTo>
                    <a:pt x="126288" y="2045893"/>
                  </a:lnTo>
                  <a:lnTo>
                    <a:pt x="125603" y="2054923"/>
                  </a:lnTo>
                  <a:lnTo>
                    <a:pt x="135826" y="2055418"/>
                  </a:lnTo>
                  <a:lnTo>
                    <a:pt x="152298" y="2055418"/>
                  </a:lnTo>
                  <a:lnTo>
                    <a:pt x="152298" y="2046363"/>
                  </a:lnTo>
                  <a:close/>
                </a:path>
                <a:path w="6102984" h="2055495">
                  <a:moveTo>
                    <a:pt x="162991" y="0"/>
                  </a:moveTo>
                  <a:lnTo>
                    <a:pt x="135826" y="0"/>
                  </a:lnTo>
                  <a:lnTo>
                    <a:pt x="130314" y="266"/>
                  </a:lnTo>
                  <a:lnTo>
                    <a:pt x="130683" y="9296"/>
                  </a:lnTo>
                  <a:lnTo>
                    <a:pt x="135826" y="9055"/>
                  </a:lnTo>
                  <a:lnTo>
                    <a:pt x="162991" y="9055"/>
                  </a:lnTo>
                  <a:lnTo>
                    <a:pt x="162991" y="0"/>
                  </a:lnTo>
                  <a:close/>
                </a:path>
                <a:path w="6102984" h="2055495">
                  <a:moveTo>
                    <a:pt x="197573" y="2046363"/>
                  </a:moveTo>
                  <a:lnTo>
                    <a:pt x="170408" y="2046363"/>
                  </a:lnTo>
                  <a:lnTo>
                    <a:pt x="170408" y="2055418"/>
                  </a:lnTo>
                  <a:lnTo>
                    <a:pt x="197573" y="2055418"/>
                  </a:lnTo>
                  <a:lnTo>
                    <a:pt x="197573" y="2046363"/>
                  </a:lnTo>
                  <a:close/>
                </a:path>
                <a:path w="6102984" h="2055495">
                  <a:moveTo>
                    <a:pt x="208267" y="0"/>
                  </a:moveTo>
                  <a:lnTo>
                    <a:pt x="181102" y="0"/>
                  </a:lnTo>
                  <a:lnTo>
                    <a:pt x="181102" y="9055"/>
                  </a:lnTo>
                  <a:lnTo>
                    <a:pt x="208267" y="9055"/>
                  </a:lnTo>
                  <a:lnTo>
                    <a:pt x="208267" y="0"/>
                  </a:lnTo>
                  <a:close/>
                </a:path>
                <a:path w="6102984" h="2055495">
                  <a:moveTo>
                    <a:pt x="242849" y="2046363"/>
                  </a:moveTo>
                  <a:lnTo>
                    <a:pt x="215684" y="2046363"/>
                  </a:lnTo>
                  <a:lnTo>
                    <a:pt x="215684" y="2055418"/>
                  </a:lnTo>
                  <a:lnTo>
                    <a:pt x="242849" y="2055418"/>
                  </a:lnTo>
                  <a:lnTo>
                    <a:pt x="242849" y="2046363"/>
                  </a:lnTo>
                  <a:close/>
                </a:path>
                <a:path w="6102984" h="2055495">
                  <a:moveTo>
                    <a:pt x="253530" y="0"/>
                  </a:moveTo>
                  <a:lnTo>
                    <a:pt x="226364" y="0"/>
                  </a:lnTo>
                  <a:lnTo>
                    <a:pt x="226364" y="9055"/>
                  </a:lnTo>
                  <a:lnTo>
                    <a:pt x="253530" y="9055"/>
                  </a:lnTo>
                  <a:lnTo>
                    <a:pt x="253530" y="0"/>
                  </a:lnTo>
                  <a:close/>
                </a:path>
                <a:path w="6102984" h="2055495">
                  <a:moveTo>
                    <a:pt x="288124" y="2046363"/>
                  </a:moveTo>
                  <a:lnTo>
                    <a:pt x="260959" y="2046363"/>
                  </a:lnTo>
                  <a:lnTo>
                    <a:pt x="260959" y="2055418"/>
                  </a:lnTo>
                  <a:lnTo>
                    <a:pt x="288124" y="2055418"/>
                  </a:lnTo>
                  <a:lnTo>
                    <a:pt x="288124" y="2046363"/>
                  </a:lnTo>
                  <a:close/>
                </a:path>
                <a:path w="6102984" h="2055495">
                  <a:moveTo>
                    <a:pt x="298805" y="0"/>
                  </a:moveTo>
                  <a:lnTo>
                    <a:pt x="271640" y="0"/>
                  </a:lnTo>
                  <a:lnTo>
                    <a:pt x="271640" y="9055"/>
                  </a:lnTo>
                  <a:lnTo>
                    <a:pt x="298805" y="9055"/>
                  </a:lnTo>
                  <a:lnTo>
                    <a:pt x="298805" y="0"/>
                  </a:lnTo>
                  <a:close/>
                </a:path>
                <a:path w="6102984" h="2055495">
                  <a:moveTo>
                    <a:pt x="333400" y="2046363"/>
                  </a:moveTo>
                  <a:lnTo>
                    <a:pt x="306235" y="2046363"/>
                  </a:lnTo>
                  <a:lnTo>
                    <a:pt x="306235" y="2055418"/>
                  </a:lnTo>
                  <a:lnTo>
                    <a:pt x="333400" y="2055418"/>
                  </a:lnTo>
                  <a:lnTo>
                    <a:pt x="333400" y="2046363"/>
                  </a:lnTo>
                  <a:close/>
                </a:path>
                <a:path w="6102984" h="2055495">
                  <a:moveTo>
                    <a:pt x="344081" y="0"/>
                  </a:moveTo>
                  <a:lnTo>
                    <a:pt x="316915" y="0"/>
                  </a:lnTo>
                  <a:lnTo>
                    <a:pt x="316915" y="9055"/>
                  </a:lnTo>
                  <a:lnTo>
                    <a:pt x="344081" y="9055"/>
                  </a:lnTo>
                  <a:lnTo>
                    <a:pt x="344081" y="0"/>
                  </a:lnTo>
                  <a:close/>
                </a:path>
                <a:path w="6102984" h="2055495">
                  <a:moveTo>
                    <a:pt x="378675" y="2046363"/>
                  </a:moveTo>
                  <a:lnTo>
                    <a:pt x="351510" y="2046363"/>
                  </a:lnTo>
                  <a:lnTo>
                    <a:pt x="351510" y="2055418"/>
                  </a:lnTo>
                  <a:lnTo>
                    <a:pt x="378675" y="2055418"/>
                  </a:lnTo>
                  <a:lnTo>
                    <a:pt x="378675" y="2046363"/>
                  </a:lnTo>
                  <a:close/>
                </a:path>
                <a:path w="6102984" h="2055495">
                  <a:moveTo>
                    <a:pt x="389356" y="0"/>
                  </a:moveTo>
                  <a:lnTo>
                    <a:pt x="362191" y="0"/>
                  </a:lnTo>
                  <a:lnTo>
                    <a:pt x="362191" y="9055"/>
                  </a:lnTo>
                  <a:lnTo>
                    <a:pt x="389356" y="9055"/>
                  </a:lnTo>
                  <a:lnTo>
                    <a:pt x="389356" y="0"/>
                  </a:lnTo>
                  <a:close/>
                </a:path>
                <a:path w="6102984" h="2055495">
                  <a:moveTo>
                    <a:pt x="423951" y="2046363"/>
                  </a:moveTo>
                  <a:lnTo>
                    <a:pt x="396786" y="2046363"/>
                  </a:lnTo>
                  <a:lnTo>
                    <a:pt x="396786" y="2055418"/>
                  </a:lnTo>
                  <a:lnTo>
                    <a:pt x="423951" y="2055418"/>
                  </a:lnTo>
                  <a:lnTo>
                    <a:pt x="423951" y="2046363"/>
                  </a:lnTo>
                  <a:close/>
                </a:path>
                <a:path w="6102984" h="2055495">
                  <a:moveTo>
                    <a:pt x="434632" y="0"/>
                  </a:moveTo>
                  <a:lnTo>
                    <a:pt x="407466" y="0"/>
                  </a:lnTo>
                  <a:lnTo>
                    <a:pt x="407466" y="9055"/>
                  </a:lnTo>
                  <a:lnTo>
                    <a:pt x="434632" y="9055"/>
                  </a:lnTo>
                  <a:lnTo>
                    <a:pt x="434632" y="0"/>
                  </a:lnTo>
                  <a:close/>
                </a:path>
                <a:path w="6102984" h="2055495">
                  <a:moveTo>
                    <a:pt x="469214" y="2046363"/>
                  </a:moveTo>
                  <a:lnTo>
                    <a:pt x="442048" y="2046363"/>
                  </a:lnTo>
                  <a:lnTo>
                    <a:pt x="442048" y="2055418"/>
                  </a:lnTo>
                  <a:lnTo>
                    <a:pt x="469214" y="2055418"/>
                  </a:lnTo>
                  <a:lnTo>
                    <a:pt x="469214" y="2046363"/>
                  </a:lnTo>
                  <a:close/>
                </a:path>
                <a:path w="6102984" h="2055495">
                  <a:moveTo>
                    <a:pt x="479907" y="0"/>
                  </a:moveTo>
                  <a:lnTo>
                    <a:pt x="452742" y="0"/>
                  </a:lnTo>
                  <a:lnTo>
                    <a:pt x="452742" y="9055"/>
                  </a:lnTo>
                  <a:lnTo>
                    <a:pt x="479907" y="9055"/>
                  </a:lnTo>
                  <a:lnTo>
                    <a:pt x="479907" y="0"/>
                  </a:lnTo>
                  <a:close/>
                </a:path>
                <a:path w="6102984" h="2055495">
                  <a:moveTo>
                    <a:pt x="514489" y="2046363"/>
                  </a:moveTo>
                  <a:lnTo>
                    <a:pt x="487324" y="2046363"/>
                  </a:lnTo>
                  <a:lnTo>
                    <a:pt x="487324" y="2055418"/>
                  </a:lnTo>
                  <a:lnTo>
                    <a:pt x="514489" y="2055418"/>
                  </a:lnTo>
                  <a:lnTo>
                    <a:pt x="514489" y="2046363"/>
                  </a:lnTo>
                  <a:close/>
                </a:path>
                <a:path w="6102984" h="2055495">
                  <a:moveTo>
                    <a:pt x="525170" y="0"/>
                  </a:moveTo>
                  <a:lnTo>
                    <a:pt x="498017" y="0"/>
                  </a:lnTo>
                  <a:lnTo>
                    <a:pt x="498017" y="9055"/>
                  </a:lnTo>
                  <a:lnTo>
                    <a:pt x="525170" y="9055"/>
                  </a:lnTo>
                  <a:lnTo>
                    <a:pt x="525170" y="0"/>
                  </a:lnTo>
                  <a:close/>
                </a:path>
                <a:path w="6102984" h="2055495">
                  <a:moveTo>
                    <a:pt x="559765" y="2046363"/>
                  </a:moveTo>
                  <a:lnTo>
                    <a:pt x="532599" y="2046363"/>
                  </a:lnTo>
                  <a:lnTo>
                    <a:pt x="532599" y="2055418"/>
                  </a:lnTo>
                  <a:lnTo>
                    <a:pt x="559765" y="2055418"/>
                  </a:lnTo>
                  <a:lnTo>
                    <a:pt x="559765" y="2046363"/>
                  </a:lnTo>
                  <a:close/>
                </a:path>
                <a:path w="6102984" h="2055495">
                  <a:moveTo>
                    <a:pt x="570445" y="0"/>
                  </a:moveTo>
                  <a:lnTo>
                    <a:pt x="543280" y="0"/>
                  </a:lnTo>
                  <a:lnTo>
                    <a:pt x="543280" y="9055"/>
                  </a:lnTo>
                  <a:lnTo>
                    <a:pt x="570445" y="9055"/>
                  </a:lnTo>
                  <a:lnTo>
                    <a:pt x="570445" y="0"/>
                  </a:lnTo>
                  <a:close/>
                </a:path>
                <a:path w="6102984" h="2055495">
                  <a:moveTo>
                    <a:pt x="605040" y="2046363"/>
                  </a:moveTo>
                  <a:lnTo>
                    <a:pt x="577875" y="2046363"/>
                  </a:lnTo>
                  <a:lnTo>
                    <a:pt x="577875" y="2055418"/>
                  </a:lnTo>
                  <a:lnTo>
                    <a:pt x="605040" y="2055418"/>
                  </a:lnTo>
                  <a:lnTo>
                    <a:pt x="605040" y="2046363"/>
                  </a:lnTo>
                  <a:close/>
                </a:path>
                <a:path w="6102984" h="2055495">
                  <a:moveTo>
                    <a:pt x="615721" y="0"/>
                  </a:moveTo>
                  <a:lnTo>
                    <a:pt x="588556" y="0"/>
                  </a:lnTo>
                  <a:lnTo>
                    <a:pt x="588556" y="9055"/>
                  </a:lnTo>
                  <a:lnTo>
                    <a:pt x="615721" y="9055"/>
                  </a:lnTo>
                  <a:lnTo>
                    <a:pt x="615721" y="0"/>
                  </a:lnTo>
                  <a:close/>
                </a:path>
                <a:path w="6102984" h="2055495">
                  <a:moveTo>
                    <a:pt x="650316" y="2046363"/>
                  </a:moveTo>
                  <a:lnTo>
                    <a:pt x="623150" y="2046363"/>
                  </a:lnTo>
                  <a:lnTo>
                    <a:pt x="623150" y="2055418"/>
                  </a:lnTo>
                  <a:lnTo>
                    <a:pt x="650316" y="2055418"/>
                  </a:lnTo>
                  <a:lnTo>
                    <a:pt x="650316" y="2046363"/>
                  </a:lnTo>
                  <a:close/>
                </a:path>
                <a:path w="6102984" h="2055495">
                  <a:moveTo>
                    <a:pt x="660996" y="0"/>
                  </a:moveTo>
                  <a:lnTo>
                    <a:pt x="633831" y="0"/>
                  </a:lnTo>
                  <a:lnTo>
                    <a:pt x="633831" y="9055"/>
                  </a:lnTo>
                  <a:lnTo>
                    <a:pt x="660996" y="9055"/>
                  </a:lnTo>
                  <a:lnTo>
                    <a:pt x="660996" y="0"/>
                  </a:lnTo>
                  <a:close/>
                </a:path>
                <a:path w="6102984" h="2055495">
                  <a:moveTo>
                    <a:pt x="695591" y="2046363"/>
                  </a:moveTo>
                  <a:lnTo>
                    <a:pt x="668426" y="2046363"/>
                  </a:lnTo>
                  <a:lnTo>
                    <a:pt x="668426" y="2055418"/>
                  </a:lnTo>
                  <a:lnTo>
                    <a:pt x="695591" y="2055418"/>
                  </a:lnTo>
                  <a:lnTo>
                    <a:pt x="695591" y="2046363"/>
                  </a:lnTo>
                  <a:close/>
                </a:path>
                <a:path w="6102984" h="2055495">
                  <a:moveTo>
                    <a:pt x="706272" y="0"/>
                  </a:moveTo>
                  <a:lnTo>
                    <a:pt x="679107" y="0"/>
                  </a:lnTo>
                  <a:lnTo>
                    <a:pt x="679107" y="9055"/>
                  </a:lnTo>
                  <a:lnTo>
                    <a:pt x="706272" y="9055"/>
                  </a:lnTo>
                  <a:lnTo>
                    <a:pt x="706272" y="0"/>
                  </a:lnTo>
                  <a:close/>
                </a:path>
                <a:path w="6102984" h="2055495">
                  <a:moveTo>
                    <a:pt x="740854" y="2046363"/>
                  </a:moveTo>
                  <a:lnTo>
                    <a:pt x="713701" y="2046363"/>
                  </a:lnTo>
                  <a:lnTo>
                    <a:pt x="713701" y="2055418"/>
                  </a:lnTo>
                  <a:lnTo>
                    <a:pt x="740854" y="2055418"/>
                  </a:lnTo>
                  <a:lnTo>
                    <a:pt x="740854" y="2046363"/>
                  </a:lnTo>
                  <a:close/>
                </a:path>
                <a:path w="6102984" h="2055495">
                  <a:moveTo>
                    <a:pt x="751547" y="0"/>
                  </a:moveTo>
                  <a:lnTo>
                    <a:pt x="724382" y="0"/>
                  </a:lnTo>
                  <a:lnTo>
                    <a:pt x="724382" y="9055"/>
                  </a:lnTo>
                  <a:lnTo>
                    <a:pt x="751547" y="9055"/>
                  </a:lnTo>
                  <a:lnTo>
                    <a:pt x="751547" y="0"/>
                  </a:lnTo>
                  <a:close/>
                </a:path>
                <a:path w="6102984" h="2055495">
                  <a:moveTo>
                    <a:pt x="786130" y="2046363"/>
                  </a:moveTo>
                  <a:lnTo>
                    <a:pt x="758964" y="2046363"/>
                  </a:lnTo>
                  <a:lnTo>
                    <a:pt x="758964" y="2055418"/>
                  </a:lnTo>
                  <a:lnTo>
                    <a:pt x="786130" y="2055418"/>
                  </a:lnTo>
                  <a:lnTo>
                    <a:pt x="786130" y="2046363"/>
                  </a:lnTo>
                  <a:close/>
                </a:path>
                <a:path w="6102984" h="2055495">
                  <a:moveTo>
                    <a:pt x="796823" y="0"/>
                  </a:moveTo>
                  <a:lnTo>
                    <a:pt x="769658" y="0"/>
                  </a:lnTo>
                  <a:lnTo>
                    <a:pt x="769658" y="9055"/>
                  </a:lnTo>
                  <a:lnTo>
                    <a:pt x="796823" y="9055"/>
                  </a:lnTo>
                  <a:lnTo>
                    <a:pt x="796823" y="0"/>
                  </a:lnTo>
                  <a:close/>
                </a:path>
                <a:path w="6102984" h="2055495">
                  <a:moveTo>
                    <a:pt x="831405" y="2046363"/>
                  </a:moveTo>
                  <a:lnTo>
                    <a:pt x="804240" y="2046363"/>
                  </a:lnTo>
                  <a:lnTo>
                    <a:pt x="804240" y="2055418"/>
                  </a:lnTo>
                  <a:lnTo>
                    <a:pt x="831405" y="2055418"/>
                  </a:lnTo>
                  <a:lnTo>
                    <a:pt x="831405" y="2046363"/>
                  </a:lnTo>
                  <a:close/>
                </a:path>
                <a:path w="6102984" h="2055495">
                  <a:moveTo>
                    <a:pt x="842086" y="0"/>
                  </a:moveTo>
                  <a:lnTo>
                    <a:pt x="814920" y="0"/>
                  </a:lnTo>
                  <a:lnTo>
                    <a:pt x="814920" y="9055"/>
                  </a:lnTo>
                  <a:lnTo>
                    <a:pt x="842086" y="9055"/>
                  </a:lnTo>
                  <a:lnTo>
                    <a:pt x="842086" y="0"/>
                  </a:lnTo>
                  <a:close/>
                </a:path>
                <a:path w="6102984" h="2055495">
                  <a:moveTo>
                    <a:pt x="876681" y="2046363"/>
                  </a:moveTo>
                  <a:lnTo>
                    <a:pt x="849515" y="2046363"/>
                  </a:lnTo>
                  <a:lnTo>
                    <a:pt x="849515" y="2055418"/>
                  </a:lnTo>
                  <a:lnTo>
                    <a:pt x="876681" y="2055418"/>
                  </a:lnTo>
                  <a:lnTo>
                    <a:pt x="876681" y="2046363"/>
                  </a:lnTo>
                  <a:close/>
                </a:path>
                <a:path w="6102984" h="2055495">
                  <a:moveTo>
                    <a:pt x="887361" y="0"/>
                  </a:moveTo>
                  <a:lnTo>
                    <a:pt x="860196" y="0"/>
                  </a:lnTo>
                  <a:lnTo>
                    <a:pt x="860196" y="9055"/>
                  </a:lnTo>
                  <a:lnTo>
                    <a:pt x="887361" y="9055"/>
                  </a:lnTo>
                  <a:lnTo>
                    <a:pt x="887361" y="0"/>
                  </a:lnTo>
                  <a:close/>
                </a:path>
                <a:path w="6102984" h="2055495">
                  <a:moveTo>
                    <a:pt x="921956" y="2046363"/>
                  </a:moveTo>
                  <a:lnTo>
                    <a:pt x="894791" y="2046363"/>
                  </a:lnTo>
                  <a:lnTo>
                    <a:pt x="894791" y="2055418"/>
                  </a:lnTo>
                  <a:lnTo>
                    <a:pt x="921956" y="2055418"/>
                  </a:lnTo>
                  <a:lnTo>
                    <a:pt x="921956" y="2046363"/>
                  </a:lnTo>
                  <a:close/>
                </a:path>
                <a:path w="6102984" h="2055495">
                  <a:moveTo>
                    <a:pt x="932637" y="0"/>
                  </a:moveTo>
                  <a:lnTo>
                    <a:pt x="905471" y="0"/>
                  </a:lnTo>
                  <a:lnTo>
                    <a:pt x="905471" y="9055"/>
                  </a:lnTo>
                  <a:lnTo>
                    <a:pt x="932637" y="9055"/>
                  </a:lnTo>
                  <a:lnTo>
                    <a:pt x="932637" y="0"/>
                  </a:lnTo>
                  <a:close/>
                </a:path>
                <a:path w="6102984" h="2055495">
                  <a:moveTo>
                    <a:pt x="967232" y="2046363"/>
                  </a:moveTo>
                  <a:lnTo>
                    <a:pt x="940066" y="2046363"/>
                  </a:lnTo>
                  <a:lnTo>
                    <a:pt x="940066" y="2055418"/>
                  </a:lnTo>
                  <a:lnTo>
                    <a:pt x="967232" y="2055418"/>
                  </a:lnTo>
                  <a:lnTo>
                    <a:pt x="967232" y="2046363"/>
                  </a:lnTo>
                  <a:close/>
                </a:path>
                <a:path w="6102984" h="2055495">
                  <a:moveTo>
                    <a:pt x="977912" y="0"/>
                  </a:moveTo>
                  <a:lnTo>
                    <a:pt x="950747" y="0"/>
                  </a:lnTo>
                  <a:lnTo>
                    <a:pt x="950747" y="9055"/>
                  </a:lnTo>
                  <a:lnTo>
                    <a:pt x="977912" y="9055"/>
                  </a:lnTo>
                  <a:lnTo>
                    <a:pt x="977912" y="0"/>
                  </a:lnTo>
                  <a:close/>
                </a:path>
                <a:path w="6102984" h="2055495">
                  <a:moveTo>
                    <a:pt x="1012507" y="2046363"/>
                  </a:moveTo>
                  <a:lnTo>
                    <a:pt x="985342" y="2046363"/>
                  </a:lnTo>
                  <a:lnTo>
                    <a:pt x="985342" y="2055418"/>
                  </a:lnTo>
                  <a:lnTo>
                    <a:pt x="1012507" y="2055418"/>
                  </a:lnTo>
                  <a:lnTo>
                    <a:pt x="1012507" y="2046363"/>
                  </a:lnTo>
                  <a:close/>
                </a:path>
                <a:path w="6102984" h="2055495">
                  <a:moveTo>
                    <a:pt x="1023188" y="0"/>
                  </a:moveTo>
                  <a:lnTo>
                    <a:pt x="996022" y="0"/>
                  </a:lnTo>
                  <a:lnTo>
                    <a:pt x="996022" y="9055"/>
                  </a:lnTo>
                  <a:lnTo>
                    <a:pt x="1023188" y="9055"/>
                  </a:lnTo>
                  <a:lnTo>
                    <a:pt x="1023188" y="0"/>
                  </a:lnTo>
                  <a:close/>
                </a:path>
                <a:path w="6102984" h="2055495">
                  <a:moveTo>
                    <a:pt x="1057770" y="2046363"/>
                  </a:moveTo>
                  <a:lnTo>
                    <a:pt x="1030605" y="2046363"/>
                  </a:lnTo>
                  <a:lnTo>
                    <a:pt x="1030605" y="2055418"/>
                  </a:lnTo>
                  <a:lnTo>
                    <a:pt x="1057770" y="2055418"/>
                  </a:lnTo>
                  <a:lnTo>
                    <a:pt x="1057770" y="2046363"/>
                  </a:lnTo>
                  <a:close/>
                </a:path>
                <a:path w="6102984" h="2055495">
                  <a:moveTo>
                    <a:pt x="1068463" y="0"/>
                  </a:moveTo>
                  <a:lnTo>
                    <a:pt x="1041298" y="0"/>
                  </a:lnTo>
                  <a:lnTo>
                    <a:pt x="1041298" y="9055"/>
                  </a:lnTo>
                  <a:lnTo>
                    <a:pt x="1068463" y="9055"/>
                  </a:lnTo>
                  <a:lnTo>
                    <a:pt x="1068463" y="0"/>
                  </a:lnTo>
                  <a:close/>
                </a:path>
                <a:path w="6102984" h="2055495">
                  <a:moveTo>
                    <a:pt x="1103045" y="2046363"/>
                  </a:moveTo>
                  <a:lnTo>
                    <a:pt x="1075880" y="2046363"/>
                  </a:lnTo>
                  <a:lnTo>
                    <a:pt x="1075880" y="2055418"/>
                  </a:lnTo>
                  <a:lnTo>
                    <a:pt x="1103045" y="2055418"/>
                  </a:lnTo>
                  <a:lnTo>
                    <a:pt x="1103045" y="2046363"/>
                  </a:lnTo>
                  <a:close/>
                </a:path>
                <a:path w="6102984" h="2055495">
                  <a:moveTo>
                    <a:pt x="1113726" y="0"/>
                  </a:moveTo>
                  <a:lnTo>
                    <a:pt x="1086573" y="0"/>
                  </a:lnTo>
                  <a:lnTo>
                    <a:pt x="1086573" y="9055"/>
                  </a:lnTo>
                  <a:lnTo>
                    <a:pt x="1113726" y="9055"/>
                  </a:lnTo>
                  <a:lnTo>
                    <a:pt x="1113726" y="0"/>
                  </a:lnTo>
                  <a:close/>
                </a:path>
                <a:path w="6102984" h="2055495">
                  <a:moveTo>
                    <a:pt x="1148321" y="2046363"/>
                  </a:moveTo>
                  <a:lnTo>
                    <a:pt x="1121156" y="2046363"/>
                  </a:lnTo>
                  <a:lnTo>
                    <a:pt x="1121156" y="2055418"/>
                  </a:lnTo>
                  <a:lnTo>
                    <a:pt x="1148321" y="2055418"/>
                  </a:lnTo>
                  <a:lnTo>
                    <a:pt x="1148321" y="2046363"/>
                  </a:lnTo>
                  <a:close/>
                </a:path>
                <a:path w="6102984" h="2055495">
                  <a:moveTo>
                    <a:pt x="1159002" y="0"/>
                  </a:moveTo>
                  <a:lnTo>
                    <a:pt x="1131836" y="0"/>
                  </a:lnTo>
                  <a:lnTo>
                    <a:pt x="1131836" y="9055"/>
                  </a:lnTo>
                  <a:lnTo>
                    <a:pt x="1159002" y="9055"/>
                  </a:lnTo>
                  <a:lnTo>
                    <a:pt x="1159002" y="0"/>
                  </a:lnTo>
                  <a:close/>
                </a:path>
                <a:path w="6102984" h="2055495">
                  <a:moveTo>
                    <a:pt x="1193596" y="2046363"/>
                  </a:moveTo>
                  <a:lnTo>
                    <a:pt x="1166431" y="2046363"/>
                  </a:lnTo>
                  <a:lnTo>
                    <a:pt x="1166431" y="2055418"/>
                  </a:lnTo>
                  <a:lnTo>
                    <a:pt x="1193596" y="2055418"/>
                  </a:lnTo>
                  <a:lnTo>
                    <a:pt x="1193596" y="2046363"/>
                  </a:lnTo>
                  <a:close/>
                </a:path>
                <a:path w="6102984" h="2055495">
                  <a:moveTo>
                    <a:pt x="1204277" y="0"/>
                  </a:moveTo>
                  <a:lnTo>
                    <a:pt x="1177112" y="0"/>
                  </a:lnTo>
                  <a:lnTo>
                    <a:pt x="1177112" y="9055"/>
                  </a:lnTo>
                  <a:lnTo>
                    <a:pt x="1204277" y="9055"/>
                  </a:lnTo>
                  <a:lnTo>
                    <a:pt x="1204277" y="0"/>
                  </a:lnTo>
                  <a:close/>
                </a:path>
                <a:path w="6102984" h="2055495">
                  <a:moveTo>
                    <a:pt x="1238872" y="2046363"/>
                  </a:moveTo>
                  <a:lnTo>
                    <a:pt x="1211707" y="2046363"/>
                  </a:lnTo>
                  <a:lnTo>
                    <a:pt x="1211707" y="2055418"/>
                  </a:lnTo>
                  <a:lnTo>
                    <a:pt x="1238872" y="2055418"/>
                  </a:lnTo>
                  <a:lnTo>
                    <a:pt x="1238872" y="2046363"/>
                  </a:lnTo>
                  <a:close/>
                </a:path>
                <a:path w="6102984" h="2055495">
                  <a:moveTo>
                    <a:pt x="1249553" y="0"/>
                  </a:moveTo>
                  <a:lnTo>
                    <a:pt x="1222387" y="0"/>
                  </a:lnTo>
                  <a:lnTo>
                    <a:pt x="1222387" y="9055"/>
                  </a:lnTo>
                  <a:lnTo>
                    <a:pt x="1249553" y="9055"/>
                  </a:lnTo>
                  <a:lnTo>
                    <a:pt x="1249553" y="0"/>
                  </a:lnTo>
                  <a:close/>
                </a:path>
                <a:path w="6102984" h="2055495">
                  <a:moveTo>
                    <a:pt x="1284147" y="2046363"/>
                  </a:moveTo>
                  <a:lnTo>
                    <a:pt x="1256982" y="2046363"/>
                  </a:lnTo>
                  <a:lnTo>
                    <a:pt x="1256982" y="2055418"/>
                  </a:lnTo>
                  <a:lnTo>
                    <a:pt x="1284147" y="2055418"/>
                  </a:lnTo>
                  <a:lnTo>
                    <a:pt x="1284147" y="2046363"/>
                  </a:lnTo>
                  <a:close/>
                </a:path>
                <a:path w="6102984" h="2055495">
                  <a:moveTo>
                    <a:pt x="1294828" y="0"/>
                  </a:moveTo>
                  <a:lnTo>
                    <a:pt x="1267663" y="0"/>
                  </a:lnTo>
                  <a:lnTo>
                    <a:pt x="1267663" y="9055"/>
                  </a:lnTo>
                  <a:lnTo>
                    <a:pt x="1294828" y="9055"/>
                  </a:lnTo>
                  <a:lnTo>
                    <a:pt x="1294828" y="0"/>
                  </a:lnTo>
                  <a:close/>
                </a:path>
                <a:path w="6102984" h="2055495">
                  <a:moveTo>
                    <a:pt x="1329410" y="2046363"/>
                  </a:moveTo>
                  <a:lnTo>
                    <a:pt x="1302258" y="2046363"/>
                  </a:lnTo>
                  <a:lnTo>
                    <a:pt x="1302258" y="2055418"/>
                  </a:lnTo>
                  <a:lnTo>
                    <a:pt x="1329410" y="2055418"/>
                  </a:lnTo>
                  <a:lnTo>
                    <a:pt x="1329410" y="2046363"/>
                  </a:lnTo>
                  <a:close/>
                </a:path>
                <a:path w="6102984" h="2055495">
                  <a:moveTo>
                    <a:pt x="1340104" y="0"/>
                  </a:moveTo>
                  <a:lnTo>
                    <a:pt x="1312938" y="0"/>
                  </a:lnTo>
                  <a:lnTo>
                    <a:pt x="1312938" y="9055"/>
                  </a:lnTo>
                  <a:lnTo>
                    <a:pt x="1340104" y="9055"/>
                  </a:lnTo>
                  <a:lnTo>
                    <a:pt x="1340104" y="0"/>
                  </a:lnTo>
                  <a:close/>
                </a:path>
                <a:path w="6102984" h="2055495">
                  <a:moveTo>
                    <a:pt x="1374686" y="2046363"/>
                  </a:moveTo>
                  <a:lnTo>
                    <a:pt x="1347520" y="2046363"/>
                  </a:lnTo>
                  <a:lnTo>
                    <a:pt x="1347520" y="2055418"/>
                  </a:lnTo>
                  <a:lnTo>
                    <a:pt x="1374686" y="2055418"/>
                  </a:lnTo>
                  <a:lnTo>
                    <a:pt x="1374686" y="2046363"/>
                  </a:lnTo>
                  <a:close/>
                </a:path>
                <a:path w="6102984" h="2055495">
                  <a:moveTo>
                    <a:pt x="1385379" y="0"/>
                  </a:moveTo>
                  <a:lnTo>
                    <a:pt x="1358214" y="0"/>
                  </a:lnTo>
                  <a:lnTo>
                    <a:pt x="1358214" y="9055"/>
                  </a:lnTo>
                  <a:lnTo>
                    <a:pt x="1385379" y="9055"/>
                  </a:lnTo>
                  <a:lnTo>
                    <a:pt x="1385379" y="0"/>
                  </a:lnTo>
                  <a:close/>
                </a:path>
                <a:path w="6102984" h="2055495">
                  <a:moveTo>
                    <a:pt x="1419961" y="2046363"/>
                  </a:moveTo>
                  <a:lnTo>
                    <a:pt x="1392796" y="2046363"/>
                  </a:lnTo>
                  <a:lnTo>
                    <a:pt x="1392796" y="2055418"/>
                  </a:lnTo>
                  <a:lnTo>
                    <a:pt x="1419961" y="2055418"/>
                  </a:lnTo>
                  <a:lnTo>
                    <a:pt x="1419961" y="2046363"/>
                  </a:lnTo>
                  <a:close/>
                </a:path>
                <a:path w="6102984" h="2055495">
                  <a:moveTo>
                    <a:pt x="1430642" y="0"/>
                  </a:moveTo>
                  <a:lnTo>
                    <a:pt x="1403489" y="0"/>
                  </a:lnTo>
                  <a:lnTo>
                    <a:pt x="1403489" y="9055"/>
                  </a:lnTo>
                  <a:lnTo>
                    <a:pt x="1430642" y="9055"/>
                  </a:lnTo>
                  <a:lnTo>
                    <a:pt x="1430642" y="0"/>
                  </a:lnTo>
                  <a:close/>
                </a:path>
                <a:path w="6102984" h="2055495">
                  <a:moveTo>
                    <a:pt x="1465237" y="2046363"/>
                  </a:moveTo>
                  <a:lnTo>
                    <a:pt x="1438071" y="2046363"/>
                  </a:lnTo>
                  <a:lnTo>
                    <a:pt x="1438071" y="2055418"/>
                  </a:lnTo>
                  <a:lnTo>
                    <a:pt x="1465237" y="2055418"/>
                  </a:lnTo>
                  <a:lnTo>
                    <a:pt x="1465237" y="2046363"/>
                  </a:lnTo>
                  <a:close/>
                </a:path>
                <a:path w="6102984" h="2055495">
                  <a:moveTo>
                    <a:pt x="1475917" y="0"/>
                  </a:moveTo>
                  <a:lnTo>
                    <a:pt x="1448752" y="0"/>
                  </a:lnTo>
                  <a:lnTo>
                    <a:pt x="1448752" y="9055"/>
                  </a:lnTo>
                  <a:lnTo>
                    <a:pt x="1475917" y="9055"/>
                  </a:lnTo>
                  <a:lnTo>
                    <a:pt x="1475917" y="0"/>
                  </a:lnTo>
                  <a:close/>
                </a:path>
                <a:path w="6102984" h="2055495">
                  <a:moveTo>
                    <a:pt x="1510512" y="2046363"/>
                  </a:moveTo>
                  <a:lnTo>
                    <a:pt x="1483347" y="2046363"/>
                  </a:lnTo>
                  <a:lnTo>
                    <a:pt x="1483347" y="2055418"/>
                  </a:lnTo>
                  <a:lnTo>
                    <a:pt x="1510512" y="2055418"/>
                  </a:lnTo>
                  <a:lnTo>
                    <a:pt x="1510512" y="2046363"/>
                  </a:lnTo>
                  <a:close/>
                </a:path>
                <a:path w="6102984" h="2055495">
                  <a:moveTo>
                    <a:pt x="1521193" y="0"/>
                  </a:moveTo>
                  <a:lnTo>
                    <a:pt x="1494028" y="0"/>
                  </a:lnTo>
                  <a:lnTo>
                    <a:pt x="1494028" y="9055"/>
                  </a:lnTo>
                  <a:lnTo>
                    <a:pt x="1521193" y="9055"/>
                  </a:lnTo>
                  <a:lnTo>
                    <a:pt x="1521193" y="0"/>
                  </a:lnTo>
                  <a:close/>
                </a:path>
                <a:path w="6102984" h="2055495">
                  <a:moveTo>
                    <a:pt x="1555788" y="2046363"/>
                  </a:moveTo>
                  <a:lnTo>
                    <a:pt x="1528622" y="2046363"/>
                  </a:lnTo>
                  <a:lnTo>
                    <a:pt x="1528622" y="2055418"/>
                  </a:lnTo>
                  <a:lnTo>
                    <a:pt x="1555788" y="2055418"/>
                  </a:lnTo>
                  <a:lnTo>
                    <a:pt x="1555788" y="2046363"/>
                  </a:lnTo>
                  <a:close/>
                </a:path>
                <a:path w="6102984" h="2055495">
                  <a:moveTo>
                    <a:pt x="1566468" y="0"/>
                  </a:moveTo>
                  <a:lnTo>
                    <a:pt x="1539303" y="0"/>
                  </a:lnTo>
                  <a:lnTo>
                    <a:pt x="1539303" y="9055"/>
                  </a:lnTo>
                  <a:lnTo>
                    <a:pt x="1566468" y="9055"/>
                  </a:lnTo>
                  <a:lnTo>
                    <a:pt x="1566468" y="0"/>
                  </a:lnTo>
                  <a:close/>
                </a:path>
                <a:path w="6102984" h="2055495">
                  <a:moveTo>
                    <a:pt x="1601063" y="2046363"/>
                  </a:moveTo>
                  <a:lnTo>
                    <a:pt x="1573898" y="2046363"/>
                  </a:lnTo>
                  <a:lnTo>
                    <a:pt x="1573898" y="2055418"/>
                  </a:lnTo>
                  <a:lnTo>
                    <a:pt x="1601063" y="2055418"/>
                  </a:lnTo>
                  <a:lnTo>
                    <a:pt x="1601063" y="2046363"/>
                  </a:lnTo>
                  <a:close/>
                </a:path>
                <a:path w="6102984" h="2055495">
                  <a:moveTo>
                    <a:pt x="1611744" y="0"/>
                  </a:moveTo>
                  <a:lnTo>
                    <a:pt x="1584579" y="0"/>
                  </a:lnTo>
                  <a:lnTo>
                    <a:pt x="1584579" y="9055"/>
                  </a:lnTo>
                  <a:lnTo>
                    <a:pt x="1611744" y="9055"/>
                  </a:lnTo>
                  <a:lnTo>
                    <a:pt x="1611744" y="0"/>
                  </a:lnTo>
                  <a:close/>
                </a:path>
                <a:path w="6102984" h="2055495">
                  <a:moveTo>
                    <a:pt x="1646326" y="2046363"/>
                  </a:moveTo>
                  <a:lnTo>
                    <a:pt x="1619161" y="2046363"/>
                  </a:lnTo>
                  <a:lnTo>
                    <a:pt x="1619161" y="2055418"/>
                  </a:lnTo>
                  <a:lnTo>
                    <a:pt x="1646326" y="2055418"/>
                  </a:lnTo>
                  <a:lnTo>
                    <a:pt x="1646326" y="2046363"/>
                  </a:lnTo>
                  <a:close/>
                </a:path>
                <a:path w="6102984" h="2055495">
                  <a:moveTo>
                    <a:pt x="1657019" y="0"/>
                  </a:moveTo>
                  <a:lnTo>
                    <a:pt x="1629854" y="0"/>
                  </a:lnTo>
                  <a:lnTo>
                    <a:pt x="1629854" y="9055"/>
                  </a:lnTo>
                  <a:lnTo>
                    <a:pt x="1657019" y="9055"/>
                  </a:lnTo>
                  <a:lnTo>
                    <a:pt x="1657019" y="0"/>
                  </a:lnTo>
                  <a:close/>
                </a:path>
                <a:path w="6102984" h="2055495">
                  <a:moveTo>
                    <a:pt x="1691601" y="2046363"/>
                  </a:moveTo>
                  <a:lnTo>
                    <a:pt x="1664436" y="2046363"/>
                  </a:lnTo>
                  <a:lnTo>
                    <a:pt x="1664436" y="2055418"/>
                  </a:lnTo>
                  <a:lnTo>
                    <a:pt x="1691601" y="2055418"/>
                  </a:lnTo>
                  <a:lnTo>
                    <a:pt x="1691601" y="2046363"/>
                  </a:lnTo>
                  <a:close/>
                </a:path>
                <a:path w="6102984" h="2055495">
                  <a:moveTo>
                    <a:pt x="1702295" y="0"/>
                  </a:moveTo>
                  <a:lnTo>
                    <a:pt x="1675130" y="0"/>
                  </a:lnTo>
                  <a:lnTo>
                    <a:pt x="1675130" y="9055"/>
                  </a:lnTo>
                  <a:lnTo>
                    <a:pt x="1702295" y="9055"/>
                  </a:lnTo>
                  <a:lnTo>
                    <a:pt x="1702295" y="0"/>
                  </a:lnTo>
                  <a:close/>
                </a:path>
                <a:path w="6102984" h="2055495">
                  <a:moveTo>
                    <a:pt x="1736877" y="2046363"/>
                  </a:moveTo>
                  <a:lnTo>
                    <a:pt x="1709712" y="2046363"/>
                  </a:lnTo>
                  <a:lnTo>
                    <a:pt x="1709712" y="2055418"/>
                  </a:lnTo>
                  <a:lnTo>
                    <a:pt x="1736877" y="2055418"/>
                  </a:lnTo>
                  <a:lnTo>
                    <a:pt x="1736877" y="2046363"/>
                  </a:lnTo>
                  <a:close/>
                </a:path>
                <a:path w="6102984" h="2055495">
                  <a:moveTo>
                    <a:pt x="1747558" y="0"/>
                  </a:moveTo>
                  <a:lnTo>
                    <a:pt x="1720392" y="0"/>
                  </a:lnTo>
                  <a:lnTo>
                    <a:pt x="1720392" y="9055"/>
                  </a:lnTo>
                  <a:lnTo>
                    <a:pt x="1747558" y="9055"/>
                  </a:lnTo>
                  <a:lnTo>
                    <a:pt x="1747558" y="0"/>
                  </a:lnTo>
                  <a:close/>
                </a:path>
                <a:path w="6102984" h="2055495">
                  <a:moveTo>
                    <a:pt x="1782152" y="2046363"/>
                  </a:moveTo>
                  <a:lnTo>
                    <a:pt x="1754987" y="2046363"/>
                  </a:lnTo>
                  <a:lnTo>
                    <a:pt x="1754987" y="2055418"/>
                  </a:lnTo>
                  <a:lnTo>
                    <a:pt x="1782152" y="2055418"/>
                  </a:lnTo>
                  <a:lnTo>
                    <a:pt x="1782152" y="2046363"/>
                  </a:lnTo>
                  <a:close/>
                </a:path>
                <a:path w="6102984" h="2055495">
                  <a:moveTo>
                    <a:pt x="1792833" y="0"/>
                  </a:moveTo>
                  <a:lnTo>
                    <a:pt x="1765668" y="0"/>
                  </a:lnTo>
                  <a:lnTo>
                    <a:pt x="1765668" y="9055"/>
                  </a:lnTo>
                  <a:lnTo>
                    <a:pt x="1792833" y="9055"/>
                  </a:lnTo>
                  <a:lnTo>
                    <a:pt x="1792833" y="0"/>
                  </a:lnTo>
                  <a:close/>
                </a:path>
                <a:path w="6102984" h="2055495">
                  <a:moveTo>
                    <a:pt x="1827428" y="2046363"/>
                  </a:moveTo>
                  <a:lnTo>
                    <a:pt x="1800263" y="2046363"/>
                  </a:lnTo>
                  <a:lnTo>
                    <a:pt x="1800263" y="2055418"/>
                  </a:lnTo>
                  <a:lnTo>
                    <a:pt x="1827428" y="2055418"/>
                  </a:lnTo>
                  <a:lnTo>
                    <a:pt x="1827428" y="2046363"/>
                  </a:lnTo>
                  <a:close/>
                </a:path>
                <a:path w="6102984" h="2055495">
                  <a:moveTo>
                    <a:pt x="1838109" y="0"/>
                  </a:moveTo>
                  <a:lnTo>
                    <a:pt x="1810943" y="0"/>
                  </a:lnTo>
                  <a:lnTo>
                    <a:pt x="1810943" y="9055"/>
                  </a:lnTo>
                  <a:lnTo>
                    <a:pt x="1838109" y="9055"/>
                  </a:lnTo>
                  <a:lnTo>
                    <a:pt x="1838109" y="0"/>
                  </a:lnTo>
                  <a:close/>
                </a:path>
                <a:path w="6102984" h="2055495">
                  <a:moveTo>
                    <a:pt x="1872703" y="2046363"/>
                  </a:moveTo>
                  <a:lnTo>
                    <a:pt x="1845538" y="2046363"/>
                  </a:lnTo>
                  <a:lnTo>
                    <a:pt x="1845538" y="2055418"/>
                  </a:lnTo>
                  <a:lnTo>
                    <a:pt x="1872703" y="2055418"/>
                  </a:lnTo>
                  <a:lnTo>
                    <a:pt x="1872703" y="2046363"/>
                  </a:lnTo>
                  <a:close/>
                </a:path>
                <a:path w="6102984" h="2055495">
                  <a:moveTo>
                    <a:pt x="1883384" y="0"/>
                  </a:moveTo>
                  <a:lnTo>
                    <a:pt x="1856219" y="0"/>
                  </a:lnTo>
                  <a:lnTo>
                    <a:pt x="1856219" y="9055"/>
                  </a:lnTo>
                  <a:lnTo>
                    <a:pt x="1883384" y="9055"/>
                  </a:lnTo>
                  <a:lnTo>
                    <a:pt x="1883384" y="0"/>
                  </a:lnTo>
                  <a:close/>
                </a:path>
                <a:path w="6102984" h="2055495">
                  <a:moveTo>
                    <a:pt x="1917966" y="2046363"/>
                  </a:moveTo>
                  <a:lnTo>
                    <a:pt x="1890814" y="2046363"/>
                  </a:lnTo>
                  <a:lnTo>
                    <a:pt x="1890814" y="2055418"/>
                  </a:lnTo>
                  <a:lnTo>
                    <a:pt x="1917966" y="2055418"/>
                  </a:lnTo>
                  <a:lnTo>
                    <a:pt x="1917966" y="2046363"/>
                  </a:lnTo>
                  <a:close/>
                </a:path>
                <a:path w="6102984" h="2055495">
                  <a:moveTo>
                    <a:pt x="1928660" y="0"/>
                  </a:moveTo>
                  <a:lnTo>
                    <a:pt x="1901494" y="0"/>
                  </a:lnTo>
                  <a:lnTo>
                    <a:pt x="1901494" y="9055"/>
                  </a:lnTo>
                  <a:lnTo>
                    <a:pt x="1928660" y="9055"/>
                  </a:lnTo>
                  <a:lnTo>
                    <a:pt x="1928660" y="0"/>
                  </a:lnTo>
                  <a:close/>
                </a:path>
                <a:path w="6102984" h="2055495">
                  <a:moveTo>
                    <a:pt x="1963242" y="2046363"/>
                  </a:moveTo>
                  <a:lnTo>
                    <a:pt x="1936076" y="2046363"/>
                  </a:lnTo>
                  <a:lnTo>
                    <a:pt x="1936076" y="2055418"/>
                  </a:lnTo>
                  <a:lnTo>
                    <a:pt x="1963242" y="2055418"/>
                  </a:lnTo>
                  <a:lnTo>
                    <a:pt x="1963242" y="2046363"/>
                  </a:lnTo>
                  <a:close/>
                </a:path>
                <a:path w="6102984" h="2055495">
                  <a:moveTo>
                    <a:pt x="1973935" y="0"/>
                  </a:moveTo>
                  <a:lnTo>
                    <a:pt x="1946770" y="0"/>
                  </a:lnTo>
                  <a:lnTo>
                    <a:pt x="1946770" y="9055"/>
                  </a:lnTo>
                  <a:lnTo>
                    <a:pt x="1973935" y="9055"/>
                  </a:lnTo>
                  <a:lnTo>
                    <a:pt x="1973935" y="0"/>
                  </a:lnTo>
                  <a:close/>
                </a:path>
                <a:path w="6102984" h="2055495">
                  <a:moveTo>
                    <a:pt x="2008517" y="2046363"/>
                  </a:moveTo>
                  <a:lnTo>
                    <a:pt x="1981352" y="2046363"/>
                  </a:lnTo>
                  <a:lnTo>
                    <a:pt x="1981352" y="2055418"/>
                  </a:lnTo>
                  <a:lnTo>
                    <a:pt x="2008517" y="2055418"/>
                  </a:lnTo>
                  <a:lnTo>
                    <a:pt x="2008517" y="2046363"/>
                  </a:lnTo>
                  <a:close/>
                </a:path>
                <a:path w="6102984" h="2055495">
                  <a:moveTo>
                    <a:pt x="2019198" y="0"/>
                  </a:moveTo>
                  <a:lnTo>
                    <a:pt x="1992045" y="0"/>
                  </a:lnTo>
                  <a:lnTo>
                    <a:pt x="1992045" y="9055"/>
                  </a:lnTo>
                  <a:lnTo>
                    <a:pt x="2019198" y="9055"/>
                  </a:lnTo>
                  <a:lnTo>
                    <a:pt x="2019198" y="0"/>
                  </a:lnTo>
                  <a:close/>
                </a:path>
                <a:path w="6102984" h="2055495">
                  <a:moveTo>
                    <a:pt x="2053793" y="2046363"/>
                  </a:moveTo>
                  <a:lnTo>
                    <a:pt x="2026627" y="2046363"/>
                  </a:lnTo>
                  <a:lnTo>
                    <a:pt x="2026627" y="2055418"/>
                  </a:lnTo>
                  <a:lnTo>
                    <a:pt x="2053793" y="2055418"/>
                  </a:lnTo>
                  <a:lnTo>
                    <a:pt x="2053793" y="2046363"/>
                  </a:lnTo>
                  <a:close/>
                </a:path>
                <a:path w="6102984" h="2055495">
                  <a:moveTo>
                    <a:pt x="2064473" y="0"/>
                  </a:moveTo>
                  <a:lnTo>
                    <a:pt x="2037308" y="0"/>
                  </a:lnTo>
                  <a:lnTo>
                    <a:pt x="2037308" y="9055"/>
                  </a:lnTo>
                  <a:lnTo>
                    <a:pt x="2064473" y="9055"/>
                  </a:lnTo>
                  <a:lnTo>
                    <a:pt x="2064473" y="0"/>
                  </a:lnTo>
                  <a:close/>
                </a:path>
                <a:path w="6102984" h="2055495">
                  <a:moveTo>
                    <a:pt x="2099068" y="2046363"/>
                  </a:moveTo>
                  <a:lnTo>
                    <a:pt x="2071903" y="2046363"/>
                  </a:lnTo>
                  <a:lnTo>
                    <a:pt x="2071903" y="2055418"/>
                  </a:lnTo>
                  <a:lnTo>
                    <a:pt x="2099068" y="2055418"/>
                  </a:lnTo>
                  <a:lnTo>
                    <a:pt x="2099068" y="2046363"/>
                  </a:lnTo>
                  <a:close/>
                </a:path>
                <a:path w="6102984" h="2055495">
                  <a:moveTo>
                    <a:pt x="2109749" y="0"/>
                  </a:moveTo>
                  <a:lnTo>
                    <a:pt x="2082584" y="0"/>
                  </a:lnTo>
                  <a:lnTo>
                    <a:pt x="2082584" y="9055"/>
                  </a:lnTo>
                  <a:lnTo>
                    <a:pt x="2109749" y="9055"/>
                  </a:lnTo>
                  <a:lnTo>
                    <a:pt x="2109749" y="0"/>
                  </a:lnTo>
                  <a:close/>
                </a:path>
                <a:path w="6102984" h="2055495">
                  <a:moveTo>
                    <a:pt x="2144344" y="2046363"/>
                  </a:moveTo>
                  <a:lnTo>
                    <a:pt x="2117179" y="2046363"/>
                  </a:lnTo>
                  <a:lnTo>
                    <a:pt x="2117179" y="2055418"/>
                  </a:lnTo>
                  <a:lnTo>
                    <a:pt x="2144344" y="2055418"/>
                  </a:lnTo>
                  <a:lnTo>
                    <a:pt x="2144344" y="2046363"/>
                  </a:lnTo>
                  <a:close/>
                </a:path>
                <a:path w="6102984" h="2055495">
                  <a:moveTo>
                    <a:pt x="2155025" y="0"/>
                  </a:moveTo>
                  <a:lnTo>
                    <a:pt x="2127859" y="0"/>
                  </a:lnTo>
                  <a:lnTo>
                    <a:pt x="2127859" y="9055"/>
                  </a:lnTo>
                  <a:lnTo>
                    <a:pt x="2155025" y="9055"/>
                  </a:lnTo>
                  <a:lnTo>
                    <a:pt x="2155025" y="0"/>
                  </a:lnTo>
                  <a:close/>
                </a:path>
                <a:path w="6102984" h="2055495">
                  <a:moveTo>
                    <a:pt x="2189619" y="2046363"/>
                  </a:moveTo>
                  <a:lnTo>
                    <a:pt x="2162454" y="2046363"/>
                  </a:lnTo>
                  <a:lnTo>
                    <a:pt x="2162454" y="2055418"/>
                  </a:lnTo>
                  <a:lnTo>
                    <a:pt x="2189619" y="2055418"/>
                  </a:lnTo>
                  <a:lnTo>
                    <a:pt x="2189619" y="2046363"/>
                  </a:lnTo>
                  <a:close/>
                </a:path>
                <a:path w="6102984" h="2055495">
                  <a:moveTo>
                    <a:pt x="2200300" y="0"/>
                  </a:moveTo>
                  <a:lnTo>
                    <a:pt x="2173135" y="0"/>
                  </a:lnTo>
                  <a:lnTo>
                    <a:pt x="2173135" y="9055"/>
                  </a:lnTo>
                  <a:lnTo>
                    <a:pt x="2200300" y="9055"/>
                  </a:lnTo>
                  <a:lnTo>
                    <a:pt x="2200300" y="0"/>
                  </a:lnTo>
                  <a:close/>
                </a:path>
                <a:path w="6102984" h="2055495">
                  <a:moveTo>
                    <a:pt x="2234882" y="2046363"/>
                  </a:moveTo>
                  <a:lnTo>
                    <a:pt x="2207730" y="2046363"/>
                  </a:lnTo>
                  <a:lnTo>
                    <a:pt x="2207730" y="2055418"/>
                  </a:lnTo>
                  <a:lnTo>
                    <a:pt x="2234882" y="2055418"/>
                  </a:lnTo>
                  <a:lnTo>
                    <a:pt x="2234882" y="2046363"/>
                  </a:lnTo>
                  <a:close/>
                </a:path>
                <a:path w="6102984" h="2055495">
                  <a:moveTo>
                    <a:pt x="2245576" y="0"/>
                  </a:moveTo>
                  <a:lnTo>
                    <a:pt x="2218410" y="0"/>
                  </a:lnTo>
                  <a:lnTo>
                    <a:pt x="2218410" y="9055"/>
                  </a:lnTo>
                  <a:lnTo>
                    <a:pt x="2245576" y="9055"/>
                  </a:lnTo>
                  <a:lnTo>
                    <a:pt x="2245576" y="0"/>
                  </a:lnTo>
                  <a:close/>
                </a:path>
                <a:path w="6102984" h="2055495">
                  <a:moveTo>
                    <a:pt x="2280158" y="2046363"/>
                  </a:moveTo>
                  <a:lnTo>
                    <a:pt x="2252992" y="2046363"/>
                  </a:lnTo>
                  <a:lnTo>
                    <a:pt x="2252992" y="2055418"/>
                  </a:lnTo>
                  <a:lnTo>
                    <a:pt x="2280158" y="2055418"/>
                  </a:lnTo>
                  <a:lnTo>
                    <a:pt x="2280158" y="2046363"/>
                  </a:lnTo>
                  <a:close/>
                </a:path>
                <a:path w="6102984" h="2055495">
                  <a:moveTo>
                    <a:pt x="2290851" y="0"/>
                  </a:moveTo>
                  <a:lnTo>
                    <a:pt x="2263686" y="0"/>
                  </a:lnTo>
                  <a:lnTo>
                    <a:pt x="2263686" y="9055"/>
                  </a:lnTo>
                  <a:lnTo>
                    <a:pt x="2290851" y="9055"/>
                  </a:lnTo>
                  <a:lnTo>
                    <a:pt x="2290851" y="0"/>
                  </a:lnTo>
                  <a:close/>
                </a:path>
                <a:path w="6102984" h="2055495">
                  <a:moveTo>
                    <a:pt x="2325433" y="2046363"/>
                  </a:moveTo>
                  <a:lnTo>
                    <a:pt x="2298268" y="2046363"/>
                  </a:lnTo>
                  <a:lnTo>
                    <a:pt x="2298268" y="2055418"/>
                  </a:lnTo>
                  <a:lnTo>
                    <a:pt x="2325433" y="2055418"/>
                  </a:lnTo>
                  <a:lnTo>
                    <a:pt x="2325433" y="2046363"/>
                  </a:lnTo>
                  <a:close/>
                </a:path>
                <a:path w="6102984" h="2055495">
                  <a:moveTo>
                    <a:pt x="2336114" y="0"/>
                  </a:moveTo>
                  <a:lnTo>
                    <a:pt x="2308949" y="0"/>
                  </a:lnTo>
                  <a:lnTo>
                    <a:pt x="2308949" y="9055"/>
                  </a:lnTo>
                  <a:lnTo>
                    <a:pt x="2336114" y="9055"/>
                  </a:lnTo>
                  <a:lnTo>
                    <a:pt x="2336114" y="0"/>
                  </a:lnTo>
                  <a:close/>
                </a:path>
                <a:path w="6102984" h="2055495">
                  <a:moveTo>
                    <a:pt x="2370709" y="2046363"/>
                  </a:moveTo>
                  <a:lnTo>
                    <a:pt x="2343543" y="2046363"/>
                  </a:lnTo>
                  <a:lnTo>
                    <a:pt x="2343543" y="2055418"/>
                  </a:lnTo>
                  <a:lnTo>
                    <a:pt x="2370709" y="2055418"/>
                  </a:lnTo>
                  <a:lnTo>
                    <a:pt x="2370709" y="2046363"/>
                  </a:lnTo>
                  <a:close/>
                </a:path>
                <a:path w="6102984" h="2055495">
                  <a:moveTo>
                    <a:pt x="2381389" y="0"/>
                  </a:moveTo>
                  <a:lnTo>
                    <a:pt x="2354224" y="0"/>
                  </a:lnTo>
                  <a:lnTo>
                    <a:pt x="2354224" y="9055"/>
                  </a:lnTo>
                  <a:lnTo>
                    <a:pt x="2381389" y="9055"/>
                  </a:lnTo>
                  <a:lnTo>
                    <a:pt x="2381389" y="0"/>
                  </a:lnTo>
                  <a:close/>
                </a:path>
                <a:path w="6102984" h="2055495">
                  <a:moveTo>
                    <a:pt x="2415984" y="2046363"/>
                  </a:moveTo>
                  <a:lnTo>
                    <a:pt x="2388819" y="2046363"/>
                  </a:lnTo>
                  <a:lnTo>
                    <a:pt x="2388819" y="2055418"/>
                  </a:lnTo>
                  <a:lnTo>
                    <a:pt x="2415984" y="2055418"/>
                  </a:lnTo>
                  <a:lnTo>
                    <a:pt x="2415984" y="2046363"/>
                  </a:lnTo>
                  <a:close/>
                </a:path>
                <a:path w="6102984" h="2055495">
                  <a:moveTo>
                    <a:pt x="2426665" y="0"/>
                  </a:moveTo>
                  <a:lnTo>
                    <a:pt x="2399500" y="0"/>
                  </a:lnTo>
                  <a:lnTo>
                    <a:pt x="2399500" y="9055"/>
                  </a:lnTo>
                  <a:lnTo>
                    <a:pt x="2426665" y="9055"/>
                  </a:lnTo>
                  <a:lnTo>
                    <a:pt x="2426665" y="0"/>
                  </a:lnTo>
                  <a:close/>
                </a:path>
                <a:path w="6102984" h="2055495">
                  <a:moveTo>
                    <a:pt x="2461260" y="2046363"/>
                  </a:moveTo>
                  <a:lnTo>
                    <a:pt x="2434094" y="2046363"/>
                  </a:lnTo>
                  <a:lnTo>
                    <a:pt x="2434094" y="2055418"/>
                  </a:lnTo>
                  <a:lnTo>
                    <a:pt x="2461260" y="2055418"/>
                  </a:lnTo>
                  <a:lnTo>
                    <a:pt x="2461260" y="2046363"/>
                  </a:lnTo>
                  <a:close/>
                </a:path>
                <a:path w="6102984" h="2055495">
                  <a:moveTo>
                    <a:pt x="2471940" y="0"/>
                  </a:moveTo>
                  <a:lnTo>
                    <a:pt x="2444775" y="0"/>
                  </a:lnTo>
                  <a:lnTo>
                    <a:pt x="2444775" y="9055"/>
                  </a:lnTo>
                  <a:lnTo>
                    <a:pt x="2471940" y="9055"/>
                  </a:lnTo>
                  <a:lnTo>
                    <a:pt x="2471940" y="0"/>
                  </a:lnTo>
                  <a:close/>
                </a:path>
                <a:path w="6102984" h="2055495">
                  <a:moveTo>
                    <a:pt x="2506535" y="2046363"/>
                  </a:moveTo>
                  <a:lnTo>
                    <a:pt x="2479370" y="2046363"/>
                  </a:lnTo>
                  <a:lnTo>
                    <a:pt x="2479370" y="2055418"/>
                  </a:lnTo>
                  <a:lnTo>
                    <a:pt x="2506535" y="2055418"/>
                  </a:lnTo>
                  <a:lnTo>
                    <a:pt x="2506535" y="2046363"/>
                  </a:lnTo>
                  <a:close/>
                </a:path>
                <a:path w="6102984" h="2055495">
                  <a:moveTo>
                    <a:pt x="2517216" y="0"/>
                  </a:moveTo>
                  <a:lnTo>
                    <a:pt x="2490051" y="0"/>
                  </a:lnTo>
                  <a:lnTo>
                    <a:pt x="2490051" y="9055"/>
                  </a:lnTo>
                  <a:lnTo>
                    <a:pt x="2517216" y="9055"/>
                  </a:lnTo>
                  <a:lnTo>
                    <a:pt x="2517216" y="0"/>
                  </a:lnTo>
                  <a:close/>
                </a:path>
                <a:path w="6102984" h="2055495">
                  <a:moveTo>
                    <a:pt x="2551798" y="2046363"/>
                  </a:moveTo>
                  <a:lnTo>
                    <a:pt x="2524633" y="2046363"/>
                  </a:lnTo>
                  <a:lnTo>
                    <a:pt x="2524633" y="2055418"/>
                  </a:lnTo>
                  <a:lnTo>
                    <a:pt x="2551798" y="2055418"/>
                  </a:lnTo>
                  <a:lnTo>
                    <a:pt x="2551798" y="2046363"/>
                  </a:lnTo>
                  <a:close/>
                </a:path>
                <a:path w="6102984" h="2055495">
                  <a:moveTo>
                    <a:pt x="2562491" y="0"/>
                  </a:moveTo>
                  <a:lnTo>
                    <a:pt x="2535326" y="0"/>
                  </a:lnTo>
                  <a:lnTo>
                    <a:pt x="2535326" y="9055"/>
                  </a:lnTo>
                  <a:lnTo>
                    <a:pt x="2562491" y="9055"/>
                  </a:lnTo>
                  <a:lnTo>
                    <a:pt x="2562491" y="0"/>
                  </a:lnTo>
                  <a:close/>
                </a:path>
                <a:path w="6102984" h="2055495">
                  <a:moveTo>
                    <a:pt x="2597073" y="2046363"/>
                  </a:moveTo>
                  <a:lnTo>
                    <a:pt x="2569908" y="2046363"/>
                  </a:lnTo>
                  <a:lnTo>
                    <a:pt x="2569908" y="2055418"/>
                  </a:lnTo>
                  <a:lnTo>
                    <a:pt x="2597073" y="2055418"/>
                  </a:lnTo>
                  <a:lnTo>
                    <a:pt x="2597073" y="2046363"/>
                  </a:lnTo>
                  <a:close/>
                </a:path>
                <a:path w="6102984" h="2055495">
                  <a:moveTo>
                    <a:pt x="2607754" y="0"/>
                  </a:moveTo>
                  <a:lnTo>
                    <a:pt x="2580602" y="0"/>
                  </a:lnTo>
                  <a:lnTo>
                    <a:pt x="2580602" y="9055"/>
                  </a:lnTo>
                  <a:lnTo>
                    <a:pt x="2607754" y="9055"/>
                  </a:lnTo>
                  <a:lnTo>
                    <a:pt x="2607754" y="0"/>
                  </a:lnTo>
                  <a:close/>
                </a:path>
                <a:path w="6102984" h="2055495">
                  <a:moveTo>
                    <a:pt x="2642349" y="2046363"/>
                  </a:moveTo>
                  <a:lnTo>
                    <a:pt x="2615184" y="2046363"/>
                  </a:lnTo>
                  <a:lnTo>
                    <a:pt x="2615184" y="2055418"/>
                  </a:lnTo>
                  <a:lnTo>
                    <a:pt x="2642349" y="2055418"/>
                  </a:lnTo>
                  <a:lnTo>
                    <a:pt x="2642349" y="2046363"/>
                  </a:lnTo>
                  <a:close/>
                </a:path>
                <a:path w="6102984" h="2055495">
                  <a:moveTo>
                    <a:pt x="2653030" y="0"/>
                  </a:moveTo>
                  <a:lnTo>
                    <a:pt x="2625864" y="0"/>
                  </a:lnTo>
                  <a:lnTo>
                    <a:pt x="2625864" y="9055"/>
                  </a:lnTo>
                  <a:lnTo>
                    <a:pt x="2653030" y="9055"/>
                  </a:lnTo>
                  <a:lnTo>
                    <a:pt x="2653030" y="0"/>
                  </a:lnTo>
                  <a:close/>
                </a:path>
                <a:path w="6102984" h="2055495">
                  <a:moveTo>
                    <a:pt x="2687624" y="2046363"/>
                  </a:moveTo>
                  <a:lnTo>
                    <a:pt x="2660459" y="2046363"/>
                  </a:lnTo>
                  <a:lnTo>
                    <a:pt x="2660459" y="2055418"/>
                  </a:lnTo>
                  <a:lnTo>
                    <a:pt x="2687624" y="2055418"/>
                  </a:lnTo>
                  <a:lnTo>
                    <a:pt x="2687624" y="2046363"/>
                  </a:lnTo>
                  <a:close/>
                </a:path>
                <a:path w="6102984" h="2055495">
                  <a:moveTo>
                    <a:pt x="2698305" y="0"/>
                  </a:moveTo>
                  <a:lnTo>
                    <a:pt x="2671140" y="0"/>
                  </a:lnTo>
                  <a:lnTo>
                    <a:pt x="2671140" y="9055"/>
                  </a:lnTo>
                  <a:lnTo>
                    <a:pt x="2698305" y="9055"/>
                  </a:lnTo>
                  <a:lnTo>
                    <a:pt x="2698305" y="0"/>
                  </a:lnTo>
                  <a:close/>
                </a:path>
                <a:path w="6102984" h="2055495">
                  <a:moveTo>
                    <a:pt x="2732900" y="2046363"/>
                  </a:moveTo>
                  <a:lnTo>
                    <a:pt x="2705735" y="2046363"/>
                  </a:lnTo>
                  <a:lnTo>
                    <a:pt x="2705735" y="2055418"/>
                  </a:lnTo>
                  <a:lnTo>
                    <a:pt x="2732900" y="2055418"/>
                  </a:lnTo>
                  <a:lnTo>
                    <a:pt x="2732900" y="2046363"/>
                  </a:lnTo>
                  <a:close/>
                </a:path>
                <a:path w="6102984" h="2055495">
                  <a:moveTo>
                    <a:pt x="2743581" y="0"/>
                  </a:moveTo>
                  <a:lnTo>
                    <a:pt x="2716415" y="0"/>
                  </a:lnTo>
                  <a:lnTo>
                    <a:pt x="2716415" y="9055"/>
                  </a:lnTo>
                  <a:lnTo>
                    <a:pt x="2743581" y="9055"/>
                  </a:lnTo>
                  <a:lnTo>
                    <a:pt x="2743581" y="0"/>
                  </a:lnTo>
                  <a:close/>
                </a:path>
                <a:path w="6102984" h="2055495">
                  <a:moveTo>
                    <a:pt x="2778175" y="2046363"/>
                  </a:moveTo>
                  <a:lnTo>
                    <a:pt x="2751010" y="2046363"/>
                  </a:lnTo>
                  <a:lnTo>
                    <a:pt x="2751010" y="2055418"/>
                  </a:lnTo>
                  <a:lnTo>
                    <a:pt x="2778175" y="2055418"/>
                  </a:lnTo>
                  <a:lnTo>
                    <a:pt x="2778175" y="2046363"/>
                  </a:lnTo>
                  <a:close/>
                </a:path>
                <a:path w="6102984" h="2055495">
                  <a:moveTo>
                    <a:pt x="2788856" y="0"/>
                  </a:moveTo>
                  <a:lnTo>
                    <a:pt x="2761691" y="0"/>
                  </a:lnTo>
                  <a:lnTo>
                    <a:pt x="2761691" y="9055"/>
                  </a:lnTo>
                  <a:lnTo>
                    <a:pt x="2788856" y="9055"/>
                  </a:lnTo>
                  <a:lnTo>
                    <a:pt x="2788856" y="0"/>
                  </a:lnTo>
                  <a:close/>
                </a:path>
                <a:path w="6102984" h="2055495">
                  <a:moveTo>
                    <a:pt x="2823438" y="2046363"/>
                  </a:moveTo>
                  <a:lnTo>
                    <a:pt x="2796286" y="2046363"/>
                  </a:lnTo>
                  <a:lnTo>
                    <a:pt x="2796286" y="2055418"/>
                  </a:lnTo>
                  <a:lnTo>
                    <a:pt x="2823438" y="2055418"/>
                  </a:lnTo>
                  <a:lnTo>
                    <a:pt x="2823438" y="2046363"/>
                  </a:lnTo>
                  <a:close/>
                </a:path>
                <a:path w="6102984" h="2055495">
                  <a:moveTo>
                    <a:pt x="2834132" y="0"/>
                  </a:moveTo>
                  <a:lnTo>
                    <a:pt x="2806966" y="0"/>
                  </a:lnTo>
                  <a:lnTo>
                    <a:pt x="2806966" y="9055"/>
                  </a:lnTo>
                  <a:lnTo>
                    <a:pt x="2834132" y="9055"/>
                  </a:lnTo>
                  <a:lnTo>
                    <a:pt x="2834132" y="0"/>
                  </a:lnTo>
                  <a:close/>
                </a:path>
                <a:path w="6102984" h="2055495">
                  <a:moveTo>
                    <a:pt x="2868714" y="2046363"/>
                  </a:moveTo>
                  <a:lnTo>
                    <a:pt x="2841548" y="2046363"/>
                  </a:lnTo>
                  <a:lnTo>
                    <a:pt x="2841548" y="2055418"/>
                  </a:lnTo>
                  <a:lnTo>
                    <a:pt x="2868714" y="2055418"/>
                  </a:lnTo>
                  <a:lnTo>
                    <a:pt x="2868714" y="2046363"/>
                  </a:lnTo>
                  <a:close/>
                </a:path>
                <a:path w="6102984" h="2055495">
                  <a:moveTo>
                    <a:pt x="2879407" y="0"/>
                  </a:moveTo>
                  <a:lnTo>
                    <a:pt x="2852242" y="0"/>
                  </a:lnTo>
                  <a:lnTo>
                    <a:pt x="2852242" y="9055"/>
                  </a:lnTo>
                  <a:lnTo>
                    <a:pt x="2879407" y="9055"/>
                  </a:lnTo>
                  <a:lnTo>
                    <a:pt x="2879407" y="0"/>
                  </a:lnTo>
                  <a:close/>
                </a:path>
                <a:path w="6102984" h="2055495">
                  <a:moveTo>
                    <a:pt x="2913989" y="2046363"/>
                  </a:moveTo>
                  <a:lnTo>
                    <a:pt x="2886824" y="2046363"/>
                  </a:lnTo>
                  <a:lnTo>
                    <a:pt x="2886824" y="2055418"/>
                  </a:lnTo>
                  <a:lnTo>
                    <a:pt x="2913989" y="2055418"/>
                  </a:lnTo>
                  <a:lnTo>
                    <a:pt x="2913989" y="2046363"/>
                  </a:lnTo>
                  <a:close/>
                </a:path>
                <a:path w="6102984" h="2055495">
                  <a:moveTo>
                    <a:pt x="2924670" y="0"/>
                  </a:moveTo>
                  <a:lnTo>
                    <a:pt x="2897505" y="0"/>
                  </a:lnTo>
                  <a:lnTo>
                    <a:pt x="2897505" y="9055"/>
                  </a:lnTo>
                  <a:lnTo>
                    <a:pt x="2924670" y="9055"/>
                  </a:lnTo>
                  <a:lnTo>
                    <a:pt x="2924670" y="0"/>
                  </a:lnTo>
                  <a:close/>
                </a:path>
                <a:path w="6102984" h="2055495">
                  <a:moveTo>
                    <a:pt x="2959265" y="2046363"/>
                  </a:moveTo>
                  <a:lnTo>
                    <a:pt x="2932099" y="2046363"/>
                  </a:lnTo>
                  <a:lnTo>
                    <a:pt x="2932099" y="2055418"/>
                  </a:lnTo>
                  <a:lnTo>
                    <a:pt x="2959265" y="2055418"/>
                  </a:lnTo>
                  <a:lnTo>
                    <a:pt x="2959265" y="2046363"/>
                  </a:lnTo>
                  <a:close/>
                </a:path>
                <a:path w="6102984" h="2055495">
                  <a:moveTo>
                    <a:pt x="2969945" y="0"/>
                  </a:moveTo>
                  <a:lnTo>
                    <a:pt x="2942780" y="0"/>
                  </a:lnTo>
                  <a:lnTo>
                    <a:pt x="2942780" y="9055"/>
                  </a:lnTo>
                  <a:lnTo>
                    <a:pt x="2969945" y="9055"/>
                  </a:lnTo>
                  <a:lnTo>
                    <a:pt x="2969945" y="0"/>
                  </a:lnTo>
                  <a:close/>
                </a:path>
                <a:path w="6102984" h="2055495">
                  <a:moveTo>
                    <a:pt x="3004540" y="2046363"/>
                  </a:moveTo>
                  <a:lnTo>
                    <a:pt x="2977375" y="2046363"/>
                  </a:lnTo>
                  <a:lnTo>
                    <a:pt x="2977375" y="2055418"/>
                  </a:lnTo>
                  <a:lnTo>
                    <a:pt x="3004540" y="2055418"/>
                  </a:lnTo>
                  <a:lnTo>
                    <a:pt x="3004540" y="2046363"/>
                  </a:lnTo>
                  <a:close/>
                </a:path>
                <a:path w="6102984" h="2055495">
                  <a:moveTo>
                    <a:pt x="3015221" y="0"/>
                  </a:moveTo>
                  <a:lnTo>
                    <a:pt x="2988056" y="0"/>
                  </a:lnTo>
                  <a:lnTo>
                    <a:pt x="2988056" y="9055"/>
                  </a:lnTo>
                  <a:lnTo>
                    <a:pt x="3015221" y="9055"/>
                  </a:lnTo>
                  <a:lnTo>
                    <a:pt x="3015221" y="0"/>
                  </a:lnTo>
                  <a:close/>
                </a:path>
                <a:path w="6102984" h="2055495">
                  <a:moveTo>
                    <a:pt x="3049816" y="2046363"/>
                  </a:moveTo>
                  <a:lnTo>
                    <a:pt x="3022650" y="2046363"/>
                  </a:lnTo>
                  <a:lnTo>
                    <a:pt x="3022650" y="2055418"/>
                  </a:lnTo>
                  <a:lnTo>
                    <a:pt x="3049816" y="2055418"/>
                  </a:lnTo>
                  <a:lnTo>
                    <a:pt x="3049816" y="2046363"/>
                  </a:lnTo>
                  <a:close/>
                </a:path>
                <a:path w="6102984" h="2055495">
                  <a:moveTo>
                    <a:pt x="3060496" y="0"/>
                  </a:moveTo>
                  <a:lnTo>
                    <a:pt x="3033331" y="0"/>
                  </a:lnTo>
                  <a:lnTo>
                    <a:pt x="3033331" y="9055"/>
                  </a:lnTo>
                  <a:lnTo>
                    <a:pt x="3060496" y="9055"/>
                  </a:lnTo>
                  <a:lnTo>
                    <a:pt x="3060496" y="0"/>
                  </a:lnTo>
                  <a:close/>
                </a:path>
                <a:path w="6102984" h="2055495">
                  <a:moveTo>
                    <a:pt x="3095091" y="2046363"/>
                  </a:moveTo>
                  <a:lnTo>
                    <a:pt x="3067926" y="2046363"/>
                  </a:lnTo>
                  <a:lnTo>
                    <a:pt x="3067926" y="2055418"/>
                  </a:lnTo>
                  <a:lnTo>
                    <a:pt x="3095091" y="2055418"/>
                  </a:lnTo>
                  <a:lnTo>
                    <a:pt x="3095091" y="2046363"/>
                  </a:lnTo>
                  <a:close/>
                </a:path>
                <a:path w="6102984" h="2055495">
                  <a:moveTo>
                    <a:pt x="3105772" y="0"/>
                  </a:moveTo>
                  <a:lnTo>
                    <a:pt x="3078607" y="0"/>
                  </a:lnTo>
                  <a:lnTo>
                    <a:pt x="3078607" y="9055"/>
                  </a:lnTo>
                  <a:lnTo>
                    <a:pt x="3105772" y="9055"/>
                  </a:lnTo>
                  <a:lnTo>
                    <a:pt x="3105772" y="0"/>
                  </a:lnTo>
                  <a:close/>
                </a:path>
                <a:path w="6102984" h="2055495">
                  <a:moveTo>
                    <a:pt x="3140354" y="2046363"/>
                  </a:moveTo>
                  <a:lnTo>
                    <a:pt x="3113189" y="2046363"/>
                  </a:lnTo>
                  <a:lnTo>
                    <a:pt x="3113189" y="2055418"/>
                  </a:lnTo>
                  <a:lnTo>
                    <a:pt x="3140354" y="2055418"/>
                  </a:lnTo>
                  <a:lnTo>
                    <a:pt x="3140354" y="2046363"/>
                  </a:lnTo>
                  <a:close/>
                </a:path>
                <a:path w="6102984" h="2055495">
                  <a:moveTo>
                    <a:pt x="3151047" y="0"/>
                  </a:moveTo>
                  <a:lnTo>
                    <a:pt x="3123882" y="0"/>
                  </a:lnTo>
                  <a:lnTo>
                    <a:pt x="3123882" y="9055"/>
                  </a:lnTo>
                  <a:lnTo>
                    <a:pt x="3151047" y="9055"/>
                  </a:lnTo>
                  <a:lnTo>
                    <a:pt x="3151047" y="0"/>
                  </a:lnTo>
                  <a:close/>
                </a:path>
                <a:path w="6102984" h="2055495">
                  <a:moveTo>
                    <a:pt x="3185630" y="2046363"/>
                  </a:moveTo>
                  <a:lnTo>
                    <a:pt x="3158464" y="2046363"/>
                  </a:lnTo>
                  <a:lnTo>
                    <a:pt x="3158464" y="2055418"/>
                  </a:lnTo>
                  <a:lnTo>
                    <a:pt x="3185630" y="2055418"/>
                  </a:lnTo>
                  <a:lnTo>
                    <a:pt x="3185630" y="2046363"/>
                  </a:lnTo>
                  <a:close/>
                </a:path>
                <a:path w="6102984" h="2055495">
                  <a:moveTo>
                    <a:pt x="3196310" y="0"/>
                  </a:moveTo>
                  <a:lnTo>
                    <a:pt x="3169158" y="0"/>
                  </a:lnTo>
                  <a:lnTo>
                    <a:pt x="3169158" y="9055"/>
                  </a:lnTo>
                  <a:lnTo>
                    <a:pt x="3196310" y="9055"/>
                  </a:lnTo>
                  <a:lnTo>
                    <a:pt x="3196310" y="0"/>
                  </a:lnTo>
                  <a:close/>
                </a:path>
                <a:path w="6102984" h="2055495">
                  <a:moveTo>
                    <a:pt x="3230905" y="2046363"/>
                  </a:moveTo>
                  <a:lnTo>
                    <a:pt x="3203740" y="2046363"/>
                  </a:lnTo>
                  <a:lnTo>
                    <a:pt x="3203740" y="2055418"/>
                  </a:lnTo>
                  <a:lnTo>
                    <a:pt x="3230905" y="2055418"/>
                  </a:lnTo>
                  <a:lnTo>
                    <a:pt x="3230905" y="2046363"/>
                  </a:lnTo>
                  <a:close/>
                </a:path>
                <a:path w="6102984" h="2055495">
                  <a:moveTo>
                    <a:pt x="3241586" y="0"/>
                  </a:moveTo>
                  <a:lnTo>
                    <a:pt x="3214420" y="0"/>
                  </a:lnTo>
                  <a:lnTo>
                    <a:pt x="3214420" y="9055"/>
                  </a:lnTo>
                  <a:lnTo>
                    <a:pt x="3241586" y="9055"/>
                  </a:lnTo>
                  <a:lnTo>
                    <a:pt x="3241586" y="0"/>
                  </a:lnTo>
                  <a:close/>
                </a:path>
                <a:path w="6102984" h="2055495">
                  <a:moveTo>
                    <a:pt x="3276181" y="2046363"/>
                  </a:moveTo>
                  <a:lnTo>
                    <a:pt x="3249015" y="2046363"/>
                  </a:lnTo>
                  <a:lnTo>
                    <a:pt x="3249015" y="2055418"/>
                  </a:lnTo>
                  <a:lnTo>
                    <a:pt x="3276181" y="2055418"/>
                  </a:lnTo>
                  <a:lnTo>
                    <a:pt x="3276181" y="2046363"/>
                  </a:lnTo>
                  <a:close/>
                </a:path>
                <a:path w="6102984" h="2055495">
                  <a:moveTo>
                    <a:pt x="3286861" y="0"/>
                  </a:moveTo>
                  <a:lnTo>
                    <a:pt x="3259696" y="0"/>
                  </a:lnTo>
                  <a:lnTo>
                    <a:pt x="3259696" y="9055"/>
                  </a:lnTo>
                  <a:lnTo>
                    <a:pt x="3286861" y="9055"/>
                  </a:lnTo>
                  <a:lnTo>
                    <a:pt x="3286861" y="0"/>
                  </a:lnTo>
                  <a:close/>
                </a:path>
                <a:path w="6102984" h="2055495">
                  <a:moveTo>
                    <a:pt x="3321456" y="2046363"/>
                  </a:moveTo>
                  <a:lnTo>
                    <a:pt x="3294291" y="2046363"/>
                  </a:lnTo>
                  <a:lnTo>
                    <a:pt x="3294291" y="2055418"/>
                  </a:lnTo>
                  <a:lnTo>
                    <a:pt x="3321456" y="2055418"/>
                  </a:lnTo>
                  <a:lnTo>
                    <a:pt x="3321456" y="2046363"/>
                  </a:lnTo>
                  <a:close/>
                </a:path>
                <a:path w="6102984" h="2055495">
                  <a:moveTo>
                    <a:pt x="3332137" y="0"/>
                  </a:moveTo>
                  <a:lnTo>
                    <a:pt x="3304971" y="0"/>
                  </a:lnTo>
                  <a:lnTo>
                    <a:pt x="3304971" y="9055"/>
                  </a:lnTo>
                  <a:lnTo>
                    <a:pt x="3332137" y="9055"/>
                  </a:lnTo>
                  <a:lnTo>
                    <a:pt x="3332137" y="0"/>
                  </a:lnTo>
                  <a:close/>
                </a:path>
                <a:path w="6102984" h="2055495">
                  <a:moveTo>
                    <a:pt x="3366732" y="2046363"/>
                  </a:moveTo>
                  <a:lnTo>
                    <a:pt x="3339566" y="2046363"/>
                  </a:lnTo>
                  <a:lnTo>
                    <a:pt x="3339566" y="2055418"/>
                  </a:lnTo>
                  <a:lnTo>
                    <a:pt x="3366732" y="2055418"/>
                  </a:lnTo>
                  <a:lnTo>
                    <a:pt x="3366732" y="2046363"/>
                  </a:lnTo>
                  <a:close/>
                </a:path>
                <a:path w="6102984" h="2055495">
                  <a:moveTo>
                    <a:pt x="3377412" y="0"/>
                  </a:moveTo>
                  <a:lnTo>
                    <a:pt x="3350247" y="0"/>
                  </a:lnTo>
                  <a:lnTo>
                    <a:pt x="3350247" y="9055"/>
                  </a:lnTo>
                  <a:lnTo>
                    <a:pt x="3377412" y="9055"/>
                  </a:lnTo>
                  <a:lnTo>
                    <a:pt x="3377412" y="0"/>
                  </a:lnTo>
                  <a:close/>
                </a:path>
                <a:path w="6102984" h="2055495">
                  <a:moveTo>
                    <a:pt x="3411994" y="2046363"/>
                  </a:moveTo>
                  <a:lnTo>
                    <a:pt x="3384842" y="2046363"/>
                  </a:lnTo>
                  <a:lnTo>
                    <a:pt x="3384842" y="2055418"/>
                  </a:lnTo>
                  <a:lnTo>
                    <a:pt x="3411994" y="2055418"/>
                  </a:lnTo>
                  <a:lnTo>
                    <a:pt x="3411994" y="2046363"/>
                  </a:lnTo>
                  <a:close/>
                </a:path>
                <a:path w="6102984" h="2055495">
                  <a:moveTo>
                    <a:pt x="3422688" y="0"/>
                  </a:moveTo>
                  <a:lnTo>
                    <a:pt x="3395522" y="0"/>
                  </a:lnTo>
                  <a:lnTo>
                    <a:pt x="3395522" y="9055"/>
                  </a:lnTo>
                  <a:lnTo>
                    <a:pt x="3422688" y="9055"/>
                  </a:lnTo>
                  <a:lnTo>
                    <a:pt x="3422688" y="0"/>
                  </a:lnTo>
                  <a:close/>
                </a:path>
                <a:path w="6102984" h="2055495">
                  <a:moveTo>
                    <a:pt x="3457270" y="2046363"/>
                  </a:moveTo>
                  <a:lnTo>
                    <a:pt x="3430105" y="2046363"/>
                  </a:lnTo>
                  <a:lnTo>
                    <a:pt x="3430105" y="2055418"/>
                  </a:lnTo>
                  <a:lnTo>
                    <a:pt x="3457270" y="2055418"/>
                  </a:lnTo>
                  <a:lnTo>
                    <a:pt x="3457270" y="2046363"/>
                  </a:lnTo>
                  <a:close/>
                </a:path>
                <a:path w="6102984" h="2055495">
                  <a:moveTo>
                    <a:pt x="3467963" y="0"/>
                  </a:moveTo>
                  <a:lnTo>
                    <a:pt x="3440798" y="0"/>
                  </a:lnTo>
                  <a:lnTo>
                    <a:pt x="3440798" y="9055"/>
                  </a:lnTo>
                  <a:lnTo>
                    <a:pt x="3467963" y="9055"/>
                  </a:lnTo>
                  <a:lnTo>
                    <a:pt x="3467963" y="0"/>
                  </a:lnTo>
                  <a:close/>
                </a:path>
                <a:path w="6102984" h="2055495">
                  <a:moveTo>
                    <a:pt x="3502545" y="2046363"/>
                  </a:moveTo>
                  <a:lnTo>
                    <a:pt x="3475380" y="2046363"/>
                  </a:lnTo>
                  <a:lnTo>
                    <a:pt x="3475380" y="2055418"/>
                  </a:lnTo>
                  <a:lnTo>
                    <a:pt x="3502545" y="2055418"/>
                  </a:lnTo>
                  <a:lnTo>
                    <a:pt x="3502545" y="2046363"/>
                  </a:lnTo>
                  <a:close/>
                </a:path>
                <a:path w="6102984" h="2055495">
                  <a:moveTo>
                    <a:pt x="3513226" y="0"/>
                  </a:moveTo>
                  <a:lnTo>
                    <a:pt x="3486061" y="0"/>
                  </a:lnTo>
                  <a:lnTo>
                    <a:pt x="3486061" y="9055"/>
                  </a:lnTo>
                  <a:lnTo>
                    <a:pt x="3513226" y="9055"/>
                  </a:lnTo>
                  <a:lnTo>
                    <a:pt x="3513226" y="0"/>
                  </a:lnTo>
                  <a:close/>
                </a:path>
                <a:path w="6102984" h="2055495">
                  <a:moveTo>
                    <a:pt x="3547821" y="2046363"/>
                  </a:moveTo>
                  <a:lnTo>
                    <a:pt x="3520656" y="2046363"/>
                  </a:lnTo>
                  <a:lnTo>
                    <a:pt x="3520656" y="2055418"/>
                  </a:lnTo>
                  <a:lnTo>
                    <a:pt x="3547821" y="2055418"/>
                  </a:lnTo>
                  <a:lnTo>
                    <a:pt x="3547821" y="2046363"/>
                  </a:lnTo>
                  <a:close/>
                </a:path>
                <a:path w="6102984" h="2055495">
                  <a:moveTo>
                    <a:pt x="3558502" y="0"/>
                  </a:moveTo>
                  <a:lnTo>
                    <a:pt x="3531336" y="0"/>
                  </a:lnTo>
                  <a:lnTo>
                    <a:pt x="3531336" y="9055"/>
                  </a:lnTo>
                  <a:lnTo>
                    <a:pt x="3558502" y="9055"/>
                  </a:lnTo>
                  <a:lnTo>
                    <a:pt x="3558502" y="0"/>
                  </a:lnTo>
                  <a:close/>
                </a:path>
                <a:path w="6102984" h="2055495">
                  <a:moveTo>
                    <a:pt x="3593096" y="2046363"/>
                  </a:moveTo>
                  <a:lnTo>
                    <a:pt x="3565931" y="2046363"/>
                  </a:lnTo>
                  <a:lnTo>
                    <a:pt x="3565931" y="2055418"/>
                  </a:lnTo>
                  <a:lnTo>
                    <a:pt x="3593096" y="2055418"/>
                  </a:lnTo>
                  <a:lnTo>
                    <a:pt x="3593096" y="2046363"/>
                  </a:lnTo>
                  <a:close/>
                </a:path>
                <a:path w="6102984" h="2055495">
                  <a:moveTo>
                    <a:pt x="3603777" y="0"/>
                  </a:moveTo>
                  <a:lnTo>
                    <a:pt x="3576612" y="0"/>
                  </a:lnTo>
                  <a:lnTo>
                    <a:pt x="3576612" y="9055"/>
                  </a:lnTo>
                  <a:lnTo>
                    <a:pt x="3603777" y="9055"/>
                  </a:lnTo>
                  <a:lnTo>
                    <a:pt x="3603777" y="0"/>
                  </a:lnTo>
                  <a:close/>
                </a:path>
                <a:path w="6102984" h="2055495">
                  <a:moveTo>
                    <a:pt x="3638372" y="2046363"/>
                  </a:moveTo>
                  <a:lnTo>
                    <a:pt x="3611207" y="2046363"/>
                  </a:lnTo>
                  <a:lnTo>
                    <a:pt x="3611207" y="2055418"/>
                  </a:lnTo>
                  <a:lnTo>
                    <a:pt x="3638372" y="2055418"/>
                  </a:lnTo>
                  <a:lnTo>
                    <a:pt x="3638372" y="2046363"/>
                  </a:lnTo>
                  <a:close/>
                </a:path>
                <a:path w="6102984" h="2055495">
                  <a:moveTo>
                    <a:pt x="3649053" y="0"/>
                  </a:moveTo>
                  <a:lnTo>
                    <a:pt x="3621887" y="0"/>
                  </a:lnTo>
                  <a:lnTo>
                    <a:pt x="3621887" y="9055"/>
                  </a:lnTo>
                  <a:lnTo>
                    <a:pt x="3649053" y="9055"/>
                  </a:lnTo>
                  <a:lnTo>
                    <a:pt x="3649053" y="0"/>
                  </a:lnTo>
                  <a:close/>
                </a:path>
                <a:path w="6102984" h="2055495">
                  <a:moveTo>
                    <a:pt x="3683647" y="2046363"/>
                  </a:moveTo>
                  <a:lnTo>
                    <a:pt x="3656482" y="2046363"/>
                  </a:lnTo>
                  <a:lnTo>
                    <a:pt x="3656482" y="2055418"/>
                  </a:lnTo>
                  <a:lnTo>
                    <a:pt x="3683647" y="2055418"/>
                  </a:lnTo>
                  <a:lnTo>
                    <a:pt x="3683647" y="2046363"/>
                  </a:lnTo>
                  <a:close/>
                </a:path>
                <a:path w="6102984" h="2055495">
                  <a:moveTo>
                    <a:pt x="3694328" y="0"/>
                  </a:moveTo>
                  <a:lnTo>
                    <a:pt x="3667163" y="0"/>
                  </a:lnTo>
                  <a:lnTo>
                    <a:pt x="3667163" y="9055"/>
                  </a:lnTo>
                  <a:lnTo>
                    <a:pt x="3694328" y="9055"/>
                  </a:lnTo>
                  <a:lnTo>
                    <a:pt x="3694328" y="0"/>
                  </a:lnTo>
                  <a:close/>
                </a:path>
                <a:path w="6102984" h="2055495">
                  <a:moveTo>
                    <a:pt x="3728910" y="2046363"/>
                  </a:moveTo>
                  <a:lnTo>
                    <a:pt x="3701745" y="2046363"/>
                  </a:lnTo>
                  <a:lnTo>
                    <a:pt x="3701745" y="2055418"/>
                  </a:lnTo>
                  <a:lnTo>
                    <a:pt x="3728910" y="2055418"/>
                  </a:lnTo>
                  <a:lnTo>
                    <a:pt x="3728910" y="2046363"/>
                  </a:lnTo>
                  <a:close/>
                </a:path>
                <a:path w="6102984" h="2055495">
                  <a:moveTo>
                    <a:pt x="3739604" y="0"/>
                  </a:moveTo>
                  <a:lnTo>
                    <a:pt x="3712438" y="0"/>
                  </a:lnTo>
                  <a:lnTo>
                    <a:pt x="3712438" y="9055"/>
                  </a:lnTo>
                  <a:lnTo>
                    <a:pt x="3739604" y="9055"/>
                  </a:lnTo>
                  <a:lnTo>
                    <a:pt x="3739604" y="0"/>
                  </a:lnTo>
                  <a:close/>
                </a:path>
                <a:path w="6102984" h="2055495">
                  <a:moveTo>
                    <a:pt x="3774186" y="2046363"/>
                  </a:moveTo>
                  <a:lnTo>
                    <a:pt x="3747020" y="2046363"/>
                  </a:lnTo>
                  <a:lnTo>
                    <a:pt x="3747020" y="2055418"/>
                  </a:lnTo>
                  <a:lnTo>
                    <a:pt x="3774186" y="2055418"/>
                  </a:lnTo>
                  <a:lnTo>
                    <a:pt x="3774186" y="2046363"/>
                  </a:lnTo>
                  <a:close/>
                </a:path>
                <a:path w="6102984" h="2055495">
                  <a:moveTo>
                    <a:pt x="3784866" y="0"/>
                  </a:moveTo>
                  <a:lnTo>
                    <a:pt x="3757714" y="0"/>
                  </a:lnTo>
                  <a:lnTo>
                    <a:pt x="3757714" y="9055"/>
                  </a:lnTo>
                  <a:lnTo>
                    <a:pt x="3784866" y="9055"/>
                  </a:lnTo>
                  <a:lnTo>
                    <a:pt x="3784866" y="0"/>
                  </a:lnTo>
                  <a:close/>
                </a:path>
                <a:path w="6102984" h="2055495">
                  <a:moveTo>
                    <a:pt x="3819461" y="2046363"/>
                  </a:moveTo>
                  <a:lnTo>
                    <a:pt x="3792296" y="2046363"/>
                  </a:lnTo>
                  <a:lnTo>
                    <a:pt x="3792296" y="2055418"/>
                  </a:lnTo>
                  <a:lnTo>
                    <a:pt x="3819461" y="2055418"/>
                  </a:lnTo>
                  <a:lnTo>
                    <a:pt x="3819461" y="2046363"/>
                  </a:lnTo>
                  <a:close/>
                </a:path>
                <a:path w="6102984" h="2055495">
                  <a:moveTo>
                    <a:pt x="3830142" y="0"/>
                  </a:moveTo>
                  <a:lnTo>
                    <a:pt x="3802977" y="0"/>
                  </a:lnTo>
                  <a:lnTo>
                    <a:pt x="3802977" y="9055"/>
                  </a:lnTo>
                  <a:lnTo>
                    <a:pt x="3830142" y="9055"/>
                  </a:lnTo>
                  <a:lnTo>
                    <a:pt x="3830142" y="0"/>
                  </a:lnTo>
                  <a:close/>
                </a:path>
                <a:path w="6102984" h="2055495">
                  <a:moveTo>
                    <a:pt x="3864737" y="2046363"/>
                  </a:moveTo>
                  <a:lnTo>
                    <a:pt x="3837571" y="2046363"/>
                  </a:lnTo>
                  <a:lnTo>
                    <a:pt x="3837571" y="2055418"/>
                  </a:lnTo>
                  <a:lnTo>
                    <a:pt x="3864737" y="2055418"/>
                  </a:lnTo>
                  <a:lnTo>
                    <a:pt x="3864737" y="2046363"/>
                  </a:lnTo>
                  <a:close/>
                </a:path>
                <a:path w="6102984" h="2055495">
                  <a:moveTo>
                    <a:pt x="3875417" y="0"/>
                  </a:moveTo>
                  <a:lnTo>
                    <a:pt x="3848252" y="0"/>
                  </a:lnTo>
                  <a:lnTo>
                    <a:pt x="3848252" y="9055"/>
                  </a:lnTo>
                  <a:lnTo>
                    <a:pt x="3875417" y="9055"/>
                  </a:lnTo>
                  <a:lnTo>
                    <a:pt x="3875417" y="0"/>
                  </a:lnTo>
                  <a:close/>
                </a:path>
                <a:path w="6102984" h="2055495">
                  <a:moveTo>
                    <a:pt x="3910012" y="2046363"/>
                  </a:moveTo>
                  <a:lnTo>
                    <a:pt x="3882847" y="2046363"/>
                  </a:lnTo>
                  <a:lnTo>
                    <a:pt x="3882847" y="2055418"/>
                  </a:lnTo>
                  <a:lnTo>
                    <a:pt x="3910012" y="2055418"/>
                  </a:lnTo>
                  <a:lnTo>
                    <a:pt x="3910012" y="2046363"/>
                  </a:lnTo>
                  <a:close/>
                </a:path>
                <a:path w="6102984" h="2055495">
                  <a:moveTo>
                    <a:pt x="3920693" y="0"/>
                  </a:moveTo>
                  <a:lnTo>
                    <a:pt x="3893528" y="0"/>
                  </a:lnTo>
                  <a:lnTo>
                    <a:pt x="3893528" y="9055"/>
                  </a:lnTo>
                  <a:lnTo>
                    <a:pt x="3920693" y="9055"/>
                  </a:lnTo>
                  <a:lnTo>
                    <a:pt x="3920693" y="0"/>
                  </a:lnTo>
                  <a:close/>
                </a:path>
                <a:path w="6102984" h="2055495">
                  <a:moveTo>
                    <a:pt x="3955288" y="2046363"/>
                  </a:moveTo>
                  <a:lnTo>
                    <a:pt x="3928122" y="2046363"/>
                  </a:lnTo>
                  <a:lnTo>
                    <a:pt x="3928122" y="2055418"/>
                  </a:lnTo>
                  <a:lnTo>
                    <a:pt x="3955288" y="2055418"/>
                  </a:lnTo>
                  <a:lnTo>
                    <a:pt x="3955288" y="2046363"/>
                  </a:lnTo>
                  <a:close/>
                </a:path>
                <a:path w="6102984" h="2055495">
                  <a:moveTo>
                    <a:pt x="3965968" y="0"/>
                  </a:moveTo>
                  <a:lnTo>
                    <a:pt x="3938803" y="0"/>
                  </a:lnTo>
                  <a:lnTo>
                    <a:pt x="3938803" y="9055"/>
                  </a:lnTo>
                  <a:lnTo>
                    <a:pt x="3965968" y="9055"/>
                  </a:lnTo>
                  <a:lnTo>
                    <a:pt x="3965968" y="0"/>
                  </a:lnTo>
                  <a:close/>
                </a:path>
                <a:path w="6102984" h="2055495">
                  <a:moveTo>
                    <a:pt x="4000550" y="2046363"/>
                  </a:moveTo>
                  <a:lnTo>
                    <a:pt x="3973398" y="2046363"/>
                  </a:lnTo>
                  <a:lnTo>
                    <a:pt x="3973398" y="2055418"/>
                  </a:lnTo>
                  <a:lnTo>
                    <a:pt x="4000550" y="2055418"/>
                  </a:lnTo>
                  <a:lnTo>
                    <a:pt x="4000550" y="2046363"/>
                  </a:lnTo>
                  <a:close/>
                </a:path>
                <a:path w="6102984" h="2055495">
                  <a:moveTo>
                    <a:pt x="4011244" y="0"/>
                  </a:moveTo>
                  <a:lnTo>
                    <a:pt x="3984079" y="0"/>
                  </a:lnTo>
                  <a:lnTo>
                    <a:pt x="3984079" y="9055"/>
                  </a:lnTo>
                  <a:lnTo>
                    <a:pt x="4011244" y="9055"/>
                  </a:lnTo>
                  <a:lnTo>
                    <a:pt x="4011244" y="0"/>
                  </a:lnTo>
                  <a:close/>
                </a:path>
                <a:path w="6102984" h="2055495">
                  <a:moveTo>
                    <a:pt x="4045826" y="2046363"/>
                  </a:moveTo>
                  <a:lnTo>
                    <a:pt x="4018661" y="2046363"/>
                  </a:lnTo>
                  <a:lnTo>
                    <a:pt x="4018661" y="2055418"/>
                  </a:lnTo>
                  <a:lnTo>
                    <a:pt x="4045826" y="2055418"/>
                  </a:lnTo>
                  <a:lnTo>
                    <a:pt x="4045826" y="2046363"/>
                  </a:lnTo>
                  <a:close/>
                </a:path>
                <a:path w="6102984" h="2055495">
                  <a:moveTo>
                    <a:pt x="4056519" y="0"/>
                  </a:moveTo>
                  <a:lnTo>
                    <a:pt x="4029354" y="0"/>
                  </a:lnTo>
                  <a:lnTo>
                    <a:pt x="4029354" y="9055"/>
                  </a:lnTo>
                  <a:lnTo>
                    <a:pt x="4056519" y="9055"/>
                  </a:lnTo>
                  <a:lnTo>
                    <a:pt x="4056519" y="0"/>
                  </a:lnTo>
                  <a:close/>
                </a:path>
                <a:path w="6102984" h="2055495">
                  <a:moveTo>
                    <a:pt x="4091101" y="2046363"/>
                  </a:moveTo>
                  <a:lnTo>
                    <a:pt x="4063936" y="2046363"/>
                  </a:lnTo>
                  <a:lnTo>
                    <a:pt x="4063936" y="2055418"/>
                  </a:lnTo>
                  <a:lnTo>
                    <a:pt x="4091101" y="2055418"/>
                  </a:lnTo>
                  <a:lnTo>
                    <a:pt x="4091101" y="2046363"/>
                  </a:lnTo>
                  <a:close/>
                </a:path>
                <a:path w="6102984" h="2055495">
                  <a:moveTo>
                    <a:pt x="4101782" y="0"/>
                  </a:moveTo>
                  <a:lnTo>
                    <a:pt x="4074630" y="0"/>
                  </a:lnTo>
                  <a:lnTo>
                    <a:pt x="4074630" y="9055"/>
                  </a:lnTo>
                  <a:lnTo>
                    <a:pt x="4101782" y="9055"/>
                  </a:lnTo>
                  <a:lnTo>
                    <a:pt x="4101782" y="0"/>
                  </a:lnTo>
                  <a:close/>
                </a:path>
                <a:path w="6102984" h="2055495">
                  <a:moveTo>
                    <a:pt x="4136377" y="2046363"/>
                  </a:moveTo>
                  <a:lnTo>
                    <a:pt x="4109212" y="2046363"/>
                  </a:lnTo>
                  <a:lnTo>
                    <a:pt x="4109212" y="2055418"/>
                  </a:lnTo>
                  <a:lnTo>
                    <a:pt x="4136377" y="2055418"/>
                  </a:lnTo>
                  <a:lnTo>
                    <a:pt x="4136377" y="2046363"/>
                  </a:lnTo>
                  <a:close/>
                </a:path>
                <a:path w="6102984" h="2055495">
                  <a:moveTo>
                    <a:pt x="4147058" y="0"/>
                  </a:moveTo>
                  <a:lnTo>
                    <a:pt x="4119892" y="0"/>
                  </a:lnTo>
                  <a:lnTo>
                    <a:pt x="4119892" y="9055"/>
                  </a:lnTo>
                  <a:lnTo>
                    <a:pt x="4147058" y="9055"/>
                  </a:lnTo>
                  <a:lnTo>
                    <a:pt x="4147058" y="0"/>
                  </a:lnTo>
                  <a:close/>
                </a:path>
                <a:path w="6102984" h="2055495">
                  <a:moveTo>
                    <a:pt x="4181652" y="2046363"/>
                  </a:moveTo>
                  <a:lnTo>
                    <a:pt x="4154487" y="2046363"/>
                  </a:lnTo>
                  <a:lnTo>
                    <a:pt x="4154487" y="2055418"/>
                  </a:lnTo>
                  <a:lnTo>
                    <a:pt x="4181652" y="2055418"/>
                  </a:lnTo>
                  <a:lnTo>
                    <a:pt x="4181652" y="2046363"/>
                  </a:lnTo>
                  <a:close/>
                </a:path>
                <a:path w="6102984" h="2055495">
                  <a:moveTo>
                    <a:pt x="4192333" y="0"/>
                  </a:moveTo>
                  <a:lnTo>
                    <a:pt x="4165168" y="0"/>
                  </a:lnTo>
                  <a:lnTo>
                    <a:pt x="4165168" y="9055"/>
                  </a:lnTo>
                  <a:lnTo>
                    <a:pt x="4192333" y="9055"/>
                  </a:lnTo>
                  <a:lnTo>
                    <a:pt x="4192333" y="0"/>
                  </a:lnTo>
                  <a:close/>
                </a:path>
                <a:path w="6102984" h="2055495">
                  <a:moveTo>
                    <a:pt x="4226928" y="2046363"/>
                  </a:moveTo>
                  <a:lnTo>
                    <a:pt x="4199763" y="2046363"/>
                  </a:lnTo>
                  <a:lnTo>
                    <a:pt x="4199763" y="2055418"/>
                  </a:lnTo>
                  <a:lnTo>
                    <a:pt x="4226928" y="2055418"/>
                  </a:lnTo>
                  <a:lnTo>
                    <a:pt x="4226928" y="2046363"/>
                  </a:lnTo>
                  <a:close/>
                </a:path>
                <a:path w="6102984" h="2055495">
                  <a:moveTo>
                    <a:pt x="4237609" y="0"/>
                  </a:moveTo>
                  <a:lnTo>
                    <a:pt x="4210443" y="0"/>
                  </a:lnTo>
                  <a:lnTo>
                    <a:pt x="4210443" y="9055"/>
                  </a:lnTo>
                  <a:lnTo>
                    <a:pt x="4237609" y="9055"/>
                  </a:lnTo>
                  <a:lnTo>
                    <a:pt x="4237609" y="0"/>
                  </a:lnTo>
                  <a:close/>
                </a:path>
                <a:path w="6102984" h="2055495">
                  <a:moveTo>
                    <a:pt x="4272204" y="2046363"/>
                  </a:moveTo>
                  <a:lnTo>
                    <a:pt x="4245038" y="2046363"/>
                  </a:lnTo>
                  <a:lnTo>
                    <a:pt x="4245038" y="2055418"/>
                  </a:lnTo>
                  <a:lnTo>
                    <a:pt x="4272204" y="2055418"/>
                  </a:lnTo>
                  <a:lnTo>
                    <a:pt x="4272204" y="2046363"/>
                  </a:lnTo>
                  <a:close/>
                </a:path>
                <a:path w="6102984" h="2055495">
                  <a:moveTo>
                    <a:pt x="4282884" y="0"/>
                  </a:moveTo>
                  <a:lnTo>
                    <a:pt x="4255719" y="0"/>
                  </a:lnTo>
                  <a:lnTo>
                    <a:pt x="4255719" y="9055"/>
                  </a:lnTo>
                  <a:lnTo>
                    <a:pt x="4282884" y="9055"/>
                  </a:lnTo>
                  <a:lnTo>
                    <a:pt x="4282884" y="0"/>
                  </a:lnTo>
                  <a:close/>
                </a:path>
                <a:path w="6102984" h="2055495">
                  <a:moveTo>
                    <a:pt x="4317466" y="2046363"/>
                  </a:moveTo>
                  <a:lnTo>
                    <a:pt x="4290301" y="2046363"/>
                  </a:lnTo>
                  <a:lnTo>
                    <a:pt x="4290301" y="2055418"/>
                  </a:lnTo>
                  <a:lnTo>
                    <a:pt x="4317466" y="2055418"/>
                  </a:lnTo>
                  <a:lnTo>
                    <a:pt x="4317466" y="2046363"/>
                  </a:lnTo>
                  <a:close/>
                </a:path>
                <a:path w="6102984" h="2055495">
                  <a:moveTo>
                    <a:pt x="4328160" y="0"/>
                  </a:moveTo>
                  <a:lnTo>
                    <a:pt x="4300994" y="0"/>
                  </a:lnTo>
                  <a:lnTo>
                    <a:pt x="4300994" y="9055"/>
                  </a:lnTo>
                  <a:lnTo>
                    <a:pt x="4328160" y="9055"/>
                  </a:lnTo>
                  <a:lnTo>
                    <a:pt x="4328160" y="0"/>
                  </a:lnTo>
                  <a:close/>
                </a:path>
                <a:path w="6102984" h="2055495">
                  <a:moveTo>
                    <a:pt x="4362742" y="2046363"/>
                  </a:moveTo>
                  <a:lnTo>
                    <a:pt x="4335577" y="2046363"/>
                  </a:lnTo>
                  <a:lnTo>
                    <a:pt x="4335577" y="2055418"/>
                  </a:lnTo>
                  <a:lnTo>
                    <a:pt x="4362742" y="2055418"/>
                  </a:lnTo>
                  <a:lnTo>
                    <a:pt x="4362742" y="2046363"/>
                  </a:lnTo>
                  <a:close/>
                </a:path>
                <a:path w="6102984" h="2055495">
                  <a:moveTo>
                    <a:pt x="4373435" y="0"/>
                  </a:moveTo>
                  <a:lnTo>
                    <a:pt x="4346270" y="0"/>
                  </a:lnTo>
                  <a:lnTo>
                    <a:pt x="4346270" y="9055"/>
                  </a:lnTo>
                  <a:lnTo>
                    <a:pt x="4373435" y="9055"/>
                  </a:lnTo>
                  <a:lnTo>
                    <a:pt x="4373435" y="0"/>
                  </a:lnTo>
                  <a:close/>
                </a:path>
                <a:path w="6102984" h="2055495">
                  <a:moveTo>
                    <a:pt x="4408017" y="2046363"/>
                  </a:moveTo>
                  <a:lnTo>
                    <a:pt x="4380852" y="2046363"/>
                  </a:lnTo>
                  <a:lnTo>
                    <a:pt x="4380852" y="2055418"/>
                  </a:lnTo>
                  <a:lnTo>
                    <a:pt x="4408017" y="2055418"/>
                  </a:lnTo>
                  <a:lnTo>
                    <a:pt x="4408017" y="2046363"/>
                  </a:lnTo>
                  <a:close/>
                </a:path>
                <a:path w="6102984" h="2055495">
                  <a:moveTo>
                    <a:pt x="4418698" y="0"/>
                  </a:moveTo>
                  <a:lnTo>
                    <a:pt x="4391533" y="0"/>
                  </a:lnTo>
                  <a:lnTo>
                    <a:pt x="4391533" y="9055"/>
                  </a:lnTo>
                  <a:lnTo>
                    <a:pt x="4418698" y="9055"/>
                  </a:lnTo>
                  <a:lnTo>
                    <a:pt x="4418698" y="0"/>
                  </a:lnTo>
                  <a:close/>
                </a:path>
                <a:path w="6102984" h="2055495">
                  <a:moveTo>
                    <a:pt x="4453293" y="2046363"/>
                  </a:moveTo>
                  <a:lnTo>
                    <a:pt x="4426128" y="2046363"/>
                  </a:lnTo>
                  <a:lnTo>
                    <a:pt x="4426128" y="2055418"/>
                  </a:lnTo>
                  <a:lnTo>
                    <a:pt x="4453293" y="2055418"/>
                  </a:lnTo>
                  <a:lnTo>
                    <a:pt x="4453293" y="2046363"/>
                  </a:lnTo>
                  <a:close/>
                </a:path>
                <a:path w="6102984" h="2055495">
                  <a:moveTo>
                    <a:pt x="4463974" y="0"/>
                  </a:moveTo>
                  <a:lnTo>
                    <a:pt x="4436808" y="0"/>
                  </a:lnTo>
                  <a:lnTo>
                    <a:pt x="4436808" y="9055"/>
                  </a:lnTo>
                  <a:lnTo>
                    <a:pt x="4463974" y="9055"/>
                  </a:lnTo>
                  <a:lnTo>
                    <a:pt x="4463974" y="0"/>
                  </a:lnTo>
                  <a:close/>
                </a:path>
                <a:path w="6102984" h="2055495">
                  <a:moveTo>
                    <a:pt x="4498568" y="2046363"/>
                  </a:moveTo>
                  <a:lnTo>
                    <a:pt x="4471403" y="2046363"/>
                  </a:lnTo>
                  <a:lnTo>
                    <a:pt x="4471403" y="2055418"/>
                  </a:lnTo>
                  <a:lnTo>
                    <a:pt x="4498568" y="2055418"/>
                  </a:lnTo>
                  <a:lnTo>
                    <a:pt x="4498568" y="2046363"/>
                  </a:lnTo>
                  <a:close/>
                </a:path>
                <a:path w="6102984" h="2055495">
                  <a:moveTo>
                    <a:pt x="4509249" y="0"/>
                  </a:moveTo>
                  <a:lnTo>
                    <a:pt x="4482084" y="0"/>
                  </a:lnTo>
                  <a:lnTo>
                    <a:pt x="4482084" y="9055"/>
                  </a:lnTo>
                  <a:lnTo>
                    <a:pt x="4509249" y="9055"/>
                  </a:lnTo>
                  <a:lnTo>
                    <a:pt x="4509249" y="0"/>
                  </a:lnTo>
                  <a:close/>
                </a:path>
                <a:path w="6102984" h="2055495">
                  <a:moveTo>
                    <a:pt x="4543844" y="2046363"/>
                  </a:moveTo>
                  <a:lnTo>
                    <a:pt x="4516679" y="2046363"/>
                  </a:lnTo>
                  <a:lnTo>
                    <a:pt x="4516679" y="2055418"/>
                  </a:lnTo>
                  <a:lnTo>
                    <a:pt x="4543844" y="2055418"/>
                  </a:lnTo>
                  <a:lnTo>
                    <a:pt x="4543844" y="2046363"/>
                  </a:lnTo>
                  <a:close/>
                </a:path>
                <a:path w="6102984" h="2055495">
                  <a:moveTo>
                    <a:pt x="4554525" y="0"/>
                  </a:moveTo>
                  <a:lnTo>
                    <a:pt x="4527359" y="0"/>
                  </a:lnTo>
                  <a:lnTo>
                    <a:pt x="4527359" y="9055"/>
                  </a:lnTo>
                  <a:lnTo>
                    <a:pt x="4554525" y="9055"/>
                  </a:lnTo>
                  <a:lnTo>
                    <a:pt x="4554525" y="0"/>
                  </a:lnTo>
                  <a:close/>
                </a:path>
                <a:path w="6102984" h="2055495">
                  <a:moveTo>
                    <a:pt x="4589107" y="2046363"/>
                  </a:moveTo>
                  <a:lnTo>
                    <a:pt x="4561954" y="2046363"/>
                  </a:lnTo>
                  <a:lnTo>
                    <a:pt x="4561954" y="2055418"/>
                  </a:lnTo>
                  <a:lnTo>
                    <a:pt x="4589107" y="2055418"/>
                  </a:lnTo>
                  <a:lnTo>
                    <a:pt x="4589107" y="2046363"/>
                  </a:lnTo>
                  <a:close/>
                </a:path>
                <a:path w="6102984" h="2055495">
                  <a:moveTo>
                    <a:pt x="4599800" y="0"/>
                  </a:moveTo>
                  <a:lnTo>
                    <a:pt x="4572635" y="0"/>
                  </a:lnTo>
                  <a:lnTo>
                    <a:pt x="4572635" y="9055"/>
                  </a:lnTo>
                  <a:lnTo>
                    <a:pt x="4599800" y="9055"/>
                  </a:lnTo>
                  <a:lnTo>
                    <a:pt x="4599800" y="0"/>
                  </a:lnTo>
                  <a:close/>
                </a:path>
                <a:path w="6102984" h="2055495">
                  <a:moveTo>
                    <a:pt x="4634382" y="2046363"/>
                  </a:moveTo>
                  <a:lnTo>
                    <a:pt x="4607217" y="2046363"/>
                  </a:lnTo>
                  <a:lnTo>
                    <a:pt x="4607217" y="2055418"/>
                  </a:lnTo>
                  <a:lnTo>
                    <a:pt x="4634382" y="2055418"/>
                  </a:lnTo>
                  <a:lnTo>
                    <a:pt x="4634382" y="2046363"/>
                  </a:lnTo>
                  <a:close/>
                </a:path>
                <a:path w="6102984" h="2055495">
                  <a:moveTo>
                    <a:pt x="4645076" y="0"/>
                  </a:moveTo>
                  <a:lnTo>
                    <a:pt x="4617910" y="0"/>
                  </a:lnTo>
                  <a:lnTo>
                    <a:pt x="4617910" y="9055"/>
                  </a:lnTo>
                  <a:lnTo>
                    <a:pt x="4645076" y="9055"/>
                  </a:lnTo>
                  <a:lnTo>
                    <a:pt x="4645076" y="0"/>
                  </a:lnTo>
                  <a:close/>
                </a:path>
                <a:path w="6102984" h="2055495">
                  <a:moveTo>
                    <a:pt x="4679658" y="2046363"/>
                  </a:moveTo>
                  <a:lnTo>
                    <a:pt x="4652492" y="2046363"/>
                  </a:lnTo>
                  <a:lnTo>
                    <a:pt x="4652492" y="2055418"/>
                  </a:lnTo>
                  <a:lnTo>
                    <a:pt x="4679658" y="2055418"/>
                  </a:lnTo>
                  <a:lnTo>
                    <a:pt x="4679658" y="2046363"/>
                  </a:lnTo>
                  <a:close/>
                </a:path>
                <a:path w="6102984" h="2055495">
                  <a:moveTo>
                    <a:pt x="4690338" y="0"/>
                  </a:moveTo>
                  <a:lnTo>
                    <a:pt x="4663186" y="0"/>
                  </a:lnTo>
                  <a:lnTo>
                    <a:pt x="4663186" y="9055"/>
                  </a:lnTo>
                  <a:lnTo>
                    <a:pt x="4690338" y="9055"/>
                  </a:lnTo>
                  <a:lnTo>
                    <a:pt x="4690338" y="0"/>
                  </a:lnTo>
                  <a:close/>
                </a:path>
                <a:path w="6102984" h="2055495">
                  <a:moveTo>
                    <a:pt x="4724933" y="2046363"/>
                  </a:moveTo>
                  <a:lnTo>
                    <a:pt x="4697768" y="2046363"/>
                  </a:lnTo>
                  <a:lnTo>
                    <a:pt x="4697768" y="2055418"/>
                  </a:lnTo>
                  <a:lnTo>
                    <a:pt x="4724933" y="2055418"/>
                  </a:lnTo>
                  <a:lnTo>
                    <a:pt x="4724933" y="2046363"/>
                  </a:lnTo>
                  <a:close/>
                </a:path>
                <a:path w="6102984" h="2055495">
                  <a:moveTo>
                    <a:pt x="4735614" y="0"/>
                  </a:moveTo>
                  <a:lnTo>
                    <a:pt x="4708449" y="0"/>
                  </a:lnTo>
                  <a:lnTo>
                    <a:pt x="4708449" y="9055"/>
                  </a:lnTo>
                  <a:lnTo>
                    <a:pt x="4735614" y="9055"/>
                  </a:lnTo>
                  <a:lnTo>
                    <a:pt x="4735614" y="0"/>
                  </a:lnTo>
                  <a:close/>
                </a:path>
                <a:path w="6102984" h="2055495">
                  <a:moveTo>
                    <a:pt x="4770209" y="2046363"/>
                  </a:moveTo>
                  <a:lnTo>
                    <a:pt x="4743043" y="2046363"/>
                  </a:lnTo>
                  <a:lnTo>
                    <a:pt x="4743043" y="2055418"/>
                  </a:lnTo>
                  <a:lnTo>
                    <a:pt x="4770209" y="2055418"/>
                  </a:lnTo>
                  <a:lnTo>
                    <a:pt x="4770209" y="2046363"/>
                  </a:lnTo>
                  <a:close/>
                </a:path>
                <a:path w="6102984" h="2055495">
                  <a:moveTo>
                    <a:pt x="4780889" y="0"/>
                  </a:moveTo>
                  <a:lnTo>
                    <a:pt x="4753724" y="0"/>
                  </a:lnTo>
                  <a:lnTo>
                    <a:pt x="4753724" y="9055"/>
                  </a:lnTo>
                  <a:lnTo>
                    <a:pt x="4780889" y="9055"/>
                  </a:lnTo>
                  <a:lnTo>
                    <a:pt x="4780889" y="0"/>
                  </a:lnTo>
                  <a:close/>
                </a:path>
                <a:path w="6102984" h="2055495">
                  <a:moveTo>
                    <a:pt x="4815484" y="2046363"/>
                  </a:moveTo>
                  <a:lnTo>
                    <a:pt x="4788319" y="2046363"/>
                  </a:lnTo>
                  <a:lnTo>
                    <a:pt x="4788319" y="2055418"/>
                  </a:lnTo>
                  <a:lnTo>
                    <a:pt x="4815484" y="2055418"/>
                  </a:lnTo>
                  <a:lnTo>
                    <a:pt x="4815484" y="2046363"/>
                  </a:lnTo>
                  <a:close/>
                </a:path>
                <a:path w="6102984" h="2055495">
                  <a:moveTo>
                    <a:pt x="4826165" y="0"/>
                  </a:moveTo>
                  <a:lnTo>
                    <a:pt x="4799000" y="0"/>
                  </a:lnTo>
                  <a:lnTo>
                    <a:pt x="4799000" y="9055"/>
                  </a:lnTo>
                  <a:lnTo>
                    <a:pt x="4826165" y="9055"/>
                  </a:lnTo>
                  <a:lnTo>
                    <a:pt x="4826165" y="0"/>
                  </a:lnTo>
                  <a:close/>
                </a:path>
                <a:path w="6102984" h="2055495">
                  <a:moveTo>
                    <a:pt x="4860760" y="2046363"/>
                  </a:moveTo>
                  <a:lnTo>
                    <a:pt x="4833594" y="2046363"/>
                  </a:lnTo>
                  <a:lnTo>
                    <a:pt x="4833594" y="2055418"/>
                  </a:lnTo>
                  <a:lnTo>
                    <a:pt x="4860760" y="2055418"/>
                  </a:lnTo>
                  <a:lnTo>
                    <a:pt x="4860760" y="2046363"/>
                  </a:lnTo>
                  <a:close/>
                </a:path>
                <a:path w="6102984" h="2055495">
                  <a:moveTo>
                    <a:pt x="4871440" y="0"/>
                  </a:moveTo>
                  <a:lnTo>
                    <a:pt x="4844275" y="0"/>
                  </a:lnTo>
                  <a:lnTo>
                    <a:pt x="4844275" y="9055"/>
                  </a:lnTo>
                  <a:lnTo>
                    <a:pt x="4871440" y="9055"/>
                  </a:lnTo>
                  <a:lnTo>
                    <a:pt x="4871440" y="0"/>
                  </a:lnTo>
                  <a:close/>
                </a:path>
                <a:path w="6102984" h="2055495">
                  <a:moveTo>
                    <a:pt x="4906022" y="2046363"/>
                  </a:moveTo>
                  <a:lnTo>
                    <a:pt x="4878870" y="2046363"/>
                  </a:lnTo>
                  <a:lnTo>
                    <a:pt x="4878870" y="2055418"/>
                  </a:lnTo>
                  <a:lnTo>
                    <a:pt x="4906022" y="2055418"/>
                  </a:lnTo>
                  <a:lnTo>
                    <a:pt x="4906022" y="2046363"/>
                  </a:lnTo>
                  <a:close/>
                </a:path>
                <a:path w="6102984" h="2055495">
                  <a:moveTo>
                    <a:pt x="4916716" y="0"/>
                  </a:moveTo>
                  <a:lnTo>
                    <a:pt x="4889551" y="0"/>
                  </a:lnTo>
                  <a:lnTo>
                    <a:pt x="4889551" y="9055"/>
                  </a:lnTo>
                  <a:lnTo>
                    <a:pt x="4916716" y="9055"/>
                  </a:lnTo>
                  <a:lnTo>
                    <a:pt x="4916716" y="0"/>
                  </a:lnTo>
                  <a:close/>
                </a:path>
                <a:path w="6102984" h="2055495">
                  <a:moveTo>
                    <a:pt x="4951298" y="2046363"/>
                  </a:moveTo>
                  <a:lnTo>
                    <a:pt x="4924133" y="2046363"/>
                  </a:lnTo>
                  <a:lnTo>
                    <a:pt x="4924133" y="2055418"/>
                  </a:lnTo>
                  <a:lnTo>
                    <a:pt x="4951298" y="2055418"/>
                  </a:lnTo>
                  <a:lnTo>
                    <a:pt x="4951298" y="2046363"/>
                  </a:lnTo>
                  <a:close/>
                </a:path>
                <a:path w="6102984" h="2055495">
                  <a:moveTo>
                    <a:pt x="4961991" y="0"/>
                  </a:moveTo>
                  <a:lnTo>
                    <a:pt x="4934826" y="0"/>
                  </a:lnTo>
                  <a:lnTo>
                    <a:pt x="4934826" y="9055"/>
                  </a:lnTo>
                  <a:lnTo>
                    <a:pt x="4961991" y="9055"/>
                  </a:lnTo>
                  <a:lnTo>
                    <a:pt x="4961991" y="0"/>
                  </a:lnTo>
                  <a:close/>
                </a:path>
                <a:path w="6102984" h="2055495">
                  <a:moveTo>
                    <a:pt x="4996573" y="2046363"/>
                  </a:moveTo>
                  <a:lnTo>
                    <a:pt x="4969408" y="2046363"/>
                  </a:lnTo>
                  <a:lnTo>
                    <a:pt x="4969408" y="2055418"/>
                  </a:lnTo>
                  <a:lnTo>
                    <a:pt x="4996573" y="2055418"/>
                  </a:lnTo>
                  <a:lnTo>
                    <a:pt x="4996573" y="2046363"/>
                  </a:lnTo>
                  <a:close/>
                </a:path>
                <a:path w="6102984" h="2055495">
                  <a:moveTo>
                    <a:pt x="5007254" y="0"/>
                  </a:moveTo>
                  <a:lnTo>
                    <a:pt x="4980089" y="0"/>
                  </a:lnTo>
                  <a:lnTo>
                    <a:pt x="4980089" y="9055"/>
                  </a:lnTo>
                  <a:lnTo>
                    <a:pt x="5007254" y="9055"/>
                  </a:lnTo>
                  <a:lnTo>
                    <a:pt x="5007254" y="0"/>
                  </a:lnTo>
                  <a:close/>
                </a:path>
                <a:path w="6102984" h="2055495">
                  <a:moveTo>
                    <a:pt x="5041849" y="2046363"/>
                  </a:moveTo>
                  <a:lnTo>
                    <a:pt x="5014684" y="2046363"/>
                  </a:lnTo>
                  <a:lnTo>
                    <a:pt x="5014684" y="2055418"/>
                  </a:lnTo>
                  <a:lnTo>
                    <a:pt x="5041849" y="2055418"/>
                  </a:lnTo>
                  <a:lnTo>
                    <a:pt x="5041849" y="2046363"/>
                  </a:lnTo>
                  <a:close/>
                </a:path>
                <a:path w="6102984" h="2055495">
                  <a:moveTo>
                    <a:pt x="5052530" y="0"/>
                  </a:moveTo>
                  <a:lnTo>
                    <a:pt x="5025364" y="0"/>
                  </a:lnTo>
                  <a:lnTo>
                    <a:pt x="5025364" y="9055"/>
                  </a:lnTo>
                  <a:lnTo>
                    <a:pt x="5052530" y="9055"/>
                  </a:lnTo>
                  <a:lnTo>
                    <a:pt x="5052530" y="0"/>
                  </a:lnTo>
                  <a:close/>
                </a:path>
                <a:path w="6102984" h="2055495">
                  <a:moveTo>
                    <a:pt x="5087124" y="2046363"/>
                  </a:moveTo>
                  <a:lnTo>
                    <a:pt x="5059959" y="2046363"/>
                  </a:lnTo>
                  <a:lnTo>
                    <a:pt x="5059959" y="2055418"/>
                  </a:lnTo>
                  <a:lnTo>
                    <a:pt x="5087124" y="2055418"/>
                  </a:lnTo>
                  <a:lnTo>
                    <a:pt x="5087124" y="2046363"/>
                  </a:lnTo>
                  <a:close/>
                </a:path>
                <a:path w="6102984" h="2055495">
                  <a:moveTo>
                    <a:pt x="5097805" y="0"/>
                  </a:moveTo>
                  <a:lnTo>
                    <a:pt x="5070640" y="0"/>
                  </a:lnTo>
                  <a:lnTo>
                    <a:pt x="5070640" y="9055"/>
                  </a:lnTo>
                  <a:lnTo>
                    <a:pt x="5097805" y="9055"/>
                  </a:lnTo>
                  <a:lnTo>
                    <a:pt x="5097805" y="0"/>
                  </a:lnTo>
                  <a:close/>
                </a:path>
                <a:path w="6102984" h="2055495">
                  <a:moveTo>
                    <a:pt x="5132400" y="2046363"/>
                  </a:moveTo>
                  <a:lnTo>
                    <a:pt x="5105235" y="2046363"/>
                  </a:lnTo>
                  <a:lnTo>
                    <a:pt x="5105235" y="2055418"/>
                  </a:lnTo>
                  <a:lnTo>
                    <a:pt x="5132400" y="2055418"/>
                  </a:lnTo>
                  <a:lnTo>
                    <a:pt x="5132400" y="2046363"/>
                  </a:lnTo>
                  <a:close/>
                </a:path>
                <a:path w="6102984" h="2055495">
                  <a:moveTo>
                    <a:pt x="5143081" y="0"/>
                  </a:moveTo>
                  <a:lnTo>
                    <a:pt x="5115915" y="0"/>
                  </a:lnTo>
                  <a:lnTo>
                    <a:pt x="5115915" y="9055"/>
                  </a:lnTo>
                  <a:lnTo>
                    <a:pt x="5143081" y="9055"/>
                  </a:lnTo>
                  <a:lnTo>
                    <a:pt x="5143081" y="0"/>
                  </a:lnTo>
                  <a:close/>
                </a:path>
                <a:path w="6102984" h="2055495">
                  <a:moveTo>
                    <a:pt x="5177663" y="2046363"/>
                  </a:moveTo>
                  <a:lnTo>
                    <a:pt x="5150510" y="2046363"/>
                  </a:lnTo>
                  <a:lnTo>
                    <a:pt x="5150510" y="2055418"/>
                  </a:lnTo>
                  <a:lnTo>
                    <a:pt x="5177663" y="2055418"/>
                  </a:lnTo>
                  <a:lnTo>
                    <a:pt x="5177663" y="2046363"/>
                  </a:lnTo>
                  <a:close/>
                </a:path>
                <a:path w="6102984" h="2055495">
                  <a:moveTo>
                    <a:pt x="5188356" y="0"/>
                  </a:moveTo>
                  <a:lnTo>
                    <a:pt x="5161191" y="0"/>
                  </a:lnTo>
                  <a:lnTo>
                    <a:pt x="5161191" y="9055"/>
                  </a:lnTo>
                  <a:lnTo>
                    <a:pt x="5188356" y="9055"/>
                  </a:lnTo>
                  <a:lnTo>
                    <a:pt x="5188356" y="0"/>
                  </a:lnTo>
                  <a:close/>
                </a:path>
                <a:path w="6102984" h="2055495">
                  <a:moveTo>
                    <a:pt x="5222938" y="2046363"/>
                  </a:moveTo>
                  <a:lnTo>
                    <a:pt x="5195773" y="2046363"/>
                  </a:lnTo>
                  <a:lnTo>
                    <a:pt x="5195773" y="2055418"/>
                  </a:lnTo>
                  <a:lnTo>
                    <a:pt x="5222938" y="2055418"/>
                  </a:lnTo>
                  <a:lnTo>
                    <a:pt x="5222938" y="2046363"/>
                  </a:lnTo>
                  <a:close/>
                </a:path>
                <a:path w="6102984" h="2055495">
                  <a:moveTo>
                    <a:pt x="5233632" y="0"/>
                  </a:moveTo>
                  <a:lnTo>
                    <a:pt x="5206466" y="0"/>
                  </a:lnTo>
                  <a:lnTo>
                    <a:pt x="5206466" y="9055"/>
                  </a:lnTo>
                  <a:lnTo>
                    <a:pt x="5233632" y="9055"/>
                  </a:lnTo>
                  <a:lnTo>
                    <a:pt x="5233632" y="0"/>
                  </a:lnTo>
                  <a:close/>
                </a:path>
                <a:path w="6102984" h="2055495">
                  <a:moveTo>
                    <a:pt x="5268214" y="2046363"/>
                  </a:moveTo>
                  <a:lnTo>
                    <a:pt x="5241048" y="2046363"/>
                  </a:lnTo>
                  <a:lnTo>
                    <a:pt x="5241048" y="2055418"/>
                  </a:lnTo>
                  <a:lnTo>
                    <a:pt x="5268214" y="2055418"/>
                  </a:lnTo>
                  <a:lnTo>
                    <a:pt x="5268214" y="2046363"/>
                  </a:lnTo>
                  <a:close/>
                </a:path>
                <a:path w="6102984" h="2055495">
                  <a:moveTo>
                    <a:pt x="5278894" y="0"/>
                  </a:moveTo>
                  <a:lnTo>
                    <a:pt x="5251742" y="0"/>
                  </a:lnTo>
                  <a:lnTo>
                    <a:pt x="5251742" y="9055"/>
                  </a:lnTo>
                  <a:lnTo>
                    <a:pt x="5278894" y="9055"/>
                  </a:lnTo>
                  <a:lnTo>
                    <a:pt x="5278894" y="0"/>
                  </a:lnTo>
                  <a:close/>
                </a:path>
                <a:path w="6102984" h="2055495">
                  <a:moveTo>
                    <a:pt x="5313489" y="2046363"/>
                  </a:moveTo>
                  <a:lnTo>
                    <a:pt x="5286324" y="2046363"/>
                  </a:lnTo>
                  <a:lnTo>
                    <a:pt x="5286324" y="2055418"/>
                  </a:lnTo>
                  <a:lnTo>
                    <a:pt x="5313489" y="2055418"/>
                  </a:lnTo>
                  <a:lnTo>
                    <a:pt x="5313489" y="2046363"/>
                  </a:lnTo>
                  <a:close/>
                </a:path>
                <a:path w="6102984" h="2055495">
                  <a:moveTo>
                    <a:pt x="5324170" y="0"/>
                  </a:moveTo>
                  <a:lnTo>
                    <a:pt x="5297005" y="0"/>
                  </a:lnTo>
                  <a:lnTo>
                    <a:pt x="5297005" y="9055"/>
                  </a:lnTo>
                  <a:lnTo>
                    <a:pt x="5324170" y="9055"/>
                  </a:lnTo>
                  <a:lnTo>
                    <a:pt x="5324170" y="0"/>
                  </a:lnTo>
                  <a:close/>
                </a:path>
                <a:path w="6102984" h="2055495">
                  <a:moveTo>
                    <a:pt x="5358765" y="2046363"/>
                  </a:moveTo>
                  <a:lnTo>
                    <a:pt x="5331599" y="2046363"/>
                  </a:lnTo>
                  <a:lnTo>
                    <a:pt x="5331599" y="2055418"/>
                  </a:lnTo>
                  <a:lnTo>
                    <a:pt x="5358765" y="2055418"/>
                  </a:lnTo>
                  <a:lnTo>
                    <a:pt x="5358765" y="2046363"/>
                  </a:lnTo>
                  <a:close/>
                </a:path>
                <a:path w="6102984" h="2055495">
                  <a:moveTo>
                    <a:pt x="5369445" y="0"/>
                  </a:moveTo>
                  <a:lnTo>
                    <a:pt x="5342280" y="0"/>
                  </a:lnTo>
                  <a:lnTo>
                    <a:pt x="5342280" y="9055"/>
                  </a:lnTo>
                  <a:lnTo>
                    <a:pt x="5369445" y="9055"/>
                  </a:lnTo>
                  <a:lnTo>
                    <a:pt x="5369445" y="0"/>
                  </a:lnTo>
                  <a:close/>
                </a:path>
                <a:path w="6102984" h="2055495">
                  <a:moveTo>
                    <a:pt x="5404040" y="2046363"/>
                  </a:moveTo>
                  <a:lnTo>
                    <a:pt x="5376875" y="2046363"/>
                  </a:lnTo>
                  <a:lnTo>
                    <a:pt x="5376875" y="2055418"/>
                  </a:lnTo>
                  <a:lnTo>
                    <a:pt x="5404040" y="2055418"/>
                  </a:lnTo>
                  <a:lnTo>
                    <a:pt x="5404040" y="2046363"/>
                  </a:lnTo>
                  <a:close/>
                </a:path>
                <a:path w="6102984" h="2055495">
                  <a:moveTo>
                    <a:pt x="5414721" y="0"/>
                  </a:moveTo>
                  <a:lnTo>
                    <a:pt x="5387556" y="0"/>
                  </a:lnTo>
                  <a:lnTo>
                    <a:pt x="5387556" y="9055"/>
                  </a:lnTo>
                  <a:lnTo>
                    <a:pt x="5414721" y="9055"/>
                  </a:lnTo>
                  <a:lnTo>
                    <a:pt x="5414721" y="0"/>
                  </a:lnTo>
                  <a:close/>
                </a:path>
                <a:path w="6102984" h="2055495">
                  <a:moveTo>
                    <a:pt x="5449316" y="2046363"/>
                  </a:moveTo>
                  <a:lnTo>
                    <a:pt x="5422150" y="2046363"/>
                  </a:lnTo>
                  <a:lnTo>
                    <a:pt x="5422150" y="2055418"/>
                  </a:lnTo>
                  <a:lnTo>
                    <a:pt x="5449316" y="2055418"/>
                  </a:lnTo>
                  <a:lnTo>
                    <a:pt x="5449316" y="2046363"/>
                  </a:lnTo>
                  <a:close/>
                </a:path>
                <a:path w="6102984" h="2055495">
                  <a:moveTo>
                    <a:pt x="5459996" y="0"/>
                  </a:moveTo>
                  <a:lnTo>
                    <a:pt x="5432831" y="0"/>
                  </a:lnTo>
                  <a:lnTo>
                    <a:pt x="5432831" y="9055"/>
                  </a:lnTo>
                  <a:lnTo>
                    <a:pt x="5459996" y="9055"/>
                  </a:lnTo>
                  <a:lnTo>
                    <a:pt x="5459996" y="0"/>
                  </a:lnTo>
                  <a:close/>
                </a:path>
                <a:path w="6102984" h="2055495">
                  <a:moveTo>
                    <a:pt x="5494579" y="2046363"/>
                  </a:moveTo>
                  <a:lnTo>
                    <a:pt x="5467426" y="2046363"/>
                  </a:lnTo>
                  <a:lnTo>
                    <a:pt x="5467426" y="2055418"/>
                  </a:lnTo>
                  <a:lnTo>
                    <a:pt x="5494579" y="2055418"/>
                  </a:lnTo>
                  <a:lnTo>
                    <a:pt x="5494579" y="2046363"/>
                  </a:lnTo>
                  <a:close/>
                </a:path>
                <a:path w="6102984" h="2055495">
                  <a:moveTo>
                    <a:pt x="5505272" y="0"/>
                  </a:moveTo>
                  <a:lnTo>
                    <a:pt x="5478107" y="0"/>
                  </a:lnTo>
                  <a:lnTo>
                    <a:pt x="5478107" y="9055"/>
                  </a:lnTo>
                  <a:lnTo>
                    <a:pt x="5505272" y="9055"/>
                  </a:lnTo>
                  <a:lnTo>
                    <a:pt x="5505272" y="0"/>
                  </a:lnTo>
                  <a:close/>
                </a:path>
                <a:path w="6102984" h="2055495">
                  <a:moveTo>
                    <a:pt x="5539854" y="2046363"/>
                  </a:moveTo>
                  <a:lnTo>
                    <a:pt x="5512689" y="2046363"/>
                  </a:lnTo>
                  <a:lnTo>
                    <a:pt x="5512689" y="2055418"/>
                  </a:lnTo>
                  <a:lnTo>
                    <a:pt x="5539854" y="2055418"/>
                  </a:lnTo>
                  <a:lnTo>
                    <a:pt x="5539854" y="2046363"/>
                  </a:lnTo>
                  <a:close/>
                </a:path>
                <a:path w="6102984" h="2055495">
                  <a:moveTo>
                    <a:pt x="5550547" y="0"/>
                  </a:moveTo>
                  <a:lnTo>
                    <a:pt x="5523382" y="0"/>
                  </a:lnTo>
                  <a:lnTo>
                    <a:pt x="5523382" y="9055"/>
                  </a:lnTo>
                  <a:lnTo>
                    <a:pt x="5550547" y="9055"/>
                  </a:lnTo>
                  <a:lnTo>
                    <a:pt x="5550547" y="0"/>
                  </a:lnTo>
                  <a:close/>
                </a:path>
                <a:path w="6102984" h="2055495">
                  <a:moveTo>
                    <a:pt x="5585130" y="2046363"/>
                  </a:moveTo>
                  <a:lnTo>
                    <a:pt x="5557964" y="2046363"/>
                  </a:lnTo>
                  <a:lnTo>
                    <a:pt x="5557964" y="2055418"/>
                  </a:lnTo>
                  <a:lnTo>
                    <a:pt x="5585130" y="2055418"/>
                  </a:lnTo>
                  <a:lnTo>
                    <a:pt x="5585130" y="2046363"/>
                  </a:lnTo>
                  <a:close/>
                </a:path>
                <a:path w="6102984" h="2055495">
                  <a:moveTo>
                    <a:pt x="5595810" y="0"/>
                  </a:moveTo>
                  <a:lnTo>
                    <a:pt x="5568645" y="0"/>
                  </a:lnTo>
                  <a:lnTo>
                    <a:pt x="5568645" y="9055"/>
                  </a:lnTo>
                  <a:lnTo>
                    <a:pt x="5595810" y="9055"/>
                  </a:lnTo>
                  <a:lnTo>
                    <a:pt x="5595810" y="0"/>
                  </a:lnTo>
                  <a:close/>
                </a:path>
                <a:path w="6102984" h="2055495">
                  <a:moveTo>
                    <a:pt x="5630405" y="2046363"/>
                  </a:moveTo>
                  <a:lnTo>
                    <a:pt x="5603240" y="2046363"/>
                  </a:lnTo>
                  <a:lnTo>
                    <a:pt x="5603240" y="2055418"/>
                  </a:lnTo>
                  <a:lnTo>
                    <a:pt x="5630405" y="2055418"/>
                  </a:lnTo>
                  <a:lnTo>
                    <a:pt x="5630405" y="2046363"/>
                  </a:lnTo>
                  <a:close/>
                </a:path>
                <a:path w="6102984" h="2055495">
                  <a:moveTo>
                    <a:pt x="5641086" y="0"/>
                  </a:moveTo>
                  <a:lnTo>
                    <a:pt x="5613920" y="0"/>
                  </a:lnTo>
                  <a:lnTo>
                    <a:pt x="5613920" y="9055"/>
                  </a:lnTo>
                  <a:lnTo>
                    <a:pt x="5641086" y="9055"/>
                  </a:lnTo>
                  <a:lnTo>
                    <a:pt x="5641086" y="0"/>
                  </a:lnTo>
                  <a:close/>
                </a:path>
                <a:path w="6102984" h="2055495">
                  <a:moveTo>
                    <a:pt x="5675681" y="2046363"/>
                  </a:moveTo>
                  <a:lnTo>
                    <a:pt x="5648515" y="2046363"/>
                  </a:lnTo>
                  <a:lnTo>
                    <a:pt x="5648515" y="2055418"/>
                  </a:lnTo>
                  <a:lnTo>
                    <a:pt x="5675681" y="2055418"/>
                  </a:lnTo>
                  <a:lnTo>
                    <a:pt x="5675681" y="2046363"/>
                  </a:lnTo>
                  <a:close/>
                </a:path>
                <a:path w="6102984" h="2055495">
                  <a:moveTo>
                    <a:pt x="5686361" y="0"/>
                  </a:moveTo>
                  <a:lnTo>
                    <a:pt x="5659196" y="0"/>
                  </a:lnTo>
                  <a:lnTo>
                    <a:pt x="5659196" y="9055"/>
                  </a:lnTo>
                  <a:lnTo>
                    <a:pt x="5686361" y="9055"/>
                  </a:lnTo>
                  <a:lnTo>
                    <a:pt x="5686361" y="0"/>
                  </a:lnTo>
                  <a:close/>
                </a:path>
                <a:path w="6102984" h="2055495">
                  <a:moveTo>
                    <a:pt x="5720956" y="2046363"/>
                  </a:moveTo>
                  <a:lnTo>
                    <a:pt x="5693791" y="2046363"/>
                  </a:lnTo>
                  <a:lnTo>
                    <a:pt x="5693791" y="2055418"/>
                  </a:lnTo>
                  <a:lnTo>
                    <a:pt x="5720956" y="2055418"/>
                  </a:lnTo>
                  <a:lnTo>
                    <a:pt x="5720956" y="2046363"/>
                  </a:lnTo>
                  <a:close/>
                </a:path>
                <a:path w="6102984" h="2055495">
                  <a:moveTo>
                    <a:pt x="5731637" y="0"/>
                  </a:moveTo>
                  <a:lnTo>
                    <a:pt x="5704471" y="0"/>
                  </a:lnTo>
                  <a:lnTo>
                    <a:pt x="5704471" y="9055"/>
                  </a:lnTo>
                  <a:lnTo>
                    <a:pt x="5731637" y="9055"/>
                  </a:lnTo>
                  <a:lnTo>
                    <a:pt x="5731637" y="0"/>
                  </a:lnTo>
                  <a:close/>
                </a:path>
                <a:path w="6102984" h="2055495">
                  <a:moveTo>
                    <a:pt x="5766232" y="2046363"/>
                  </a:moveTo>
                  <a:lnTo>
                    <a:pt x="5739066" y="2046363"/>
                  </a:lnTo>
                  <a:lnTo>
                    <a:pt x="5739066" y="2055418"/>
                  </a:lnTo>
                  <a:lnTo>
                    <a:pt x="5766232" y="2055418"/>
                  </a:lnTo>
                  <a:lnTo>
                    <a:pt x="5766232" y="2046363"/>
                  </a:lnTo>
                  <a:close/>
                </a:path>
                <a:path w="6102984" h="2055495">
                  <a:moveTo>
                    <a:pt x="5776912" y="0"/>
                  </a:moveTo>
                  <a:lnTo>
                    <a:pt x="5749747" y="0"/>
                  </a:lnTo>
                  <a:lnTo>
                    <a:pt x="5749747" y="9055"/>
                  </a:lnTo>
                  <a:lnTo>
                    <a:pt x="5776912" y="9055"/>
                  </a:lnTo>
                  <a:lnTo>
                    <a:pt x="5776912" y="0"/>
                  </a:lnTo>
                  <a:close/>
                </a:path>
                <a:path w="6102984" h="2055495">
                  <a:moveTo>
                    <a:pt x="5811494" y="2046363"/>
                  </a:moveTo>
                  <a:lnTo>
                    <a:pt x="5784329" y="2046363"/>
                  </a:lnTo>
                  <a:lnTo>
                    <a:pt x="5784329" y="2055418"/>
                  </a:lnTo>
                  <a:lnTo>
                    <a:pt x="5811494" y="2055418"/>
                  </a:lnTo>
                  <a:lnTo>
                    <a:pt x="5811494" y="2046363"/>
                  </a:lnTo>
                  <a:close/>
                </a:path>
                <a:path w="6102984" h="2055495">
                  <a:moveTo>
                    <a:pt x="5822188" y="0"/>
                  </a:moveTo>
                  <a:lnTo>
                    <a:pt x="5795022" y="0"/>
                  </a:lnTo>
                  <a:lnTo>
                    <a:pt x="5795022" y="9055"/>
                  </a:lnTo>
                  <a:lnTo>
                    <a:pt x="5822188" y="9055"/>
                  </a:lnTo>
                  <a:lnTo>
                    <a:pt x="5822188" y="0"/>
                  </a:lnTo>
                  <a:close/>
                </a:path>
                <a:path w="6102984" h="2055495">
                  <a:moveTo>
                    <a:pt x="5856770" y="2046363"/>
                  </a:moveTo>
                  <a:lnTo>
                    <a:pt x="5829605" y="2046363"/>
                  </a:lnTo>
                  <a:lnTo>
                    <a:pt x="5829605" y="2055418"/>
                  </a:lnTo>
                  <a:lnTo>
                    <a:pt x="5856770" y="2055418"/>
                  </a:lnTo>
                  <a:lnTo>
                    <a:pt x="5856770" y="2046363"/>
                  </a:lnTo>
                  <a:close/>
                </a:path>
                <a:path w="6102984" h="2055495">
                  <a:moveTo>
                    <a:pt x="5867451" y="0"/>
                  </a:moveTo>
                  <a:lnTo>
                    <a:pt x="5840298" y="0"/>
                  </a:lnTo>
                  <a:lnTo>
                    <a:pt x="5840298" y="9055"/>
                  </a:lnTo>
                  <a:lnTo>
                    <a:pt x="5867451" y="9055"/>
                  </a:lnTo>
                  <a:lnTo>
                    <a:pt x="5867451" y="0"/>
                  </a:lnTo>
                  <a:close/>
                </a:path>
                <a:path w="6102984" h="2055495">
                  <a:moveTo>
                    <a:pt x="5902045" y="2046363"/>
                  </a:moveTo>
                  <a:lnTo>
                    <a:pt x="5874880" y="2046363"/>
                  </a:lnTo>
                  <a:lnTo>
                    <a:pt x="5874880" y="2055418"/>
                  </a:lnTo>
                  <a:lnTo>
                    <a:pt x="5902045" y="2055418"/>
                  </a:lnTo>
                  <a:lnTo>
                    <a:pt x="5902045" y="2046363"/>
                  </a:lnTo>
                  <a:close/>
                </a:path>
                <a:path w="6102984" h="2055495">
                  <a:moveTo>
                    <a:pt x="5912726" y="0"/>
                  </a:moveTo>
                  <a:lnTo>
                    <a:pt x="5885561" y="0"/>
                  </a:lnTo>
                  <a:lnTo>
                    <a:pt x="5885561" y="9055"/>
                  </a:lnTo>
                  <a:lnTo>
                    <a:pt x="5912726" y="9055"/>
                  </a:lnTo>
                  <a:lnTo>
                    <a:pt x="5912726" y="0"/>
                  </a:lnTo>
                  <a:close/>
                </a:path>
                <a:path w="6102984" h="2055495">
                  <a:moveTo>
                    <a:pt x="5947321" y="2046363"/>
                  </a:moveTo>
                  <a:lnTo>
                    <a:pt x="5920156" y="2046363"/>
                  </a:lnTo>
                  <a:lnTo>
                    <a:pt x="5920156" y="2055418"/>
                  </a:lnTo>
                  <a:lnTo>
                    <a:pt x="5947321" y="2055418"/>
                  </a:lnTo>
                  <a:lnTo>
                    <a:pt x="5947321" y="2046363"/>
                  </a:lnTo>
                  <a:close/>
                </a:path>
                <a:path w="6102984" h="2055495">
                  <a:moveTo>
                    <a:pt x="5958002" y="0"/>
                  </a:moveTo>
                  <a:lnTo>
                    <a:pt x="5930836" y="0"/>
                  </a:lnTo>
                  <a:lnTo>
                    <a:pt x="5930836" y="9055"/>
                  </a:lnTo>
                  <a:lnTo>
                    <a:pt x="5958002" y="9055"/>
                  </a:lnTo>
                  <a:lnTo>
                    <a:pt x="5958002" y="0"/>
                  </a:lnTo>
                  <a:close/>
                </a:path>
                <a:path w="6102984" h="2055495">
                  <a:moveTo>
                    <a:pt x="5991847" y="2053082"/>
                  </a:moveTo>
                  <a:lnTo>
                    <a:pt x="5990196" y="2044179"/>
                  </a:lnTo>
                  <a:lnTo>
                    <a:pt x="5979541" y="2045754"/>
                  </a:lnTo>
                  <a:lnTo>
                    <a:pt x="5967057" y="2046363"/>
                  </a:lnTo>
                  <a:lnTo>
                    <a:pt x="5965431" y="2046363"/>
                  </a:lnTo>
                  <a:lnTo>
                    <a:pt x="5965431" y="2055418"/>
                  </a:lnTo>
                  <a:lnTo>
                    <a:pt x="5967057" y="2055418"/>
                  </a:lnTo>
                  <a:lnTo>
                    <a:pt x="5980442" y="2054771"/>
                  </a:lnTo>
                  <a:lnTo>
                    <a:pt x="5991847" y="2053082"/>
                  </a:lnTo>
                  <a:close/>
                </a:path>
                <a:path w="6102984" h="2055495">
                  <a:moveTo>
                    <a:pt x="6002452" y="4813"/>
                  </a:moveTo>
                  <a:lnTo>
                    <a:pt x="5993562" y="2578"/>
                  </a:lnTo>
                  <a:lnTo>
                    <a:pt x="5980442" y="647"/>
                  </a:lnTo>
                  <a:lnTo>
                    <a:pt x="5975693" y="419"/>
                  </a:lnTo>
                  <a:lnTo>
                    <a:pt x="5975121" y="9436"/>
                  </a:lnTo>
                  <a:lnTo>
                    <a:pt x="5979541" y="9652"/>
                  </a:lnTo>
                  <a:lnTo>
                    <a:pt x="5991796" y="11468"/>
                  </a:lnTo>
                  <a:lnTo>
                    <a:pt x="6000089" y="13550"/>
                  </a:lnTo>
                  <a:lnTo>
                    <a:pt x="6002452" y="4813"/>
                  </a:lnTo>
                  <a:close/>
                </a:path>
                <a:path w="6102984" h="2055495">
                  <a:moveTo>
                    <a:pt x="6034773" y="2037194"/>
                  </a:moveTo>
                  <a:lnTo>
                    <a:pt x="6030252" y="2029358"/>
                  </a:lnTo>
                  <a:lnTo>
                    <a:pt x="6026874" y="2031377"/>
                  </a:lnTo>
                  <a:lnTo>
                    <a:pt x="6015571" y="2036711"/>
                  </a:lnTo>
                  <a:lnTo>
                    <a:pt x="6006985" y="2039785"/>
                  </a:lnTo>
                  <a:lnTo>
                    <a:pt x="6009830" y="2048370"/>
                  </a:lnTo>
                  <a:lnTo>
                    <a:pt x="6019038" y="2045081"/>
                  </a:lnTo>
                  <a:lnTo>
                    <a:pt x="6031154" y="2039353"/>
                  </a:lnTo>
                  <a:lnTo>
                    <a:pt x="6034773" y="2037194"/>
                  </a:lnTo>
                  <a:close/>
                </a:path>
                <a:path w="6102984" h="2055495">
                  <a:moveTo>
                    <a:pt x="6043917" y="23888"/>
                  </a:moveTo>
                  <a:lnTo>
                    <a:pt x="6042533" y="22860"/>
                  </a:lnTo>
                  <a:lnTo>
                    <a:pt x="6031154" y="16052"/>
                  </a:lnTo>
                  <a:lnTo>
                    <a:pt x="6020143" y="10858"/>
                  </a:lnTo>
                  <a:lnTo>
                    <a:pt x="6016612" y="19189"/>
                  </a:lnTo>
                  <a:lnTo>
                    <a:pt x="6026874" y="24041"/>
                  </a:lnTo>
                  <a:lnTo>
                    <a:pt x="6037504" y="30391"/>
                  </a:lnTo>
                  <a:lnTo>
                    <a:pt x="6038786" y="31356"/>
                  </a:lnTo>
                  <a:lnTo>
                    <a:pt x="6043917" y="23888"/>
                  </a:lnTo>
                  <a:close/>
                </a:path>
                <a:path w="6102984" h="2055495">
                  <a:moveTo>
                    <a:pt x="6070016" y="2008009"/>
                  </a:moveTo>
                  <a:lnTo>
                    <a:pt x="6063158" y="2002116"/>
                  </a:lnTo>
                  <a:lnTo>
                    <a:pt x="6056693" y="2009228"/>
                  </a:lnTo>
                  <a:lnTo>
                    <a:pt x="6047435" y="2017636"/>
                  </a:lnTo>
                  <a:lnTo>
                    <a:pt x="6044438" y="2019858"/>
                  </a:lnTo>
                  <a:lnTo>
                    <a:pt x="6049962" y="2027021"/>
                  </a:lnTo>
                  <a:lnTo>
                    <a:pt x="6053175" y="2024634"/>
                  </a:lnTo>
                  <a:lnTo>
                    <a:pt x="6063094" y="2015629"/>
                  </a:lnTo>
                  <a:lnTo>
                    <a:pt x="6070016" y="2008009"/>
                  </a:lnTo>
                  <a:close/>
                </a:path>
                <a:path w="6102984" h="2055495">
                  <a:moveTo>
                    <a:pt x="6076734" y="55930"/>
                  </a:moveTo>
                  <a:lnTo>
                    <a:pt x="6072098" y="49695"/>
                  </a:lnTo>
                  <a:lnTo>
                    <a:pt x="6063094" y="39776"/>
                  </a:lnTo>
                  <a:lnTo>
                    <a:pt x="6058268" y="35394"/>
                  </a:lnTo>
                  <a:lnTo>
                    <a:pt x="6052197" y="42100"/>
                  </a:lnTo>
                  <a:lnTo>
                    <a:pt x="6056693" y="46177"/>
                  </a:lnTo>
                  <a:lnTo>
                    <a:pt x="6065101" y="55435"/>
                  </a:lnTo>
                  <a:lnTo>
                    <a:pt x="6069419" y="61264"/>
                  </a:lnTo>
                  <a:lnTo>
                    <a:pt x="6076734" y="55930"/>
                  </a:lnTo>
                  <a:close/>
                </a:path>
                <a:path w="6102984" h="2055495">
                  <a:moveTo>
                    <a:pt x="6093358" y="1969274"/>
                  </a:moveTo>
                  <a:lnTo>
                    <a:pt x="6084938" y="1965972"/>
                  </a:lnTo>
                  <a:lnTo>
                    <a:pt x="6084176" y="1968106"/>
                  </a:lnTo>
                  <a:lnTo>
                    <a:pt x="6078842" y="1979409"/>
                  </a:lnTo>
                  <a:lnTo>
                    <a:pt x="6073457" y="1988400"/>
                  </a:lnTo>
                  <a:lnTo>
                    <a:pt x="6081052" y="1993328"/>
                  </a:lnTo>
                  <a:lnTo>
                    <a:pt x="6086818" y="1983689"/>
                  </a:lnTo>
                  <a:lnTo>
                    <a:pt x="6092545" y="1971573"/>
                  </a:lnTo>
                  <a:lnTo>
                    <a:pt x="6093358" y="1969274"/>
                  </a:lnTo>
                  <a:close/>
                </a:path>
                <a:path w="6102984" h="2055495">
                  <a:moveTo>
                    <a:pt x="6097130" y="96697"/>
                  </a:moveTo>
                  <a:lnTo>
                    <a:pt x="6097067" y="96443"/>
                  </a:lnTo>
                  <a:lnTo>
                    <a:pt x="6092545" y="83845"/>
                  </a:lnTo>
                  <a:lnTo>
                    <a:pt x="6086818" y="71729"/>
                  </a:lnTo>
                  <a:lnTo>
                    <a:pt x="6086564" y="71297"/>
                  </a:lnTo>
                  <a:lnTo>
                    <a:pt x="6078601" y="75603"/>
                  </a:lnTo>
                  <a:lnTo>
                    <a:pt x="6078842" y="75996"/>
                  </a:lnTo>
                  <a:lnTo>
                    <a:pt x="6084176" y="87312"/>
                  </a:lnTo>
                  <a:lnTo>
                    <a:pt x="6088392" y="99072"/>
                  </a:lnTo>
                  <a:lnTo>
                    <a:pt x="6088456" y="99301"/>
                  </a:lnTo>
                  <a:lnTo>
                    <a:pt x="6097130" y="96697"/>
                  </a:lnTo>
                  <a:close/>
                </a:path>
                <a:path w="6102984" h="2055495">
                  <a:moveTo>
                    <a:pt x="6102629" y="1924659"/>
                  </a:moveTo>
                  <a:lnTo>
                    <a:pt x="6093599" y="1924329"/>
                  </a:lnTo>
                  <a:lnTo>
                    <a:pt x="6093218" y="1932076"/>
                  </a:lnTo>
                  <a:lnTo>
                    <a:pt x="6091415" y="1944331"/>
                  </a:lnTo>
                  <a:lnTo>
                    <a:pt x="6090196" y="1949183"/>
                  </a:lnTo>
                  <a:lnTo>
                    <a:pt x="6098984" y="1951291"/>
                  </a:lnTo>
                  <a:lnTo>
                    <a:pt x="6100292" y="1946097"/>
                  </a:lnTo>
                  <a:lnTo>
                    <a:pt x="6102235" y="1932978"/>
                  </a:lnTo>
                  <a:lnTo>
                    <a:pt x="6102629" y="1924659"/>
                  </a:lnTo>
                  <a:close/>
                </a:path>
                <a:path w="6102984" h="2055495">
                  <a:moveTo>
                    <a:pt x="6102883" y="1879663"/>
                  </a:moveTo>
                  <a:lnTo>
                    <a:pt x="6093828" y="1879663"/>
                  </a:lnTo>
                  <a:lnTo>
                    <a:pt x="6093828" y="1906828"/>
                  </a:lnTo>
                  <a:lnTo>
                    <a:pt x="6102883" y="1906828"/>
                  </a:lnTo>
                  <a:lnTo>
                    <a:pt x="6102883" y="1879663"/>
                  </a:lnTo>
                  <a:close/>
                </a:path>
                <a:path w="6102984" h="2055495">
                  <a:moveTo>
                    <a:pt x="6102883" y="1834388"/>
                  </a:moveTo>
                  <a:lnTo>
                    <a:pt x="6093828" y="1834388"/>
                  </a:lnTo>
                  <a:lnTo>
                    <a:pt x="6093828" y="1861553"/>
                  </a:lnTo>
                  <a:lnTo>
                    <a:pt x="6102883" y="1861553"/>
                  </a:lnTo>
                  <a:lnTo>
                    <a:pt x="6102883" y="1834388"/>
                  </a:lnTo>
                  <a:close/>
                </a:path>
                <a:path w="6102984" h="2055495">
                  <a:moveTo>
                    <a:pt x="6102883" y="1789112"/>
                  </a:moveTo>
                  <a:lnTo>
                    <a:pt x="6093828" y="1789112"/>
                  </a:lnTo>
                  <a:lnTo>
                    <a:pt x="6093828" y="1816277"/>
                  </a:lnTo>
                  <a:lnTo>
                    <a:pt x="6102883" y="1816277"/>
                  </a:lnTo>
                  <a:lnTo>
                    <a:pt x="6102883" y="1789112"/>
                  </a:lnTo>
                  <a:close/>
                </a:path>
                <a:path w="6102984" h="2055495">
                  <a:moveTo>
                    <a:pt x="6102883" y="1743837"/>
                  </a:moveTo>
                  <a:lnTo>
                    <a:pt x="6093828" y="1743837"/>
                  </a:lnTo>
                  <a:lnTo>
                    <a:pt x="6093828" y="1771002"/>
                  </a:lnTo>
                  <a:lnTo>
                    <a:pt x="6102883" y="1771002"/>
                  </a:lnTo>
                  <a:lnTo>
                    <a:pt x="6102883" y="1743837"/>
                  </a:lnTo>
                  <a:close/>
                </a:path>
                <a:path w="6102984" h="2055495">
                  <a:moveTo>
                    <a:pt x="6102883" y="1698561"/>
                  </a:moveTo>
                  <a:lnTo>
                    <a:pt x="6093828" y="1698561"/>
                  </a:lnTo>
                  <a:lnTo>
                    <a:pt x="6093828" y="1725726"/>
                  </a:lnTo>
                  <a:lnTo>
                    <a:pt x="6102883" y="1725726"/>
                  </a:lnTo>
                  <a:lnTo>
                    <a:pt x="6102883" y="1698561"/>
                  </a:lnTo>
                  <a:close/>
                </a:path>
                <a:path w="6102984" h="2055495">
                  <a:moveTo>
                    <a:pt x="6102883" y="1653298"/>
                  </a:moveTo>
                  <a:lnTo>
                    <a:pt x="6093828" y="1653298"/>
                  </a:lnTo>
                  <a:lnTo>
                    <a:pt x="6093828" y="1680464"/>
                  </a:lnTo>
                  <a:lnTo>
                    <a:pt x="6102883" y="1680464"/>
                  </a:lnTo>
                  <a:lnTo>
                    <a:pt x="6102883" y="1653298"/>
                  </a:lnTo>
                  <a:close/>
                </a:path>
                <a:path w="6102984" h="2055495">
                  <a:moveTo>
                    <a:pt x="6102883" y="1608023"/>
                  </a:moveTo>
                  <a:lnTo>
                    <a:pt x="6093828" y="1608023"/>
                  </a:lnTo>
                  <a:lnTo>
                    <a:pt x="6093828" y="1635188"/>
                  </a:lnTo>
                  <a:lnTo>
                    <a:pt x="6102883" y="1635188"/>
                  </a:lnTo>
                  <a:lnTo>
                    <a:pt x="6102883" y="1608023"/>
                  </a:lnTo>
                  <a:close/>
                </a:path>
                <a:path w="6102984" h="2055495">
                  <a:moveTo>
                    <a:pt x="6102883" y="1562747"/>
                  </a:moveTo>
                  <a:lnTo>
                    <a:pt x="6093828" y="1562747"/>
                  </a:lnTo>
                  <a:lnTo>
                    <a:pt x="6093828" y="1589913"/>
                  </a:lnTo>
                  <a:lnTo>
                    <a:pt x="6102883" y="1589913"/>
                  </a:lnTo>
                  <a:lnTo>
                    <a:pt x="6102883" y="1562747"/>
                  </a:lnTo>
                  <a:close/>
                </a:path>
                <a:path w="6102984" h="2055495">
                  <a:moveTo>
                    <a:pt x="6102883" y="1517472"/>
                  </a:moveTo>
                  <a:lnTo>
                    <a:pt x="6093828" y="1517472"/>
                  </a:lnTo>
                  <a:lnTo>
                    <a:pt x="6093828" y="1544637"/>
                  </a:lnTo>
                  <a:lnTo>
                    <a:pt x="6102883" y="1544637"/>
                  </a:lnTo>
                  <a:lnTo>
                    <a:pt x="6102883" y="1517472"/>
                  </a:lnTo>
                  <a:close/>
                </a:path>
                <a:path w="6102984" h="2055495">
                  <a:moveTo>
                    <a:pt x="6102883" y="1472196"/>
                  </a:moveTo>
                  <a:lnTo>
                    <a:pt x="6093828" y="1472196"/>
                  </a:lnTo>
                  <a:lnTo>
                    <a:pt x="6093828" y="1499362"/>
                  </a:lnTo>
                  <a:lnTo>
                    <a:pt x="6102883" y="1499362"/>
                  </a:lnTo>
                  <a:lnTo>
                    <a:pt x="6102883" y="1472196"/>
                  </a:lnTo>
                  <a:close/>
                </a:path>
                <a:path w="6102984" h="2055495">
                  <a:moveTo>
                    <a:pt x="6102883" y="1426921"/>
                  </a:moveTo>
                  <a:lnTo>
                    <a:pt x="6093828" y="1426921"/>
                  </a:lnTo>
                  <a:lnTo>
                    <a:pt x="6093828" y="1454086"/>
                  </a:lnTo>
                  <a:lnTo>
                    <a:pt x="6102883" y="1454086"/>
                  </a:lnTo>
                  <a:lnTo>
                    <a:pt x="6102883" y="1426921"/>
                  </a:lnTo>
                  <a:close/>
                </a:path>
                <a:path w="6102984" h="2055495">
                  <a:moveTo>
                    <a:pt x="6102883" y="1381658"/>
                  </a:moveTo>
                  <a:lnTo>
                    <a:pt x="6093828" y="1381658"/>
                  </a:lnTo>
                  <a:lnTo>
                    <a:pt x="6093828" y="1408811"/>
                  </a:lnTo>
                  <a:lnTo>
                    <a:pt x="6102883" y="1408811"/>
                  </a:lnTo>
                  <a:lnTo>
                    <a:pt x="6102883" y="1381658"/>
                  </a:lnTo>
                  <a:close/>
                </a:path>
                <a:path w="6102984" h="2055495">
                  <a:moveTo>
                    <a:pt x="6102883" y="1336382"/>
                  </a:moveTo>
                  <a:lnTo>
                    <a:pt x="6093828" y="1336382"/>
                  </a:lnTo>
                  <a:lnTo>
                    <a:pt x="6093828" y="1363548"/>
                  </a:lnTo>
                  <a:lnTo>
                    <a:pt x="6102883" y="1363548"/>
                  </a:lnTo>
                  <a:lnTo>
                    <a:pt x="6102883" y="1336382"/>
                  </a:lnTo>
                  <a:close/>
                </a:path>
                <a:path w="6102984" h="2055495">
                  <a:moveTo>
                    <a:pt x="6102883" y="1291107"/>
                  </a:moveTo>
                  <a:lnTo>
                    <a:pt x="6093828" y="1291107"/>
                  </a:lnTo>
                  <a:lnTo>
                    <a:pt x="6093828" y="1318272"/>
                  </a:lnTo>
                  <a:lnTo>
                    <a:pt x="6102883" y="1318272"/>
                  </a:lnTo>
                  <a:lnTo>
                    <a:pt x="6102883" y="1291107"/>
                  </a:lnTo>
                  <a:close/>
                </a:path>
                <a:path w="6102984" h="2055495">
                  <a:moveTo>
                    <a:pt x="6102883" y="1245831"/>
                  </a:moveTo>
                  <a:lnTo>
                    <a:pt x="6093828" y="1245831"/>
                  </a:lnTo>
                  <a:lnTo>
                    <a:pt x="6093828" y="1272997"/>
                  </a:lnTo>
                  <a:lnTo>
                    <a:pt x="6102883" y="1272997"/>
                  </a:lnTo>
                  <a:lnTo>
                    <a:pt x="6102883" y="1245831"/>
                  </a:lnTo>
                  <a:close/>
                </a:path>
                <a:path w="6102984" h="2055495">
                  <a:moveTo>
                    <a:pt x="6102883" y="1200556"/>
                  </a:moveTo>
                  <a:lnTo>
                    <a:pt x="6093828" y="1200556"/>
                  </a:lnTo>
                  <a:lnTo>
                    <a:pt x="6093828" y="1227721"/>
                  </a:lnTo>
                  <a:lnTo>
                    <a:pt x="6102883" y="1227721"/>
                  </a:lnTo>
                  <a:lnTo>
                    <a:pt x="6102883" y="1200556"/>
                  </a:lnTo>
                  <a:close/>
                </a:path>
                <a:path w="6102984" h="2055495">
                  <a:moveTo>
                    <a:pt x="6102883" y="1155280"/>
                  </a:moveTo>
                  <a:lnTo>
                    <a:pt x="6093828" y="1155280"/>
                  </a:lnTo>
                  <a:lnTo>
                    <a:pt x="6093828" y="1182446"/>
                  </a:lnTo>
                  <a:lnTo>
                    <a:pt x="6102883" y="1182446"/>
                  </a:lnTo>
                  <a:lnTo>
                    <a:pt x="6102883" y="1155280"/>
                  </a:lnTo>
                  <a:close/>
                </a:path>
                <a:path w="6102984" h="2055495">
                  <a:moveTo>
                    <a:pt x="6102883" y="1110005"/>
                  </a:moveTo>
                  <a:lnTo>
                    <a:pt x="6093828" y="1110005"/>
                  </a:lnTo>
                  <a:lnTo>
                    <a:pt x="6093828" y="1137170"/>
                  </a:lnTo>
                  <a:lnTo>
                    <a:pt x="6102883" y="1137170"/>
                  </a:lnTo>
                  <a:lnTo>
                    <a:pt x="6102883" y="1110005"/>
                  </a:lnTo>
                  <a:close/>
                </a:path>
                <a:path w="6102984" h="2055495">
                  <a:moveTo>
                    <a:pt x="6102883" y="1064742"/>
                  </a:moveTo>
                  <a:lnTo>
                    <a:pt x="6093828" y="1064742"/>
                  </a:lnTo>
                  <a:lnTo>
                    <a:pt x="6093828" y="1091895"/>
                  </a:lnTo>
                  <a:lnTo>
                    <a:pt x="6102883" y="1091895"/>
                  </a:lnTo>
                  <a:lnTo>
                    <a:pt x="6102883" y="1064742"/>
                  </a:lnTo>
                  <a:close/>
                </a:path>
                <a:path w="6102984" h="2055495">
                  <a:moveTo>
                    <a:pt x="6102883" y="1019467"/>
                  </a:moveTo>
                  <a:lnTo>
                    <a:pt x="6093828" y="1019467"/>
                  </a:lnTo>
                  <a:lnTo>
                    <a:pt x="6093828" y="1046632"/>
                  </a:lnTo>
                  <a:lnTo>
                    <a:pt x="6102883" y="1046632"/>
                  </a:lnTo>
                  <a:lnTo>
                    <a:pt x="6102883" y="1019467"/>
                  </a:lnTo>
                  <a:close/>
                </a:path>
                <a:path w="6102984" h="2055495">
                  <a:moveTo>
                    <a:pt x="6102883" y="974191"/>
                  </a:moveTo>
                  <a:lnTo>
                    <a:pt x="6093828" y="974191"/>
                  </a:lnTo>
                  <a:lnTo>
                    <a:pt x="6093828" y="1001356"/>
                  </a:lnTo>
                  <a:lnTo>
                    <a:pt x="6102883" y="1001356"/>
                  </a:lnTo>
                  <a:lnTo>
                    <a:pt x="6102883" y="974191"/>
                  </a:lnTo>
                  <a:close/>
                </a:path>
                <a:path w="6102984" h="2055495">
                  <a:moveTo>
                    <a:pt x="6102883" y="928916"/>
                  </a:moveTo>
                  <a:lnTo>
                    <a:pt x="6093828" y="928916"/>
                  </a:lnTo>
                  <a:lnTo>
                    <a:pt x="6093828" y="956081"/>
                  </a:lnTo>
                  <a:lnTo>
                    <a:pt x="6102883" y="956081"/>
                  </a:lnTo>
                  <a:lnTo>
                    <a:pt x="6102883" y="928916"/>
                  </a:lnTo>
                  <a:close/>
                </a:path>
                <a:path w="6102984" h="2055495">
                  <a:moveTo>
                    <a:pt x="6102883" y="883640"/>
                  </a:moveTo>
                  <a:lnTo>
                    <a:pt x="6093828" y="883640"/>
                  </a:lnTo>
                  <a:lnTo>
                    <a:pt x="6093828" y="910805"/>
                  </a:lnTo>
                  <a:lnTo>
                    <a:pt x="6102883" y="910805"/>
                  </a:lnTo>
                  <a:lnTo>
                    <a:pt x="6102883" y="883640"/>
                  </a:lnTo>
                  <a:close/>
                </a:path>
                <a:path w="6102984" h="2055495">
                  <a:moveTo>
                    <a:pt x="6102883" y="838365"/>
                  </a:moveTo>
                  <a:lnTo>
                    <a:pt x="6093828" y="838365"/>
                  </a:lnTo>
                  <a:lnTo>
                    <a:pt x="6093828" y="865530"/>
                  </a:lnTo>
                  <a:lnTo>
                    <a:pt x="6102883" y="865530"/>
                  </a:lnTo>
                  <a:lnTo>
                    <a:pt x="6102883" y="838365"/>
                  </a:lnTo>
                  <a:close/>
                </a:path>
                <a:path w="6102984" h="2055495">
                  <a:moveTo>
                    <a:pt x="6102883" y="793102"/>
                  </a:moveTo>
                  <a:lnTo>
                    <a:pt x="6093828" y="793102"/>
                  </a:lnTo>
                  <a:lnTo>
                    <a:pt x="6093828" y="820254"/>
                  </a:lnTo>
                  <a:lnTo>
                    <a:pt x="6102883" y="820254"/>
                  </a:lnTo>
                  <a:lnTo>
                    <a:pt x="6102883" y="793102"/>
                  </a:lnTo>
                  <a:close/>
                </a:path>
                <a:path w="6102984" h="2055495">
                  <a:moveTo>
                    <a:pt x="6102883" y="747826"/>
                  </a:moveTo>
                  <a:lnTo>
                    <a:pt x="6093828" y="747826"/>
                  </a:lnTo>
                  <a:lnTo>
                    <a:pt x="6093828" y="774992"/>
                  </a:lnTo>
                  <a:lnTo>
                    <a:pt x="6102883" y="774992"/>
                  </a:lnTo>
                  <a:lnTo>
                    <a:pt x="6102883" y="747826"/>
                  </a:lnTo>
                  <a:close/>
                </a:path>
                <a:path w="6102984" h="2055495">
                  <a:moveTo>
                    <a:pt x="6102883" y="702551"/>
                  </a:moveTo>
                  <a:lnTo>
                    <a:pt x="6093828" y="702551"/>
                  </a:lnTo>
                  <a:lnTo>
                    <a:pt x="6093828" y="729716"/>
                  </a:lnTo>
                  <a:lnTo>
                    <a:pt x="6102883" y="729716"/>
                  </a:lnTo>
                  <a:lnTo>
                    <a:pt x="6102883" y="702551"/>
                  </a:lnTo>
                  <a:close/>
                </a:path>
                <a:path w="6102984" h="2055495">
                  <a:moveTo>
                    <a:pt x="6102883" y="657275"/>
                  </a:moveTo>
                  <a:lnTo>
                    <a:pt x="6093828" y="657275"/>
                  </a:lnTo>
                  <a:lnTo>
                    <a:pt x="6093828" y="684441"/>
                  </a:lnTo>
                  <a:lnTo>
                    <a:pt x="6102883" y="684441"/>
                  </a:lnTo>
                  <a:lnTo>
                    <a:pt x="6102883" y="657275"/>
                  </a:lnTo>
                  <a:close/>
                </a:path>
                <a:path w="6102984" h="2055495">
                  <a:moveTo>
                    <a:pt x="6102883" y="612000"/>
                  </a:moveTo>
                  <a:lnTo>
                    <a:pt x="6093828" y="612000"/>
                  </a:lnTo>
                  <a:lnTo>
                    <a:pt x="6093828" y="639165"/>
                  </a:lnTo>
                  <a:lnTo>
                    <a:pt x="6102883" y="639165"/>
                  </a:lnTo>
                  <a:lnTo>
                    <a:pt x="6102883" y="612000"/>
                  </a:lnTo>
                  <a:close/>
                </a:path>
                <a:path w="6102984" h="2055495">
                  <a:moveTo>
                    <a:pt x="6102883" y="566724"/>
                  </a:moveTo>
                  <a:lnTo>
                    <a:pt x="6093828" y="566724"/>
                  </a:lnTo>
                  <a:lnTo>
                    <a:pt x="6093828" y="593890"/>
                  </a:lnTo>
                  <a:lnTo>
                    <a:pt x="6102883" y="593890"/>
                  </a:lnTo>
                  <a:lnTo>
                    <a:pt x="6102883" y="566724"/>
                  </a:lnTo>
                  <a:close/>
                </a:path>
                <a:path w="6102984" h="2055495">
                  <a:moveTo>
                    <a:pt x="6102883" y="521449"/>
                  </a:moveTo>
                  <a:lnTo>
                    <a:pt x="6093828" y="521449"/>
                  </a:lnTo>
                  <a:lnTo>
                    <a:pt x="6093828" y="548614"/>
                  </a:lnTo>
                  <a:lnTo>
                    <a:pt x="6102883" y="548614"/>
                  </a:lnTo>
                  <a:lnTo>
                    <a:pt x="6102883" y="521449"/>
                  </a:lnTo>
                  <a:close/>
                </a:path>
                <a:path w="6102984" h="2055495">
                  <a:moveTo>
                    <a:pt x="6102883" y="476186"/>
                  </a:moveTo>
                  <a:lnTo>
                    <a:pt x="6093828" y="476186"/>
                  </a:lnTo>
                  <a:lnTo>
                    <a:pt x="6093828" y="503339"/>
                  </a:lnTo>
                  <a:lnTo>
                    <a:pt x="6102883" y="503339"/>
                  </a:lnTo>
                  <a:lnTo>
                    <a:pt x="6102883" y="476186"/>
                  </a:lnTo>
                  <a:close/>
                </a:path>
                <a:path w="6102984" h="2055495">
                  <a:moveTo>
                    <a:pt x="6102883" y="430911"/>
                  </a:moveTo>
                  <a:lnTo>
                    <a:pt x="6093828" y="430911"/>
                  </a:lnTo>
                  <a:lnTo>
                    <a:pt x="6093828" y="458076"/>
                  </a:lnTo>
                  <a:lnTo>
                    <a:pt x="6102883" y="458076"/>
                  </a:lnTo>
                  <a:lnTo>
                    <a:pt x="6102883" y="430911"/>
                  </a:lnTo>
                  <a:close/>
                </a:path>
                <a:path w="6102984" h="2055495">
                  <a:moveTo>
                    <a:pt x="6102883" y="385635"/>
                  </a:moveTo>
                  <a:lnTo>
                    <a:pt x="6093828" y="385635"/>
                  </a:lnTo>
                  <a:lnTo>
                    <a:pt x="6093828" y="412800"/>
                  </a:lnTo>
                  <a:lnTo>
                    <a:pt x="6102883" y="412800"/>
                  </a:lnTo>
                  <a:lnTo>
                    <a:pt x="6102883" y="385635"/>
                  </a:lnTo>
                  <a:close/>
                </a:path>
                <a:path w="6102984" h="2055495">
                  <a:moveTo>
                    <a:pt x="6102883" y="340360"/>
                  </a:moveTo>
                  <a:lnTo>
                    <a:pt x="6093828" y="340360"/>
                  </a:lnTo>
                  <a:lnTo>
                    <a:pt x="6093828" y="367525"/>
                  </a:lnTo>
                  <a:lnTo>
                    <a:pt x="6102883" y="367525"/>
                  </a:lnTo>
                  <a:lnTo>
                    <a:pt x="6102883" y="340360"/>
                  </a:lnTo>
                  <a:close/>
                </a:path>
                <a:path w="6102984" h="2055495">
                  <a:moveTo>
                    <a:pt x="6102883" y="295084"/>
                  </a:moveTo>
                  <a:lnTo>
                    <a:pt x="6093828" y="295084"/>
                  </a:lnTo>
                  <a:lnTo>
                    <a:pt x="6093828" y="322249"/>
                  </a:lnTo>
                  <a:lnTo>
                    <a:pt x="6102883" y="322249"/>
                  </a:lnTo>
                  <a:lnTo>
                    <a:pt x="6102883" y="295084"/>
                  </a:lnTo>
                  <a:close/>
                </a:path>
                <a:path w="6102984" h="2055495">
                  <a:moveTo>
                    <a:pt x="6102883" y="249809"/>
                  </a:moveTo>
                  <a:lnTo>
                    <a:pt x="6093828" y="249809"/>
                  </a:lnTo>
                  <a:lnTo>
                    <a:pt x="6093828" y="276974"/>
                  </a:lnTo>
                  <a:lnTo>
                    <a:pt x="6102883" y="276974"/>
                  </a:lnTo>
                  <a:lnTo>
                    <a:pt x="6102883" y="249809"/>
                  </a:lnTo>
                  <a:close/>
                </a:path>
                <a:path w="6102984" h="2055495">
                  <a:moveTo>
                    <a:pt x="6102883" y="204533"/>
                  </a:moveTo>
                  <a:lnTo>
                    <a:pt x="6093828" y="204533"/>
                  </a:lnTo>
                  <a:lnTo>
                    <a:pt x="6093828" y="231698"/>
                  </a:lnTo>
                  <a:lnTo>
                    <a:pt x="6102883" y="231698"/>
                  </a:lnTo>
                  <a:lnTo>
                    <a:pt x="6102883" y="204533"/>
                  </a:lnTo>
                  <a:close/>
                </a:path>
                <a:path w="6102984" h="2055495">
                  <a:moveTo>
                    <a:pt x="6102883" y="159270"/>
                  </a:moveTo>
                  <a:lnTo>
                    <a:pt x="6093828" y="159270"/>
                  </a:lnTo>
                  <a:lnTo>
                    <a:pt x="6093828" y="186436"/>
                  </a:lnTo>
                  <a:lnTo>
                    <a:pt x="6102883" y="186436"/>
                  </a:lnTo>
                  <a:lnTo>
                    <a:pt x="6102883" y="159270"/>
                  </a:lnTo>
                  <a:close/>
                </a:path>
                <a:path w="6102984" h="2055495">
                  <a:moveTo>
                    <a:pt x="6102883" y="135813"/>
                  </a:moveTo>
                  <a:lnTo>
                    <a:pt x="6102235" y="122440"/>
                  </a:lnTo>
                  <a:lnTo>
                    <a:pt x="6101092" y="114706"/>
                  </a:lnTo>
                  <a:lnTo>
                    <a:pt x="6092152" y="116116"/>
                  </a:lnTo>
                  <a:lnTo>
                    <a:pt x="6093218" y="123329"/>
                  </a:lnTo>
                  <a:lnTo>
                    <a:pt x="6093828" y="135813"/>
                  </a:lnTo>
                  <a:lnTo>
                    <a:pt x="6093828" y="141160"/>
                  </a:lnTo>
                  <a:lnTo>
                    <a:pt x="6102883" y="141160"/>
                  </a:lnTo>
                  <a:lnTo>
                    <a:pt x="6102883" y="135813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31" name="object 31">
            <a:extLst>
              <a:ext uri="{FF2B5EF4-FFF2-40B4-BE49-F238E27FC236}">
                <a16:creationId xmlns:a16="http://schemas.microsoft.com/office/drawing/2014/main" id="{F411CD0F-0745-4639-AD6F-3953B045921B}"/>
              </a:ext>
            </a:extLst>
          </p:cNvPr>
          <p:cNvSpPr txBox="1"/>
          <p:nvPr/>
        </p:nvSpPr>
        <p:spPr>
          <a:xfrm>
            <a:off x="596967" y="6434633"/>
            <a:ext cx="5647689" cy="39741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比賽的心得</a:t>
            </a:r>
          </a:p>
        </p:txBody>
      </p:sp>
    </p:spTree>
    <p:extLst>
      <p:ext uri="{BB962C8B-B14F-4D97-AF65-F5344CB8AC3E}">
        <p14:creationId xmlns:p14="http://schemas.microsoft.com/office/powerpoint/2010/main" val="2352561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BA0647-F903-4400-9730-C56E7B6931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8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5" name="object 16">
            <a:extLst>
              <a:ext uri="{FF2B5EF4-FFF2-40B4-BE49-F238E27FC236}">
                <a16:creationId xmlns:a16="http://schemas.microsoft.com/office/drawing/2014/main" id="{B3D5595C-803D-4389-B93F-FEE7CAF6430E}"/>
              </a:ext>
            </a:extLst>
          </p:cNvPr>
          <p:cNvSpPr txBox="1"/>
          <p:nvPr/>
        </p:nvSpPr>
        <p:spPr>
          <a:xfrm>
            <a:off x="372658" y="900166"/>
            <a:ext cx="6202665" cy="7219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38150" algn="l"/>
              </a:tabLst>
            </a:pPr>
            <a:r>
              <a:rPr lang="zh-TW" altLang="en-US" sz="20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專題</a:t>
            </a:r>
            <a:r>
              <a:rPr sz="2250" b="1" spc="30" dirty="0" err="1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研發</a:t>
            </a:r>
            <a:r>
              <a:rPr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：</a:t>
            </a:r>
            <a:r>
              <a:rPr lang="zh-TW" altLang="en-US"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餘熱回收與再生應⽤加熱爐</a:t>
            </a:r>
          </a:p>
          <a:p>
            <a:pPr marL="12700">
              <a:spcBef>
                <a:spcPts val="130"/>
              </a:spcBef>
              <a:tabLst>
                <a:tab pos="438150" algn="l"/>
              </a:tabLst>
            </a:pP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6" name="object 17">
            <a:extLst>
              <a:ext uri="{FF2B5EF4-FFF2-40B4-BE49-F238E27FC236}">
                <a16:creationId xmlns:a16="http://schemas.microsoft.com/office/drawing/2014/main" id="{035970AA-FD01-44CD-8423-A25FD4F5CF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18185" y="1447800"/>
            <a:ext cx="1774723" cy="18109"/>
          </a:xfrm>
          <a:prstGeom prst="rect">
            <a:avLst/>
          </a:prstGeom>
        </p:spPr>
      </p:pic>
      <p:sp>
        <p:nvSpPr>
          <p:cNvPr id="7" name="object 18">
            <a:extLst>
              <a:ext uri="{FF2B5EF4-FFF2-40B4-BE49-F238E27FC236}">
                <a16:creationId xmlns:a16="http://schemas.microsoft.com/office/drawing/2014/main" id="{109754E8-DE2F-49C8-A07B-ADCEBE0F858B}"/>
              </a:ext>
            </a:extLst>
          </p:cNvPr>
          <p:cNvSpPr txBox="1"/>
          <p:nvPr/>
        </p:nvSpPr>
        <p:spPr>
          <a:xfrm>
            <a:off x="440602" y="1625513"/>
            <a:ext cx="5731598" cy="21437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800"/>
              </a:lnSpc>
              <a:spcBef>
                <a:spcPts val="100"/>
              </a:spcBef>
            </a:pPr>
            <a:r>
              <a:rPr lang="zh-TW" altLang="en-US" sz="1150" spc="-10" dirty="0">
                <a:solidFill>
                  <a:srgbClr val="1D293B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在日益升高的電費中，有許多器具會產生廢熱，傳統冰箱的廢熱多以對流與傳導的方式排放至環境中，長期被視為無用。但這些熱能實際上穩定且持續，為了將廢熱加以利用，我們將這項裝置融入到冷媒循環系統裡，回收這些熱來達到加熱的效果，以達到節能省電的效果。</a:t>
            </a:r>
            <a:endParaRPr lang="en-US" altLang="zh-TW" sz="1150" spc="-10" dirty="0">
              <a:solidFill>
                <a:srgbClr val="1D293B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lnSpc>
                <a:spcPct val="149800"/>
              </a:lnSpc>
              <a:spcBef>
                <a:spcPts val="100"/>
              </a:spcBef>
            </a:pPr>
            <a:endParaRPr lang="en-US" altLang="zh-TW" sz="1150" spc="-10" dirty="0">
              <a:solidFill>
                <a:srgbClr val="1D293B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lnSpc>
                <a:spcPct val="149800"/>
              </a:lnSpc>
              <a:spcBef>
                <a:spcPts val="100"/>
              </a:spcBef>
            </a:pPr>
            <a:r>
              <a:rPr lang="zh-TW" altLang="en-US" sz="1150" dirty="0"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我們希望將冰箱運作時產生的冷凝器的廢熱做為加熱爐的熱源，透過程式和繼電器控制外加的盤管在冷媒循環系統中回收熱能，若能有效利用，不僅可減少浪費能源，還能提升能源效率，朝向節能減碳的目標邁進。</a:t>
            </a:r>
          </a:p>
        </p:txBody>
      </p:sp>
      <p:grpSp>
        <p:nvGrpSpPr>
          <p:cNvPr id="9" name="object 20">
            <a:extLst>
              <a:ext uri="{FF2B5EF4-FFF2-40B4-BE49-F238E27FC236}">
                <a16:creationId xmlns:a16="http://schemas.microsoft.com/office/drawing/2014/main" id="{4D1E0591-4A9E-47A3-A6BF-F95DBFE2609A}"/>
              </a:ext>
            </a:extLst>
          </p:cNvPr>
          <p:cNvGrpSpPr/>
          <p:nvPr/>
        </p:nvGrpSpPr>
        <p:grpSpPr>
          <a:xfrm>
            <a:off x="440602" y="4111709"/>
            <a:ext cx="2782451" cy="2361676"/>
            <a:chOff x="5088509" y="4001946"/>
            <a:chExt cx="1748155" cy="1630045"/>
          </a:xfrm>
        </p:grpSpPr>
        <p:sp>
          <p:nvSpPr>
            <p:cNvPr id="10" name="object 21">
              <a:extLst>
                <a:ext uri="{FF2B5EF4-FFF2-40B4-BE49-F238E27FC236}">
                  <a16:creationId xmlns:a16="http://schemas.microsoft.com/office/drawing/2014/main" id="{2F54690A-FB59-4D14-944A-B2A36BE6F848}"/>
                </a:ext>
              </a:extLst>
            </p:cNvPr>
            <p:cNvSpPr/>
            <p:nvPr/>
          </p:nvSpPr>
          <p:spPr>
            <a:xfrm>
              <a:off x="5088510" y="4001946"/>
              <a:ext cx="1748155" cy="1630045"/>
            </a:xfrm>
            <a:custGeom>
              <a:avLst/>
              <a:gdLst/>
              <a:ahLst/>
              <a:cxnLst/>
              <a:rect l="l" t="t" r="r" b="b"/>
              <a:pathLst>
                <a:path w="1748154" h="1630045">
                  <a:moveTo>
                    <a:pt x="1638902" y="1629846"/>
                  </a:moveTo>
                  <a:lnTo>
                    <a:pt x="108656" y="1629846"/>
                  </a:lnTo>
                  <a:lnTo>
                    <a:pt x="97952" y="1629329"/>
                  </a:lnTo>
                  <a:lnTo>
                    <a:pt x="57383" y="1617000"/>
                  </a:lnTo>
                  <a:lnTo>
                    <a:pt x="24620" y="1590087"/>
                  </a:lnTo>
                  <a:lnTo>
                    <a:pt x="4651" y="1552683"/>
                  </a:lnTo>
                  <a:lnTo>
                    <a:pt x="0" y="1521195"/>
                  </a:lnTo>
                  <a:lnTo>
                    <a:pt x="0" y="108651"/>
                  </a:lnTo>
                  <a:lnTo>
                    <a:pt x="8269" y="67074"/>
                  </a:lnTo>
                  <a:lnTo>
                    <a:pt x="31824" y="31824"/>
                  </a:lnTo>
                  <a:lnTo>
                    <a:pt x="67074" y="8270"/>
                  </a:lnTo>
                  <a:lnTo>
                    <a:pt x="108656" y="0"/>
                  </a:lnTo>
                  <a:lnTo>
                    <a:pt x="1638902" y="0"/>
                  </a:lnTo>
                  <a:lnTo>
                    <a:pt x="1680482" y="8270"/>
                  </a:lnTo>
                  <a:lnTo>
                    <a:pt x="1715733" y="31824"/>
                  </a:lnTo>
                  <a:lnTo>
                    <a:pt x="1739287" y="67074"/>
                  </a:lnTo>
                  <a:lnTo>
                    <a:pt x="1747559" y="108651"/>
                  </a:lnTo>
                  <a:lnTo>
                    <a:pt x="1747559" y="1521195"/>
                  </a:lnTo>
                  <a:lnTo>
                    <a:pt x="1739287" y="1562770"/>
                  </a:lnTo>
                  <a:lnTo>
                    <a:pt x="1715733" y="1598021"/>
                  </a:lnTo>
                  <a:lnTo>
                    <a:pt x="1680482" y="1621574"/>
                  </a:lnTo>
                  <a:lnTo>
                    <a:pt x="1638902" y="162984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C18560FF-9747-4736-84DD-27454948F590}"/>
                </a:ext>
              </a:extLst>
            </p:cNvPr>
            <p:cNvSpPr/>
            <p:nvPr/>
          </p:nvSpPr>
          <p:spPr>
            <a:xfrm>
              <a:off x="5088509" y="4001947"/>
              <a:ext cx="1748155" cy="1630045"/>
            </a:xfrm>
            <a:custGeom>
              <a:avLst/>
              <a:gdLst/>
              <a:ahLst/>
              <a:cxnLst/>
              <a:rect l="l" t="t" r="r" b="b"/>
              <a:pathLst>
                <a:path w="1748154" h="1630045">
                  <a:moveTo>
                    <a:pt x="18110" y="1439976"/>
                  </a:moveTo>
                  <a:lnTo>
                    <a:pt x="0" y="1439976"/>
                  </a:lnTo>
                  <a:lnTo>
                    <a:pt x="0" y="1494307"/>
                  </a:lnTo>
                  <a:lnTo>
                    <a:pt x="18110" y="1494307"/>
                  </a:lnTo>
                  <a:lnTo>
                    <a:pt x="18110" y="1439976"/>
                  </a:lnTo>
                  <a:close/>
                </a:path>
                <a:path w="1748154" h="1630045">
                  <a:moveTo>
                    <a:pt x="18110" y="1349679"/>
                  </a:moveTo>
                  <a:lnTo>
                    <a:pt x="0" y="1349679"/>
                  </a:lnTo>
                  <a:lnTo>
                    <a:pt x="0" y="1404010"/>
                  </a:lnTo>
                  <a:lnTo>
                    <a:pt x="18110" y="1404010"/>
                  </a:lnTo>
                  <a:lnTo>
                    <a:pt x="18110" y="1349679"/>
                  </a:lnTo>
                  <a:close/>
                </a:path>
                <a:path w="1748154" h="1630045">
                  <a:moveTo>
                    <a:pt x="18110" y="1259382"/>
                  </a:moveTo>
                  <a:lnTo>
                    <a:pt x="0" y="1259382"/>
                  </a:lnTo>
                  <a:lnTo>
                    <a:pt x="0" y="1313713"/>
                  </a:lnTo>
                  <a:lnTo>
                    <a:pt x="18110" y="1313713"/>
                  </a:lnTo>
                  <a:lnTo>
                    <a:pt x="18110" y="1259382"/>
                  </a:lnTo>
                  <a:close/>
                </a:path>
                <a:path w="1748154" h="1630045">
                  <a:moveTo>
                    <a:pt x="18110" y="1169085"/>
                  </a:moveTo>
                  <a:lnTo>
                    <a:pt x="0" y="1169085"/>
                  </a:lnTo>
                  <a:lnTo>
                    <a:pt x="0" y="1223416"/>
                  </a:lnTo>
                  <a:lnTo>
                    <a:pt x="18110" y="1223416"/>
                  </a:lnTo>
                  <a:lnTo>
                    <a:pt x="18110" y="1169085"/>
                  </a:lnTo>
                  <a:close/>
                </a:path>
                <a:path w="1748154" h="1630045">
                  <a:moveTo>
                    <a:pt x="18110" y="1078788"/>
                  </a:moveTo>
                  <a:lnTo>
                    <a:pt x="0" y="1078788"/>
                  </a:lnTo>
                  <a:lnTo>
                    <a:pt x="0" y="1133119"/>
                  </a:lnTo>
                  <a:lnTo>
                    <a:pt x="18110" y="1133119"/>
                  </a:lnTo>
                  <a:lnTo>
                    <a:pt x="18110" y="1078788"/>
                  </a:lnTo>
                  <a:close/>
                </a:path>
                <a:path w="1748154" h="1630045">
                  <a:moveTo>
                    <a:pt x="18110" y="988504"/>
                  </a:moveTo>
                  <a:lnTo>
                    <a:pt x="0" y="988504"/>
                  </a:lnTo>
                  <a:lnTo>
                    <a:pt x="0" y="1042822"/>
                  </a:lnTo>
                  <a:lnTo>
                    <a:pt x="18110" y="1042822"/>
                  </a:lnTo>
                  <a:lnTo>
                    <a:pt x="18110" y="988504"/>
                  </a:lnTo>
                  <a:close/>
                </a:path>
                <a:path w="1748154" h="1630045">
                  <a:moveTo>
                    <a:pt x="18110" y="898194"/>
                  </a:moveTo>
                  <a:lnTo>
                    <a:pt x="0" y="898194"/>
                  </a:lnTo>
                  <a:lnTo>
                    <a:pt x="0" y="952525"/>
                  </a:lnTo>
                  <a:lnTo>
                    <a:pt x="18110" y="952525"/>
                  </a:lnTo>
                  <a:lnTo>
                    <a:pt x="18110" y="898194"/>
                  </a:lnTo>
                  <a:close/>
                </a:path>
                <a:path w="1748154" h="1630045">
                  <a:moveTo>
                    <a:pt x="18110" y="807897"/>
                  </a:moveTo>
                  <a:lnTo>
                    <a:pt x="0" y="807897"/>
                  </a:lnTo>
                  <a:lnTo>
                    <a:pt x="0" y="862228"/>
                  </a:lnTo>
                  <a:lnTo>
                    <a:pt x="18110" y="862228"/>
                  </a:lnTo>
                  <a:lnTo>
                    <a:pt x="18110" y="807897"/>
                  </a:lnTo>
                  <a:close/>
                </a:path>
                <a:path w="1748154" h="1630045">
                  <a:moveTo>
                    <a:pt x="18110" y="717613"/>
                  </a:moveTo>
                  <a:lnTo>
                    <a:pt x="0" y="717613"/>
                  </a:lnTo>
                  <a:lnTo>
                    <a:pt x="0" y="771931"/>
                  </a:lnTo>
                  <a:lnTo>
                    <a:pt x="18110" y="771931"/>
                  </a:lnTo>
                  <a:lnTo>
                    <a:pt x="18110" y="717613"/>
                  </a:lnTo>
                  <a:close/>
                </a:path>
                <a:path w="1748154" h="1630045">
                  <a:moveTo>
                    <a:pt x="18110" y="627316"/>
                  </a:moveTo>
                  <a:lnTo>
                    <a:pt x="0" y="627316"/>
                  </a:lnTo>
                  <a:lnTo>
                    <a:pt x="0" y="681647"/>
                  </a:lnTo>
                  <a:lnTo>
                    <a:pt x="18110" y="681647"/>
                  </a:lnTo>
                  <a:lnTo>
                    <a:pt x="18110" y="627316"/>
                  </a:lnTo>
                  <a:close/>
                </a:path>
                <a:path w="1748154" h="1630045">
                  <a:moveTo>
                    <a:pt x="18110" y="537019"/>
                  </a:moveTo>
                  <a:lnTo>
                    <a:pt x="0" y="537019"/>
                  </a:lnTo>
                  <a:lnTo>
                    <a:pt x="0" y="591350"/>
                  </a:lnTo>
                  <a:lnTo>
                    <a:pt x="18110" y="591350"/>
                  </a:lnTo>
                  <a:lnTo>
                    <a:pt x="18110" y="537019"/>
                  </a:lnTo>
                  <a:close/>
                </a:path>
                <a:path w="1748154" h="1630045">
                  <a:moveTo>
                    <a:pt x="18110" y="446722"/>
                  </a:moveTo>
                  <a:lnTo>
                    <a:pt x="0" y="446722"/>
                  </a:lnTo>
                  <a:lnTo>
                    <a:pt x="0" y="501053"/>
                  </a:lnTo>
                  <a:lnTo>
                    <a:pt x="18110" y="501053"/>
                  </a:lnTo>
                  <a:lnTo>
                    <a:pt x="18110" y="446722"/>
                  </a:lnTo>
                  <a:close/>
                </a:path>
                <a:path w="1748154" h="1630045">
                  <a:moveTo>
                    <a:pt x="18110" y="356425"/>
                  </a:moveTo>
                  <a:lnTo>
                    <a:pt x="0" y="356425"/>
                  </a:lnTo>
                  <a:lnTo>
                    <a:pt x="0" y="410756"/>
                  </a:lnTo>
                  <a:lnTo>
                    <a:pt x="18110" y="410756"/>
                  </a:lnTo>
                  <a:lnTo>
                    <a:pt x="18110" y="356425"/>
                  </a:lnTo>
                  <a:close/>
                </a:path>
                <a:path w="1748154" h="1630045">
                  <a:moveTo>
                    <a:pt x="18110" y="266128"/>
                  </a:moveTo>
                  <a:lnTo>
                    <a:pt x="0" y="266128"/>
                  </a:lnTo>
                  <a:lnTo>
                    <a:pt x="0" y="320459"/>
                  </a:lnTo>
                  <a:lnTo>
                    <a:pt x="18110" y="320459"/>
                  </a:lnTo>
                  <a:lnTo>
                    <a:pt x="18110" y="266128"/>
                  </a:lnTo>
                  <a:close/>
                </a:path>
                <a:path w="1748154" h="1630045">
                  <a:moveTo>
                    <a:pt x="18110" y="175831"/>
                  </a:moveTo>
                  <a:lnTo>
                    <a:pt x="0" y="175831"/>
                  </a:lnTo>
                  <a:lnTo>
                    <a:pt x="0" y="230162"/>
                  </a:lnTo>
                  <a:lnTo>
                    <a:pt x="18110" y="230162"/>
                  </a:lnTo>
                  <a:lnTo>
                    <a:pt x="18110" y="175831"/>
                  </a:lnTo>
                  <a:close/>
                </a:path>
                <a:path w="1748154" h="1630045">
                  <a:moveTo>
                    <a:pt x="20535" y="88176"/>
                  </a:moveTo>
                  <a:lnTo>
                    <a:pt x="2908" y="84074"/>
                  </a:lnTo>
                  <a:lnTo>
                    <a:pt x="2057" y="87464"/>
                  </a:lnTo>
                  <a:lnTo>
                    <a:pt x="508" y="97955"/>
                  </a:lnTo>
                  <a:lnTo>
                    <a:pt x="0" y="108661"/>
                  </a:lnTo>
                  <a:lnTo>
                    <a:pt x="0" y="139865"/>
                  </a:lnTo>
                  <a:lnTo>
                    <a:pt x="18110" y="139865"/>
                  </a:lnTo>
                  <a:lnTo>
                    <a:pt x="18110" y="108661"/>
                  </a:lnTo>
                  <a:lnTo>
                    <a:pt x="18529" y="99745"/>
                  </a:lnTo>
                  <a:lnTo>
                    <a:pt x="19824" y="90995"/>
                  </a:lnTo>
                  <a:lnTo>
                    <a:pt x="20535" y="88176"/>
                  </a:lnTo>
                  <a:close/>
                </a:path>
                <a:path w="1748154" h="1630045">
                  <a:moveTo>
                    <a:pt x="36029" y="1575130"/>
                  </a:moveTo>
                  <a:lnTo>
                    <a:pt x="19824" y="1538859"/>
                  </a:lnTo>
                  <a:lnTo>
                    <a:pt x="18491" y="1529105"/>
                  </a:lnTo>
                  <a:lnTo>
                    <a:pt x="457" y="1530680"/>
                  </a:lnTo>
                  <a:lnTo>
                    <a:pt x="12839" y="1572463"/>
                  </a:lnTo>
                  <a:lnTo>
                    <a:pt x="21513" y="1585912"/>
                  </a:lnTo>
                  <a:lnTo>
                    <a:pt x="36029" y="1575130"/>
                  </a:lnTo>
                  <a:close/>
                </a:path>
                <a:path w="1748154" h="1630045">
                  <a:moveTo>
                    <a:pt x="71488" y="26200"/>
                  </a:moveTo>
                  <a:lnTo>
                    <a:pt x="64046" y="9702"/>
                  </a:lnTo>
                  <a:lnTo>
                    <a:pt x="57378" y="12852"/>
                  </a:lnTo>
                  <a:lnTo>
                    <a:pt x="48272" y="18300"/>
                  </a:lnTo>
                  <a:lnTo>
                    <a:pt x="39751" y="24625"/>
                  </a:lnTo>
                  <a:lnTo>
                    <a:pt x="31813" y="31826"/>
                  </a:lnTo>
                  <a:lnTo>
                    <a:pt x="24612" y="39763"/>
                  </a:lnTo>
                  <a:lnTo>
                    <a:pt x="18669" y="47777"/>
                  </a:lnTo>
                  <a:lnTo>
                    <a:pt x="33667" y="57924"/>
                  </a:lnTo>
                  <a:lnTo>
                    <a:pt x="38620" y="51244"/>
                  </a:lnTo>
                  <a:lnTo>
                    <a:pt x="44627" y="44640"/>
                  </a:lnTo>
                  <a:lnTo>
                    <a:pt x="51231" y="38633"/>
                  </a:lnTo>
                  <a:lnTo>
                    <a:pt x="58331" y="33362"/>
                  </a:lnTo>
                  <a:lnTo>
                    <a:pt x="65925" y="28816"/>
                  </a:lnTo>
                  <a:lnTo>
                    <a:pt x="71488" y="26200"/>
                  </a:lnTo>
                  <a:close/>
                </a:path>
                <a:path w="1748154" h="1630045">
                  <a:moveTo>
                    <a:pt x="107149" y="1611668"/>
                  </a:moveTo>
                  <a:lnTo>
                    <a:pt x="65925" y="1601038"/>
                  </a:lnTo>
                  <a:lnTo>
                    <a:pt x="60261" y="1597647"/>
                  </a:lnTo>
                  <a:lnTo>
                    <a:pt x="50571" y="1612938"/>
                  </a:lnTo>
                  <a:lnTo>
                    <a:pt x="87452" y="1627784"/>
                  </a:lnTo>
                  <a:lnTo>
                    <a:pt x="106845" y="1629765"/>
                  </a:lnTo>
                  <a:lnTo>
                    <a:pt x="107149" y="1611668"/>
                  </a:lnTo>
                  <a:close/>
                </a:path>
                <a:path w="1748154" h="1630045">
                  <a:moveTo>
                    <a:pt x="162979" y="0"/>
                  </a:moveTo>
                  <a:lnTo>
                    <a:pt x="108648" y="0"/>
                  </a:lnTo>
                  <a:lnTo>
                    <a:pt x="102349" y="304"/>
                  </a:lnTo>
                  <a:lnTo>
                    <a:pt x="103403" y="18364"/>
                  </a:lnTo>
                  <a:lnTo>
                    <a:pt x="108648" y="18110"/>
                  </a:lnTo>
                  <a:lnTo>
                    <a:pt x="162979" y="18110"/>
                  </a:lnTo>
                  <a:lnTo>
                    <a:pt x="162979" y="0"/>
                  </a:lnTo>
                  <a:close/>
                </a:path>
                <a:path w="1748154" h="1630045">
                  <a:moveTo>
                    <a:pt x="197192" y="1611744"/>
                  </a:moveTo>
                  <a:lnTo>
                    <a:pt x="142875" y="1611744"/>
                  </a:lnTo>
                  <a:lnTo>
                    <a:pt x="142875" y="1629854"/>
                  </a:lnTo>
                  <a:lnTo>
                    <a:pt x="197192" y="1629854"/>
                  </a:lnTo>
                  <a:lnTo>
                    <a:pt x="197192" y="1611744"/>
                  </a:lnTo>
                  <a:close/>
                </a:path>
                <a:path w="1748154" h="1630045">
                  <a:moveTo>
                    <a:pt x="253276" y="0"/>
                  </a:moveTo>
                  <a:lnTo>
                    <a:pt x="198945" y="0"/>
                  </a:lnTo>
                  <a:lnTo>
                    <a:pt x="198945" y="18110"/>
                  </a:lnTo>
                  <a:lnTo>
                    <a:pt x="253276" y="18110"/>
                  </a:lnTo>
                  <a:lnTo>
                    <a:pt x="253276" y="0"/>
                  </a:lnTo>
                  <a:close/>
                </a:path>
                <a:path w="1748154" h="1630045">
                  <a:moveTo>
                    <a:pt x="287489" y="1611744"/>
                  </a:moveTo>
                  <a:lnTo>
                    <a:pt x="233172" y="1611744"/>
                  </a:lnTo>
                  <a:lnTo>
                    <a:pt x="233172" y="1629854"/>
                  </a:lnTo>
                  <a:lnTo>
                    <a:pt x="287489" y="1629854"/>
                  </a:lnTo>
                  <a:lnTo>
                    <a:pt x="287489" y="1611744"/>
                  </a:lnTo>
                  <a:close/>
                </a:path>
                <a:path w="1748154" h="1630045">
                  <a:moveTo>
                    <a:pt x="343573" y="0"/>
                  </a:moveTo>
                  <a:lnTo>
                    <a:pt x="289242" y="0"/>
                  </a:lnTo>
                  <a:lnTo>
                    <a:pt x="289242" y="18110"/>
                  </a:lnTo>
                  <a:lnTo>
                    <a:pt x="343573" y="18110"/>
                  </a:lnTo>
                  <a:lnTo>
                    <a:pt x="343573" y="0"/>
                  </a:lnTo>
                  <a:close/>
                </a:path>
                <a:path w="1748154" h="1630045">
                  <a:moveTo>
                    <a:pt x="377786" y="1611744"/>
                  </a:moveTo>
                  <a:lnTo>
                    <a:pt x="323456" y="1611744"/>
                  </a:lnTo>
                  <a:lnTo>
                    <a:pt x="323456" y="1629854"/>
                  </a:lnTo>
                  <a:lnTo>
                    <a:pt x="377786" y="1629854"/>
                  </a:lnTo>
                  <a:lnTo>
                    <a:pt x="377786" y="1611744"/>
                  </a:lnTo>
                  <a:close/>
                </a:path>
                <a:path w="1748154" h="1630045">
                  <a:moveTo>
                    <a:pt x="433870" y="0"/>
                  </a:moveTo>
                  <a:lnTo>
                    <a:pt x="379539" y="0"/>
                  </a:lnTo>
                  <a:lnTo>
                    <a:pt x="379539" y="18110"/>
                  </a:lnTo>
                  <a:lnTo>
                    <a:pt x="433870" y="18110"/>
                  </a:lnTo>
                  <a:lnTo>
                    <a:pt x="433870" y="0"/>
                  </a:lnTo>
                  <a:close/>
                </a:path>
                <a:path w="1748154" h="1630045">
                  <a:moveTo>
                    <a:pt x="468083" y="1611744"/>
                  </a:moveTo>
                  <a:lnTo>
                    <a:pt x="413753" y="1611744"/>
                  </a:lnTo>
                  <a:lnTo>
                    <a:pt x="413753" y="1629854"/>
                  </a:lnTo>
                  <a:lnTo>
                    <a:pt x="468083" y="1629854"/>
                  </a:lnTo>
                  <a:lnTo>
                    <a:pt x="468083" y="1611744"/>
                  </a:lnTo>
                  <a:close/>
                </a:path>
                <a:path w="1748154" h="1630045">
                  <a:moveTo>
                    <a:pt x="524167" y="0"/>
                  </a:moveTo>
                  <a:lnTo>
                    <a:pt x="469836" y="0"/>
                  </a:lnTo>
                  <a:lnTo>
                    <a:pt x="469836" y="18110"/>
                  </a:lnTo>
                  <a:lnTo>
                    <a:pt x="524167" y="18110"/>
                  </a:lnTo>
                  <a:lnTo>
                    <a:pt x="524167" y="0"/>
                  </a:lnTo>
                  <a:close/>
                </a:path>
                <a:path w="1748154" h="1630045">
                  <a:moveTo>
                    <a:pt x="558380" y="1611744"/>
                  </a:moveTo>
                  <a:lnTo>
                    <a:pt x="504050" y="1611744"/>
                  </a:lnTo>
                  <a:lnTo>
                    <a:pt x="504050" y="1629854"/>
                  </a:lnTo>
                  <a:lnTo>
                    <a:pt x="558380" y="1629854"/>
                  </a:lnTo>
                  <a:lnTo>
                    <a:pt x="558380" y="1611744"/>
                  </a:lnTo>
                  <a:close/>
                </a:path>
                <a:path w="1748154" h="1630045">
                  <a:moveTo>
                    <a:pt x="614451" y="0"/>
                  </a:moveTo>
                  <a:lnTo>
                    <a:pt x="560133" y="0"/>
                  </a:lnTo>
                  <a:lnTo>
                    <a:pt x="560133" y="18110"/>
                  </a:lnTo>
                  <a:lnTo>
                    <a:pt x="614451" y="18110"/>
                  </a:lnTo>
                  <a:lnTo>
                    <a:pt x="614451" y="0"/>
                  </a:lnTo>
                  <a:close/>
                </a:path>
                <a:path w="1748154" h="1630045">
                  <a:moveTo>
                    <a:pt x="648677" y="1611744"/>
                  </a:moveTo>
                  <a:lnTo>
                    <a:pt x="594347" y="1611744"/>
                  </a:lnTo>
                  <a:lnTo>
                    <a:pt x="594347" y="1629854"/>
                  </a:lnTo>
                  <a:lnTo>
                    <a:pt x="648677" y="1629854"/>
                  </a:lnTo>
                  <a:lnTo>
                    <a:pt x="648677" y="1611744"/>
                  </a:lnTo>
                  <a:close/>
                </a:path>
                <a:path w="1748154" h="1630045">
                  <a:moveTo>
                    <a:pt x="704748" y="0"/>
                  </a:moveTo>
                  <a:lnTo>
                    <a:pt x="650430" y="0"/>
                  </a:lnTo>
                  <a:lnTo>
                    <a:pt x="650430" y="18110"/>
                  </a:lnTo>
                  <a:lnTo>
                    <a:pt x="704748" y="18110"/>
                  </a:lnTo>
                  <a:lnTo>
                    <a:pt x="704748" y="0"/>
                  </a:lnTo>
                  <a:close/>
                </a:path>
                <a:path w="1748154" h="1630045">
                  <a:moveTo>
                    <a:pt x="738974" y="1611744"/>
                  </a:moveTo>
                  <a:lnTo>
                    <a:pt x="684644" y="1611744"/>
                  </a:lnTo>
                  <a:lnTo>
                    <a:pt x="684644" y="1629854"/>
                  </a:lnTo>
                  <a:lnTo>
                    <a:pt x="738974" y="1629854"/>
                  </a:lnTo>
                  <a:lnTo>
                    <a:pt x="738974" y="1611744"/>
                  </a:lnTo>
                  <a:close/>
                </a:path>
                <a:path w="1748154" h="1630045">
                  <a:moveTo>
                    <a:pt x="795045" y="0"/>
                  </a:moveTo>
                  <a:lnTo>
                    <a:pt x="740714" y="0"/>
                  </a:lnTo>
                  <a:lnTo>
                    <a:pt x="740714" y="18110"/>
                  </a:lnTo>
                  <a:lnTo>
                    <a:pt x="795045" y="18110"/>
                  </a:lnTo>
                  <a:lnTo>
                    <a:pt x="795045" y="0"/>
                  </a:lnTo>
                  <a:close/>
                </a:path>
                <a:path w="1748154" h="1630045">
                  <a:moveTo>
                    <a:pt x="829271" y="1611744"/>
                  </a:moveTo>
                  <a:lnTo>
                    <a:pt x="774941" y="1611744"/>
                  </a:lnTo>
                  <a:lnTo>
                    <a:pt x="774941" y="1629854"/>
                  </a:lnTo>
                  <a:lnTo>
                    <a:pt x="829271" y="1629854"/>
                  </a:lnTo>
                  <a:lnTo>
                    <a:pt x="829271" y="1611744"/>
                  </a:lnTo>
                  <a:close/>
                </a:path>
                <a:path w="1748154" h="1630045">
                  <a:moveTo>
                    <a:pt x="885342" y="0"/>
                  </a:moveTo>
                  <a:lnTo>
                    <a:pt x="831011" y="0"/>
                  </a:lnTo>
                  <a:lnTo>
                    <a:pt x="831011" y="18110"/>
                  </a:lnTo>
                  <a:lnTo>
                    <a:pt x="885342" y="18110"/>
                  </a:lnTo>
                  <a:lnTo>
                    <a:pt x="885342" y="0"/>
                  </a:lnTo>
                  <a:close/>
                </a:path>
                <a:path w="1748154" h="1630045">
                  <a:moveTo>
                    <a:pt x="919568" y="1611744"/>
                  </a:moveTo>
                  <a:lnTo>
                    <a:pt x="865238" y="1611744"/>
                  </a:lnTo>
                  <a:lnTo>
                    <a:pt x="865238" y="1629854"/>
                  </a:lnTo>
                  <a:lnTo>
                    <a:pt x="919568" y="1629854"/>
                  </a:lnTo>
                  <a:lnTo>
                    <a:pt x="919568" y="1611744"/>
                  </a:lnTo>
                  <a:close/>
                </a:path>
                <a:path w="1748154" h="1630045">
                  <a:moveTo>
                    <a:pt x="975639" y="0"/>
                  </a:moveTo>
                  <a:lnTo>
                    <a:pt x="921308" y="0"/>
                  </a:lnTo>
                  <a:lnTo>
                    <a:pt x="921308" y="18110"/>
                  </a:lnTo>
                  <a:lnTo>
                    <a:pt x="975639" y="18110"/>
                  </a:lnTo>
                  <a:lnTo>
                    <a:pt x="975639" y="0"/>
                  </a:lnTo>
                  <a:close/>
                </a:path>
                <a:path w="1748154" h="1630045">
                  <a:moveTo>
                    <a:pt x="1009853" y="1611744"/>
                  </a:moveTo>
                  <a:lnTo>
                    <a:pt x="955535" y="1611744"/>
                  </a:lnTo>
                  <a:lnTo>
                    <a:pt x="955535" y="1629854"/>
                  </a:lnTo>
                  <a:lnTo>
                    <a:pt x="1009853" y="1629854"/>
                  </a:lnTo>
                  <a:lnTo>
                    <a:pt x="1009853" y="1611744"/>
                  </a:lnTo>
                  <a:close/>
                </a:path>
                <a:path w="1748154" h="1630045">
                  <a:moveTo>
                    <a:pt x="1065936" y="0"/>
                  </a:moveTo>
                  <a:lnTo>
                    <a:pt x="1011605" y="0"/>
                  </a:lnTo>
                  <a:lnTo>
                    <a:pt x="1011605" y="18110"/>
                  </a:lnTo>
                  <a:lnTo>
                    <a:pt x="1065936" y="18110"/>
                  </a:lnTo>
                  <a:lnTo>
                    <a:pt x="1065936" y="0"/>
                  </a:lnTo>
                  <a:close/>
                </a:path>
                <a:path w="1748154" h="1630045">
                  <a:moveTo>
                    <a:pt x="1100150" y="1611744"/>
                  </a:moveTo>
                  <a:lnTo>
                    <a:pt x="1045832" y="1611744"/>
                  </a:lnTo>
                  <a:lnTo>
                    <a:pt x="1045832" y="1629854"/>
                  </a:lnTo>
                  <a:lnTo>
                    <a:pt x="1100150" y="1629854"/>
                  </a:lnTo>
                  <a:lnTo>
                    <a:pt x="1100150" y="1611744"/>
                  </a:lnTo>
                  <a:close/>
                </a:path>
                <a:path w="1748154" h="1630045">
                  <a:moveTo>
                    <a:pt x="1156233" y="0"/>
                  </a:moveTo>
                  <a:lnTo>
                    <a:pt x="1101902" y="0"/>
                  </a:lnTo>
                  <a:lnTo>
                    <a:pt x="1101902" y="18110"/>
                  </a:lnTo>
                  <a:lnTo>
                    <a:pt x="1156233" y="18110"/>
                  </a:lnTo>
                  <a:lnTo>
                    <a:pt x="1156233" y="0"/>
                  </a:lnTo>
                  <a:close/>
                </a:path>
                <a:path w="1748154" h="1630045">
                  <a:moveTo>
                    <a:pt x="1190447" y="1611744"/>
                  </a:moveTo>
                  <a:lnTo>
                    <a:pt x="1136116" y="1611744"/>
                  </a:lnTo>
                  <a:lnTo>
                    <a:pt x="1136116" y="1629854"/>
                  </a:lnTo>
                  <a:lnTo>
                    <a:pt x="1190447" y="1629854"/>
                  </a:lnTo>
                  <a:lnTo>
                    <a:pt x="1190447" y="1611744"/>
                  </a:lnTo>
                  <a:close/>
                </a:path>
                <a:path w="1748154" h="1630045">
                  <a:moveTo>
                    <a:pt x="1246530" y="0"/>
                  </a:moveTo>
                  <a:lnTo>
                    <a:pt x="1192199" y="0"/>
                  </a:lnTo>
                  <a:lnTo>
                    <a:pt x="1192199" y="18110"/>
                  </a:lnTo>
                  <a:lnTo>
                    <a:pt x="1246530" y="18110"/>
                  </a:lnTo>
                  <a:lnTo>
                    <a:pt x="1246530" y="0"/>
                  </a:lnTo>
                  <a:close/>
                </a:path>
                <a:path w="1748154" h="1630045">
                  <a:moveTo>
                    <a:pt x="1280744" y="1611744"/>
                  </a:moveTo>
                  <a:lnTo>
                    <a:pt x="1226413" y="1611744"/>
                  </a:lnTo>
                  <a:lnTo>
                    <a:pt x="1226413" y="1629854"/>
                  </a:lnTo>
                  <a:lnTo>
                    <a:pt x="1280744" y="1629854"/>
                  </a:lnTo>
                  <a:lnTo>
                    <a:pt x="1280744" y="1611744"/>
                  </a:lnTo>
                  <a:close/>
                </a:path>
                <a:path w="1748154" h="1630045">
                  <a:moveTo>
                    <a:pt x="1336827" y="0"/>
                  </a:moveTo>
                  <a:lnTo>
                    <a:pt x="1282496" y="0"/>
                  </a:lnTo>
                  <a:lnTo>
                    <a:pt x="1282496" y="18110"/>
                  </a:lnTo>
                  <a:lnTo>
                    <a:pt x="1336827" y="18110"/>
                  </a:lnTo>
                  <a:lnTo>
                    <a:pt x="1336827" y="0"/>
                  </a:lnTo>
                  <a:close/>
                </a:path>
                <a:path w="1748154" h="1630045">
                  <a:moveTo>
                    <a:pt x="1371041" y="1611744"/>
                  </a:moveTo>
                  <a:lnTo>
                    <a:pt x="1316710" y="1611744"/>
                  </a:lnTo>
                  <a:lnTo>
                    <a:pt x="1316710" y="1629854"/>
                  </a:lnTo>
                  <a:lnTo>
                    <a:pt x="1371041" y="1629854"/>
                  </a:lnTo>
                  <a:lnTo>
                    <a:pt x="1371041" y="1611744"/>
                  </a:lnTo>
                  <a:close/>
                </a:path>
                <a:path w="1748154" h="1630045">
                  <a:moveTo>
                    <a:pt x="1427111" y="0"/>
                  </a:moveTo>
                  <a:lnTo>
                    <a:pt x="1372793" y="0"/>
                  </a:lnTo>
                  <a:lnTo>
                    <a:pt x="1372793" y="18110"/>
                  </a:lnTo>
                  <a:lnTo>
                    <a:pt x="1427111" y="18110"/>
                  </a:lnTo>
                  <a:lnTo>
                    <a:pt x="1427111" y="0"/>
                  </a:lnTo>
                  <a:close/>
                </a:path>
                <a:path w="1748154" h="1630045">
                  <a:moveTo>
                    <a:pt x="1461338" y="1611744"/>
                  </a:moveTo>
                  <a:lnTo>
                    <a:pt x="1407007" y="1611744"/>
                  </a:lnTo>
                  <a:lnTo>
                    <a:pt x="1407007" y="1629854"/>
                  </a:lnTo>
                  <a:lnTo>
                    <a:pt x="1461338" y="1629854"/>
                  </a:lnTo>
                  <a:lnTo>
                    <a:pt x="1461338" y="1611744"/>
                  </a:lnTo>
                  <a:close/>
                </a:path>
                <a:path w="1748154" h="1630045">
                  <a:moveTo>
                    <a:pt x="1517408" y="0"/>
                  </a:moveTo>
                  <a:lnTo>
                    <a:pt x="1463090" y="0"/>
                  </a:lnTo>
                  <a:lnTo>
                    <a:pt x="1463090" y="18110"/>
                  </a:lnTo>
                  <a:lnTo>
                    <a:pt x="1517408" y="18110"/>
                  </a:lnTo>
                  <a:lnTo>
                    <a:pt x="1517408" y="0"/>
                  </a:lnTo>
                  <a:close/>
                </a:path>
                <a:path w="1748154" h="1630045">
                  <a:moveTo>
                    <a:pt x="1551635" y="1611744"/>
                  </a:moveTo>
                  <a:lnTo>
                    <a:pt x="1497304" y="1611744"/>
                  </a:lnTo>
                  <a:lnTo>
                    <a:pt x="1497304" y="1629854"/>
                  </a:lnTo>
                  <a:lnTo>
                    <a:pt x="1551635" y="1629854"/>
                  </a:lnTo>
                  <a:lnTo>
                    <a:pt x="1551635" y="1611744"/>
                  </a:lnTo>
                  <a:close/>
                </a:path>
                <a:path w="1748154" h="1630045">
                  <a:moveTo>
                    <a:pt x="1607705" y="0"/>
                  </a:moveTo>
                  <a:lnTo>
                    <a:pt x="1553375" y="0"/>
                  </a:lnTo>
                  <a:lnTo>
                    <a:pt x="1553375" y="18110"/>
                  </a:lnTo>
                  <a:lnTo>
                    <a:pt x="1607705" y="18110"/>
                  </a:lnTo>
                  <a:lnTo>
                    <a:pt x="1607705" y="0"/>
                  </a:lnTo>
                  <a:close/>
                </a:path>
                <a:path w="1748154" h="1630045">
                  <a:moveTo>
                    <a:pt x="1642021" y="1629702"/>
                  </a:moveTo>
                  <a:lnTo>
                    <a:pt x="1641525" y="1611617"/>
                  </a:lnTo>
                  <a:lnTo>
                    <a:pt x="1638896" y="1611744"/>
                  </a:lnTo>
                  <a:lnTo>
                    <a:pt x="1587601" y="1611744"/>
                  </a:lnTo>
                  <a:lnTo>
                    <a:pt x="1587601" y="1629854"/>
                  </a:lnTo>
                  <a:lnTo>
                    <a:pt x="1638896" y="1629854"/>
                  </a:lnTo>
                  <a:lnTo>
                    <a:pt x="1642021" y="1629702"/>
                  </a:lnTo>
                  <a:close/>
                </a:path>
                <a:path w="1748154" h="1630045">
                  <a:moveTo>
                    <a:pt x="1699806" y="18694"/>
                  </a:moveTo>
                  <a:lnTo>
                    <a:pt x="1660093" y="2070"/>
                  </a:lnTo>
                  <a:lnTo>
                    <a:pt x="1643862" y="241"/>
                  </a:lnTo>
                  <a:lnTo>
                    <a:pt x="1643024" y="18313"/>
                  </a:lnTo>
                  <a:lnTo>
                    <a:pt x="1647812" y="18542"/>
                  </a:lnTo>
                  <a:lnTo>
                    <a:pt x="1656562" y="19837"/>
                  </a:lnTo>
                  <a:lnTo>
                    <a:pt x="1689658" y="33693"/>
                  </a:lnTo>
                  <a:lnTo>
                    <a:pt x="1699806" y="18694"/>
                  </a:lnTo>
                  <a:close/>
                </a:path>
                <a:path w="1748154" h="1630045">
                  <a:moveTo>
                    <a:pt x="1726882" y="1584782"/>
                  </a:moveTo>
                  <a:lnTo>
                    <a:pt x="1712214" y="1574177"/>
                  </a:lnTo>
                  <a:lnTo>
                    <a:pt x="1708924" y="1578610"/>
                  </a:lnTo>
                  <a:lnTo>
                    <a:pt x="1702930" y="1585226"/>
                  </a:lnTo>
                  <a:lnTo>
                    <a:pt x="1696313" y="1591221"/>
                  </a:lnTo>
                  <a:lnTo>
                    <a:pt x="1689214" y="1596491"/>
                  </a:lnTo>
                  <a:lnTo>
                    <a:pt x="1681619" y="1601038"/>
                  </a:lnTo>
                  <a:lnTo>
                    <a:pt x="1673606" y="1604822"/>
                  </a:lnTo>
                  <a:lnTo>
                    <a:pt x="1680552" y="1621548"/>
                  </a:lnTo>
                  <a:lnTo>
                    <a:pt x="1715731" y="1598028"/>
                  </a:lnTo>
                  <a:lnTo>
                    <a:pt x="1722932" y="1590090"/>
                  </a:lnTo>
                  <a:lnTo>
                    <a:pt x="1726882" y="1584782"/>
                  </a:lnTo>
                  <a:close/>
                </a:path>
                <a:path w="1748154" h="1630045">
                  <a:moveTo>
                    <a:pt x="1747253" y="102374"/>
                  </a:moveTo>
                  <a:lnTo>
                    <a:pt x="1734705" y="57391"/>
                  </a:lnTo>
                  <a:lnTo>
                    <a:pt x="1728038" y="46634"/>
                  </a:lnTo>
                  <a:lnTo>
                    <a:pt x="1713179" y="56972"/>
                  </a:lnTo>
                  <a:lnTo>
                    <a:pt x="1714195" y="58343"/>
                  </a:lnTo>
                  <a:lnTo>
                    <a:pt x="1718741" y="65938"/>
                  </a:lnTo>
                  <a:lnTo>
                    <a:pt x="1729193" y="103416"/>
                  </a:lnTo>
                  <a:lnTo>
                    <a:pt x="1747253" y="102374"/>
                  </a:lnTo>
                  <a:close/>
                </a:path>
                <a:path w="1748154" h="1630045">
                  <a:moveTo>
                    <a:pt x="1747558" y="1493024"/>
                  </a:moveTo>
                  <a:lnTo>
                    <a:pt x="1729447" y="1493024"/>
                  </a:lnTo>
                  <a:lnTo>
                    <a:pt x="1729447" y="1521193"/>
                  </a:lnTo>
                  <a:lnTo>
                    <a:pt x="1729016" y="1530121"/>
                  </a:lnTo>
                  <a:lnTo>
                    <a:pt x="1727720" y="1538859"/>
                  </a:lnTo>
                  <a:lnTo>
                    <a:pt x="1726323" y="1544421"/>
                  </a:lnTo>
                  <a:lnTo>
                    <a:pt x="1743811" y="1549069"/>
                  </a:lnTo>
                  <a:lnTo>
                    <a:pt x="1745488" y="1542402"/>
                  </a:lnTo>
                  <a:lnTo>
                    <a:pt x="1747037" y="1531899"/>
                  </a:lnTo>
                  <a:lnTo>
                    <a:pt x="1747558" y="1521193"/>
                  </a:lnTo>
                  <a:lnTo>
                    <a:pt x="1747558" y="1493024"/>
                  </a:lnTo>
                  <a:close/>
                </a:path>
                <a:path w="1748154" h="1630045">
                  <a:moveTo>
                    <a:pt x="1747558" y="1402727"/>
                  </a:moveTo>
                  <a:lnTo>
                    <a:pt x="1729447" y="1402727"/>
                  </a:lnTo>
                  <a:lnTo>
                    <a:pt x="1729447" y="1457058"/>
                  </a:lnTo>
                  <a:lnTo>
                    <a:pt x="1747558" y="1457058"/>
                  </a:lnTo>
                  <a:lnTo>
                    <a:pt x="1747558" y="1402727"/>
                  </a:lnTo>
                  <a:close/>
                </a:path>
                <a:path w="1748154" h="1630045">
                  <a:moveTo>
                    <a:pt x="1747558" y="1312430"/>
                  </a:moveTo>
                  <a:lnTo>
                    <a:pt x="1729447" y="1312430"/>
                  </a:lnTo>
                  <a:lnTo>
                    <a:pt x="1729447" y="1366748"/>
                  </a:lnTo>
                  <a:lnTo>
                    <a:pt x="1747558" y="1366748"/>
                  </a:lnTo>
                  <a:lnTo>
                    <a:pt x="1747558" y="1312430"/>
                  </a:lnTo>
                  <a:close/>
                </a:path>
                <a:path w="1748154" h="1630045">
                  <a:moveTo>
                    <a:pt x="1747558" y="1222133"/>
                  </a:moveTo>
                  <a:lnTo>
                    <a:pt x="1729447" y="1222133"/>
                  </a:lnTo>
                  <a:lnTo>
                    <a:pt x="1729447" y="1276464"/>
                  </a:lnTo>
                  <a:lnTo>
                    <a:pt x="1747558" y="1276464"/>
                  </a:lnTo>
                  <a:lnTo>
                    <a:pt x="1747558" y="1222133"/>
                  </a:lnTo>
                  <a:close/>
                </a:path>
                <a:path w="1748154" h="1630045">
                  <a:moveTo>
                    <a:pt x="1747558" y="1131836"/>
                  </a:moveTo>
                  <a:lnTo>
                    <a:pt x="1729447" y="1131836"/>
                  </a:lnTo>
                  <a:lnTo>
                    <a:pt x="1729447" y="1186167"/>
                  </a:lnTo>
                  <a:lnTo>
                    <a:pt x="1747558" y="1186167"/>
                  </a:lnTo>
                  <a:lnTo>
                    <a:pt x="1747558" y="1131836"/>
                  </a:lnTo>
                  <a:close/>
                </a:path>
                <a:path w="1748154" h="1630045">
                  <a:moveTo>
                    <a:pt x="1747558" y="1041539"/>
                  </a:moveTo>
                  <a:lnTo>
                    <a:pt x="1729447" y="1041539"/>
                  </a:lnTo>
                  <a:lnTo>
                    <a:pt x="1729447" y="1095870"/>
                  </a:lnTo>
                  <a:lnTo>
                    <a:pt x="1747558" y="1095870"/>
                  </a:lnTo>
                  <a:lnTo>
                    <a:pt x="1747558" y="1041539"/>
                  </a:lnTo>
                  <a:close/>
                </a:path>
                <a:path w="1748154" h="1630045">
                  <a:moveTo>
                    <a:pt x="1747558" y="951242"/>
                  </a:moveTo>
                  <a:lnTo>
                    <a:pt x="1729447" y="951242"/>
                  </a:lnTo>
                  <a:lnTo>
                    <a:pt x="1729447" y="1005573"/>
                  </a:lnTo>
                  <a:lnTo>
                    <a:pt x="1747558" y="1005573"/>
                  </a:lnTo>
                  <a:lnTo>
                    <a:pt x="1747558" y="951242"/>
                  </a:lnTo>
                  <a:close/>
                </a:path>
                <a:path w="1748154" h="1630045">
                  <a:moveTo>
                    <a:pt x="1747558" y="860945"/>
                  </a:moveTo>
                  <a:lnTo>
                    <a:pt x="1729447" y="860945"/>
                  </a:lnTo>
                  <a:lnTo>
                    <a:pt x="1729447" y="915276"/>
                  </a:lnTo>
                  <a:lnTo>
                    <a:pt x="1747558" y="915276"/>
                  </a:lnTo>
                  <a:lnTo>
                    <a:pt x="1747558" y="860945"/>
                  </a:lnTo>
                  <a:close/>
                </a:path>
                <a:path w="1748154" h="1630045">
                  <a:moveTo>
                    <a:pt x="1747558" y="770661"/>
                  </a:moveTo>
                  <a:lnTo>
                    <a:pt x="1729447" y="770661"/>
                  </a:lnTo>
                  <a:lnTo>
                    <a:pt x="1729447" y="824979"/>
                  </a:lnTo>
                  <a:lnTo>
                    <a:pt x="1747558" y="824979"/>
                  </a:lnTo>
                  <a:lnTo>
                    <a:pt x="1747558" y="770661"/>
                  </a:lnTo>
                  <a:close/>
                </a:path>
                <a:path w="1748154" h="1630045">
                  <a:moveTo>
                    <a:pt x="1747558" y="680364"/>
                  </a:moveTo>
                  <a:lnTo>
                    <a:pt x="1729447" y="680364"/>
                  </a:lnTo>
                  <a:lnTo>
                    <a:pt x="1729447" y="734682"/>
                  </a:lnTo>
                  <a:lnTo>
                    <a:pt x="1747558" y="734682"/>
                  </a:lnTo>
                  <a:lnTo>
                    <a:pt x="1747558" y="680364"/>
                  </a:lnTo>
                  <a:close/>
                </a:path>
                <a:path w="1748154" h="1630045">
                  <a:moveTo>
                    <a:pt x="1747558" y="590067"/>
                  </a:moveTo>
                  <a:lnTo>
                    <a:pt x="1729447" y="590067"/>
                  </a:lnTo>
                  <a:lnTo>
                    <a:pt x="1729447" y="644398"/>
                  </a:lnTo>
                  <a:lnTo>
                    <a:pt x="1747558" y="644398"/>
                  </a:lnTo>
                  <a:lnTo>
                    <a:pt x="1747558" y="590067"/>
                  </a:lnTo>
                  <a:close/>
                </a:path>
                <a:path w="1748154" h="1630045">
                  <a:moveTo>
                    <a:pt x="1747558" y="499770"/>
                  </a:moveTo>
                  <a:lnTo>
                    <a:pt x="1729447" y="499770"/>
                  </a:lnTo>
                  <a:lnTo>
                    <a:pt x="1729447" y="554088"/>
                  </a:lnTo>
                  <a:lnTo>
                    <a:pt x="1747558" y="554088"/>
                  </a:lnTo>
                  <a:lnTo>
                    <a:pt x="1747558" y="499770"/>
                  </a:lnTo>
                  <a:close/>
                </a:path>
                <a:path w="1748154" h="1630045">
                  <a:moveTo>
                    <a:pt x="1747558" y="409473"/>
                  </a:moveTo>
                  <a:lnTo>
                    <a:pt x="1729447" y="409473"/>
                  </a:lnTo>
                  <a:lnTo>
                    <a:pt x="1729447" y="463804"/>
                  </a:lnTo>
                  <a:lnTo>
                    <a:pt x="1747558" y="463804"/>
                  </a:lnTo>
                  <a:lnTo>
                    <a:pt x="1747558" y="409473"/>
                  </a:lnTo>
                  <a:close/>
                </a:path>
                <a:path w="1748154" h="1630045">
                  <a:moveTo>
                    <a:pt x="1747558" y="319176"/>
                  </a:moveTo>
                  <a:lnTo>
                    <a:pt x="1729447" y="319176"/>
                  </a:lnTo>
                  <a:lnTo>
                    <a:pt x="1729447" y="373507"/>
                  </a:lnTo>
                  <a:lnTo>
                    <a:pt x="1747558" y="373507"/>
                  </a:lnTo>
                  <a:lnTo>
                    <a:pt x="1747558" y="319176"/>
                  </a:lnTo>
                  <a:close/>
                </a:path>
                <a:path w="1748154" h="1630045">
                  <a:moveTo>
                    <a:pt x="1747558" y="228879"/>
                  </a:moveTo>
                  <a:lnTo>
                    <a:pt x="1729447" y="228879"/>
                  </a:lnTo>
                  <a:lnTo>
                    <a:pt x="1729447" y="283210"/>
                  </a:lnTo>
                  <a:lnTo>
                    <a:pt x="1747558" y="283210"/>
                  </a:lnTo>
                  <a:lnTo>
                    <a:pt x="1747558" y="228879"/>
                  </a:lnTo>
                  <a:close/>
                </a:path>
                <a:path w="1748154" h="1630045">
                  <a:moveTo>
                    <a:pt x="1747558" y="138582"/>
                  </a:moveTo>
                  <a:lnTo>
                    <a:pt x="1729447" y="138582"/>
                  </a:lnTo>
                  <a:lnTo>
                    <a:pt x="1729447" y="192913"/>
                  </a:lnTo>
                  <a:lnTo>
                    <a:pt x="1747558" y="192913"/>
                  </a:lnTo>
                  <a:lnTo>
                    <a:pt x="1747558" y="138582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2" name="object 23">
            <a:extLst>
              <a:ext uri="{FF2B5EF4-FFF2-40B4-BE49-F238E27FC236}">
                <a16:creationId xmlns:a16="http://schemas.microsoft.com/office/drawing/2014/main" id="{9774E6EE-6D24-4FDE-BD6E-F852199568FC}"/>
              </a:ext>
            </a:extLst>
          </p:cNvPr>
          <p:cNvSpPr txBox="1"/>
          <p:nvPr/>
        </p:nvSpPr>
        <p:spPr>
          <a:xfrm>
            <a:off x="1524000" y="6327234"/>
            <a:ext cx="751205" cy="382797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algn="ctr">
              <a:spcBef>
                <a:spcPts val="509"/>
              </a:spcBef>
            </a:pPr>
            <a:r>
              <a:rPr lang="zh-TW" altLang="en-US" sz="950" spc="-30" dirty="0">
                <a:solidFill>
                  <a:srgbClr val="94A2B8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成果圖</a:t>
            </a:r>
            <a:endParaRPr sz="95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01CE99D-9B14-4AEA-996E-8480543C4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10" y="4383198"/>
            <a:ext cx="2425690" cy="1818697"/>
          </a:xfrm>
          <a:prstGeom prst="rect">
            <a:avLst/>
          </a:prstGeom>
        </p:spPr>
      </p:pic>
      <p:grpSp>
        <p:nvGrpSpPr>
          <p:cNvPr id="16" name="object 20">
            <a:extLst>
              <a:ext uri="{FF2B5EF4-FFF2-40B4-BE49-F238E27FC236}">
                <a16:creationId xmlns:a16="http://schemas.microsoft.com/office/drawing/2014/main" id="{014B1E9E-25B2-4BD7-939A-D15FCD397864}"/>
              </a:ext>
            </a:extLst>
          </p:cNvPr>
          <p:cNvGrpSpPr/>
          <p:nvPr/>
        </p:nvGrpSpPr>
        <p:grpSpPr>
          <a:xfrm>
            <a:off x="3434068" y="4074971"/>
            <a:ext cx="2782451" cy="2361676"/>
            <a:chOff x="5088509" y="4001946"/>
            <a:chExt cx="1748155" cy="1630045"/>
          </a:xfrm>
        </p:grpSpPr>
        <p:sp>
          <p:nvSpPr>
            <p:cNvPr id="17" name="object 21">
              <a:extLst>
                <a:ext uri="{FF2B5EF4-FFF2-40B4-BE49-F238E27FC236}">
                  <a16:creationId xmlns:a16="http://schemas.microsoft.com/office/drawing/2014/main" id="{0EDF9A1A-16BA-447C-8FEF-39047744F01A}"/>
                </a:ext>
              </a:extLst>
            </p:cNvPr>
            <p:cNvSpPr/>
            <p:nvPr/>
          </p:nvSpPr>
          <p:spPr>
            <a:xfrm>
              <a:off x="5088510" y="4001946"/>
              <a:ext cx="1748155" cy="1630045"/>
            </a:xfrm>
            <a:custGeom>
              <a:avLst/>
              <a:gdLst/>
              <a:ahLst/>
              <a:cxnLst/>
              <a:rect l="l" t="t" r="r" b="b"/>
              <a:pathLst>
                <a:path w="1748154" h="1630045">
                  <a:moveTo>
                    <a:pt x="1638902" y="1629846"/>
                  </a:moveTo>
                  <a:lnTo>
                    <a:pt x="108656" y="1629846"/>
                  </a:lnTo>
                  <a:lnTo>
                    <a:pt x="97952" y="1629329"/>
                  </a:lnTo>
                  <a:lnTo>
                    <a:pt x="57383" y="1617000"/>
                  </a:lnTo>
                  <a:lnTo>
                    <a:pt x="24620" y="1590087"/>
                  </a:lnTo>
                  <a:lnTo>
                    <a:pt x="4651" y="1552683"/>
                  </a:lnTo>
                  <a:lnTo>
                    <a:pt x="0" y="1521195"/>
                  </a:lnTo>
                  <a:lnTo>
                    <a:pt x="0" y="108651"/>
                  </a:lnTo>
                  <a:lnTo>
                    <a:pt x="8269" y="67074"/>
                  </a:lnTo>
                  <a:lnTo>
                    <a:pt x="31824" y="31824"/>
                  </a:lnTo>
                  <a:lnTo>
                    <a:pt x="67074" y="8270"/>
                  </a:lnTo>
                  <a:lnTo>
                    <a:pt x="108656" y="0"/>
                  </a:lnTo>
                  <a:lnTo>
                    <a:pt x="1638902" y="0"/>
                  </a:lnTo>
                  <a:lnTo>
                    <a:pt x="1680482" y="8270"/>
                  </a:lnTo>
                  <a:lnTo>
                    <a:pt x="1715733" y="31824"/>
                  </a:lnTo>
                  <a:lnTo>
                    <a:pt x="1739287" y="67074"/>
                  </a:lnTo>
                  <a:lnTo>
                    <a:pt x="1747559" y="108651"/>
                  </a:lnTo>
                  <a:lnTo>
                    <a:pt x="1747559" y="1521195"/>
                  </a:lnTo>
                  <a:lnTo>
                    <a:pt x="1739287" y="1562770"/>
                  </a:lnTo>
                  <a:lnTo>
                    <a:pt x="1715733" y="1598021"/>
                  </a:lnTo>
                  <a:lnTo>
                    <a:pt x="1680482" y="1621574"/>
                  </a:lnTo>
                  <a:lnTo>
                    <a:pt x="1638902" y="1629846"/>
                  </a:lnTo>
                  <a:close/>
                </a:path>
              </a:pathLst>
            </a:custGeom>
            <a:solidFill>
              <a:srgbClr val="E2E7F0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8" name="object 22">
              <a:extLst>
                <a:ext uri="{FF2B5EF4-FFF2-40B4-BE49-F238E27FC236}">
                  <a16:creationId xmlns:a16="http://schemas.microsoft.com/office/drawing/2014/main" id="{3923D80F-959C-413A-9B81-2753EF7E6C27}"/>
                </a:ext>
              </a:extLst>
            </p:cNvPr>
            <p:cNvSpPr/>
            <p:nvPr/>
          </p:nvSpPr>
          <p:spPr>
            <a:xfrm>
              <a:off x="5088509" y="4001947"/>
              <a:ext cx="1748155" cy="1630045"/>
            </a:xfrm>
            <a:custGeom>
              <a:avLst/>
              <a:gdLst/>
              <a:ahLst/>
              <a:cxnLst/>
              <a:rect l="l" t="t" r="r" b="b"/>
              <a:pathLst>
                <a:path w="1748154" h="1630045">
                  <a:moveTo>
                    <a:pt x="18110" y="1439976"/>
                  </a:moveTo>
                  <a:lnTo>
                    <a:pt x="0" y="1439976"/>
                  </a:lnTo>
                  <a:lnTo>
                    <a:pt x="0" y="1494307"/>
                  </a:lnTo>
                  <a:lnTo>
                    <a:pt x="18110" y="1494307"/>
                  </a:lnTo>
                  <a:lnTo>
                    <a:pt x="18110" y="1439976"/>
                  </a:lnTo>
                  <a:close/>
                </a:path>
                <a:path w="1748154" h="1630045">
                  <a:moveTo>
                    <a:pt x="18110" y="1349679"/>
                  </a:moveTo>
                  <a:lnTo>
                    <a:pt x="0" y="1349679"/>
                  </a:lnTo>
                  <a:lnTo>
                    <a:pt x="0" y="1404010"/>
                  </a:lnTo>
                  <a:lnTo>
                    <a:pt x="18110" y="1404010"/>
                  </a:lnTo>
                  <a:lnTo>
                    <a:pt x="18110" y="1349679"/>
                  </a:lnTo>
                  <a:close/>
                </a:path>
                <a:path w="1748154" h="1630045">
                  <a:moveTo>
                    <a:pt x="18110" y="1259382"/>
                  </a:moveTo>
                  <a:lnTo>
                    <a:pt x="0" y="1259382"/>
                  </a:lnTo>
                  <a:lnTo>
                    <a:pt x="0" y="1313713"/>
                  </a:lnTo>
                  <a:lnTo>
                    <a:pt x="18110" y="1313713"/>
                  </a:lnTo>
                  <a:lnTo>
                    <a:pt x="18110" y="1259382"/>
                  </a:lnTo>
                  <a:close/>
                </a:path>
                <a:path w="1748154" h="1630045">
                  <a:moveTo>
                    <a:pt x="18110" y="1169085"/>
                  </a:moveTo>
                  <a:lnTo>
                    <a:pt x="0" y="1169085"/>
                  </a:lnTo>
                  <a:lnTo>
                    <a:pt x="0" y="1223416"/>
                  </a:lnTo>
                  <a:lnTo>
                    <a:pt x="18110" y="1223416"/>
                  </a:lnTo>
                  <a:lnTo>
                    <a:pt x="18110" y="1169085"/>
                  </a:lnTo>
                  <a:close/>
                </a:path>
                <a:path w="1748154" h="1630045">
                  <a:moveTo>
                    <a:pt x="18110" y="1078788"/>
                  </a:moveTo>
                  <a:lnTo>
                    <a:pt x="0" y="1078788"/>
                  </a:lnTo>
                  <a:lnTo>
                    <a:pt x="0" y="1133119"/>
                  </a:lnTo>
                  <a:lnTo>
                    <a:pt x="18110" y="1133119"/>
                  </a:lnTo>
                  <a:lnTo>
                    <a:pt x="18110" y="1078788"/>
                  </a:lnTo>
                  <a:close/>
                </a:path>
                <a:path w="1748154" h="1630045">
                  <a:moveTo>
                    <a:pt x="18110" y="988504"/>
                  </a:moveTo>
                  <a:lnTo>
                    <a:pt x="0" y="988504"/>
                  </a:lnTo>
                  <a:lnTo>
                    <a:pt x="0" y="1042822"/>
                  </a:lnTo>
                  <a:lnTo>
                    <a:pt x="18110" y="1042822"/>
                  </a:lnTo>
                  <a:lnTo>
                    <a:pt x="18110" y="988504"/>
                  </a:lnTo>
                  <a:close/>
                </a:path>
                <a:path w="1748154" h="1630045">
                  <a:moveTo>
                    <a:pt x="18110" y="898194"/>
                  </a:moveTo>
                  <a:lnTo>
                    <a:pt x="0" y="898194"/>
                  </a:lnTo>
                  <a:lnTo>
                    <a:pt x="0" y="952525"/>
                  </a:lnTo>
                  <a:lnTo>
                    <a:pt x="18110" y="952525"/>
                  </a:lnTo>
                  <a:lnTo>
                    <a:pt x="18110" y="898194"/>
                  </a:lnTo>
                  <a:close/>
                </a:path>
                <a:path w="1748154" h="1630045">
                  <a:moveTo>
                    <a:pt x="18110" y="807897"/>
                  </a:moveTo>
                  <a:lnTo>
                    <a:pt x="0" y="807897"/>
                  </a:lnTo>
                  <a:lnTo>
                    <a:pt x="0" y="862228"/>
                  </a:lnTo>
                  <a:lnTo>
                    <a:pt x="18110" y="862228"/>
                  </a:lnTo>
                  <a:lnTo>
                    <a:pt x="18110" y="807897"/>
                  </a:lnTo>
                  <a:close/>
                </a:path>
                <a:path w="1748154" h="1630045">
                  <a:moveTo>
                    <a:pt x="18110" y="717613"/>
                  </a:moveTo>
                  <a:lnTo>
                    <a:pt x="0" y="717613"/>
                  </a:lnTo>
                  <a:lnTo>
                    <a:pt x="0" y="771931"/>
                  </a:lnTo>
                  <a:lnTo>
                    <a:pt x="18110" y="771931"/>
                  </a:lnTo>
                  <a:lnTo>
                    <a:pt x="18110" y="717613"/>
                  </a:lnTo>
                  <a:close/>
                </a:path>
                <a:path w="1748154" h="1630045">
                  <a:moveTo>
                    <a:pt x="18110" y="627316"/>
                  </a:moveTo>
                  <a:lnTo>
                    <a:pt x="0" y="627316"/>
                  </a:lnTo>
                  <a:lnTo>
                    <a:pt x="0" y="681647"/>
                  </a:lnTo>
                  <a:lnTo>
                    <a:pt x="18110" y="681647"/>
                  </a:lnTo>
                  <a:lnTo>
                    <a:pt x="18110" y="627316"/>
                  </a:lnTo>
                  <a:close/>
                </a:path>
                <a:path w="1748154" h="1630045">
                  <a:moveTo>
                    <a:pt x="18110" y="537019"/>
                  </a:moveTo>
                  <a:lnTo>
                    <a:pt x="0" y="537019"/>
                  </a:lnTo>
                  <a:lnTo>
                    <a:pt x="0" y="591350"/>
                  </a:lnTo>
                  <a:lnTo>
                    <a:pt x="18110" y="591350"/>
                  </a:lnTo>
                  <a:lnTo>
                    <a:pt x="18110" y="537019"/>
                  </a:lnTo>
                  <a:close/>
                </a:path>
                <a:path w="1748154" h="1630045">
                  <a:moveTo>
                    <a:pt x="18110" y="446722"/>
                  </a:moveTo>
                  <a:lnTo>
                    <a:pt x="0" y="446722"/>
                  </a:lnTo>
                  <a:lnTo>
                    <a:pt x="0" y="501053"/>
                  </a:lnTo>
                  <a:lnTo>
                    <a:pt x="18110" y="501053"/>
                  </a:lnTo>
                  <a:lnTo>
                    <a:pt x="18110" y="446722"/>
                  </a:lnTo>
                  <a:close/>
                </a:path>
                <a:path w="1748154" h="1630045">
                  <a:moveTo>
                    <a:pt x="18110" y="356425"/>
                  </a:moveTo>
                  <a:lnTo>
                    <a:pt x="0" y="356425"/>
                  </a:lnTo>
                  <a:lnTo>
                    <a:pt x="0" y="410756"/>
                  </a:lnTo>
                  <a:lnTo>
                    <a:pt x="18110" y="410756"/>
                  </a:lnTo>
                  <a:lnTo>
                    <a:pt x="18110" y="356425"/>
                  </a:lnTo>
                  <a:close/>
                </a:path>
                <a:path w="1748154" h="1630045">
                  <a:moveTo>
                    <a:pt x="18110" y="266128"/>
                  </a:moveTo>
                  <a:lnTo>
                    <a:pt x="0" y="266128"/>
                  </a:lnTo>
                  <a:lnTo>
                    <a:pt x="0" y="320459"/>
                  </a:lnTo>
                  <a:lnTo>
                    <a:pt x="18110" y="320459"/>
                  </a:lnTo>
                  <a:lnTo>
                    <a:pt x="18110" y="266128"/>
                  </a:lnTo>
                  <a:close/>
                </a:path>
                <a:path w="1748154" h="1630045">
                  <a:moveTo>
                    <a:pt x="18110" y="175831"/>
                  </a:moveTo>
                  <a:lnTo>
                    <a:pt x="0" y="175831"/>
                  </a:lnTo>
                  <a:lnTo>
                    <a:pt x="0" y="230162"/>
                  </a:lnTo>
                  <a:lnTo>
                    <a:pt x="18110" y="230162"/>
                  </a:lnTo>
                  <a:lnTo>
                    <a:pt x="18110" y="175831"/>
                  </a:lnTo>
                  <a:close/>
                </a:path>
                <a:path w="1748154" h="1630045">
                  <a:moveTo>
                    <a:pt x="20535" y="88176"/>
                  </a:moveTo>
                  <a:lnTo>
                    <a:pt x="2908" y="84074"/>
                  </a:lnTo>
                  <a:lnTo>
                    <a:pt x="2057" y="87464"/>
                  </a:lnTo>
                  <a:lnTo>
                    <a:pt x="508" y="97955"/>
                  </a:lnTo>
                  <a:lnTo>
                    <a:pt x="0" y="108661"/>
                  </a:lnTo>
                  <a:lnTo>
                    <a:pt x="0" y="139865"/>
                  </a:lnTo>
                  <a:lnTo>
                    <a:pt x="18110" y="139865"/>
                  </a:lnTo>
                  <a:lnTo>
                    <a:pt x="18110" y="108661"/>
                  </a:lnTo>
                  <a:lnTo>
                    <a:pt x="18529" y="99745"/>
                  </a:lnTo>
                  <a:lnTo>
                    <a:pt x="19824" y="90995"/>
                  </a:lnTo>
                  <a:lnTo>
                    <a:pt x="20535" y="88176"/>
                  </a:lnTo>
                  <a:close/>
                </a:path>
                <a:path w="1748154" h="1630045">
                  <a:moveTo>
                    <a:pt x="36029" y="1575130"/>
                  </a:moveTo>
                  <a:lnTo>
                    <a:pt x="19824" y="1538859"/>
                  </a:lnTo>
                  <a:lnTo>
                    <a:pt x="18491" y="1529105"/>
                  </a:lnTo>
                  <a:lnTo>
                    <a:pt x="457" y="1530680"/>
                  </a:lnTo>
                  <a:lnTo>
                    <a:pt x="12839" y="1572463"/>
                  </a:lnTo>
                  <a:lnTo>
                    <a:pt x="21513" y="1585912"/>
                  </a:lnTo>
                  <a:lnTo>
                    <a:pt x="36029" y="1575130"/>
                  </a:lnTo>
                  <a:close/>
                </a:path>
                <a:path w="1748154" h="1630045">
                  <a:moveTo>
                    <a:pt x="71488" y="26200"/>
                  </a:moveTo>
                  <a:lnTo>
                    <a:pt x="64046" y="9702"/>
                  </a:lnTo>
                  <a:lnTo>
                    <a:pt x="57378" y="12852"/>
                  </a:lnTo>
                  <a:lnTo>
                    <a:pt x="48272" y="18300"/>
                  </a:lnTo>
                  <a:lnTo>
                    <a:pt x="39751" y="24625"/>
                  </a:lnTo>
                  <a:lnTo>
                    <a:pt x="31813" y="31826"/>
                  </a:lnTo>
                  <a:lnTo>
                    <a:pt x="24612" y="39763"/>
                  </a:lnTo>
                  <a:lnTo>
                    <a:pt x="18669" y="47777"/>
                  </a:lnTo>
                  <a:lnTo>
                    <a:pt x="33667" y="57924"/>
                  </a:lnTo>
                  <a:lnTo>
                    <a:pt x="38620" y="51244"/>
                  </a:lnTo>
                  <a:lnTo>
                    <a:pt x="44627" y="44640"/>
                  </a:lnTo>
                  <a:lnTo>
                    <a:pt x="51231" y="38633"/>
                  </a:lnTo>
                  <a:lnTo>
                    <a:pt x="58331" y="33362"/>
                  </a:lnTo>
                  <a:lnTo>
                    <a:pt x="65925" y="28816"/>
                  </a:lnTo>
                  <a:lnTo>
                    <a:pt x="71488" y="26200"/>
                  </a:lnTo>
                  <a:close/>
                </a:path>
                <a:path w="1748154" h="1630045">
                  <a:moveTo>
                    <a:pt x="107149" y="1611668"/>
                  </a:moveTo>
                  <a:lnTo>
                    <a:pt x="65925" y="1601038"/>
                  </a:lnTo>
                  <a:lnTo>
                    <a:pt x="60261" y="1597647"/>
                  </a:lnTo>
                  <a:lnTo>
                    <a:pt x="50571" y="1612938"/>
                  </a:lnTo>
                  <a:lnTo>
                    <a:pt x="87452" y="1627784"/>
                  </a:lnTo>
                  <a:lnTo>
                    <a:pt x="106845" y="1629765"/>
                  </a:lnTo>
                  <a:lnTo>
                    <a:pt x="107149" y="1611668"/>
                  </a:lnTo>
                  <a:close/>
                </a:path>
                <a:path w="1748154" h="1630045">
                  <a:moveTo>
                    <a:pt x="162979" y="0"/>
                  </a:moveTo>
                  <a:lnTo>
                    <a:pt x="108648" y="0"/>
                  </a:lnTo>
                  <a:lnTo>
                    <a:pt x="102349" y="304"/>
                  </a:lnTo>
                  <a:lnTo>
                    <a:pt x="103403" y="18364"/>
                  </a:lnTo>
                  <a:lnTo>
                    <a:pt x="108648" y="18110"/>
                  </a:lnTo>
                  <a:lnTo>
                    <a:pt x="162979" y="18110"/>
                  </a:lnTo>
                  <a:lnTo>
                    <a:pt x="162979" y="0"/>
                  </a:lnTo>
                  <a:close/>
                </a:path>
                <a:path w="1748154" h="1630045">
                  <a:moveTo>
                    <a:pt x="197192" y="1611744"/>
                  </a:moveTo>
                  <a:lnTo>
                    <a:pt x="142875" y="1611744"/>
                  </a:lnTo>
                  <a:lnTo>
                    <a:pt x="142875" y="1629854"/>
                  </a:lnTo>
                  <a:lnTo>
                    <a:pt x="197192" y="1629854"/>
                  </a:lnTo>
                  <a:lnTo>
                    <a:pt x="197192" y="1611744"/>
                  </a:lnTo>
                  <a:close/>
                </a:path>
                <a:path w="1748154" h="1630045">
                  <a:moveTo>
                    <a:pt x="253276" y="0"/>
                  </a:moveTo>
                  <a:lnTo>
                    <a:pt x="198945" y="0"/>
                  </a:lnTo>
                  <a:lnTo>
                    <a:pt x="198945" y="18110"/>
                  </a:lnTo>
                  <a:lnTo>
                    <a:pt x="253276" y="18110"/>
                  </a:lnTo>
                  <a:lnTo>
                    <a:pt x="253276" y="0"/>
                  </a:lnTo>
                  <a:close/>
                </a:path>
                <a:path w="1748154" h="1630045">
                  <a:moveTo>
                    <a:pt x="287489" y="1611744"/>
                  </a:moveTo>
                  <a:lnTo>
                    <a:pt x="233172" y="1611744"/>
                  </a:lnTo>
                  <a:lnTo>
                    <a:pt x="233172" y="1629854"/>
                  </a:lnTo>
                  <a:lnTo>
                    <a:pt x="287489" y="1629854"/>
                  </a:lnTo>
                  <a:lnTo>
                    <a:pt x="287489" y="1611744"/>
                  </a:lnTo>
                  <a:close/>
                </a:path>
                <a:path w="1748154" h="1630045">
                  <a:moveTo>
                    <a:pt x="343573" y="0"/>
                  </a:moveTo>
                  <a:lnTo>
                    <a:pt x="289242" y="0"/>
                  </a:lnTo>
                  <a:lnTo>
                    <a:pt x="289242" y="18110"/>
                  </a:lnTo>
                  <a:lnTo>
                    <a:pt x="343573" y="18110"/>
                  </a:lnTo>
                  <a:lnTo>
                    <a:pt x="343573" y="0"/>
                  </a:lnTo>
                  <a:close/>
                </a:path>
                <a:path w="1748154" h="1630045">
                  <a:moveTo>
                    <a:pt x="377786" y="1611744"/>
                  </a:moveTo>
                  <a:lnTo>
                    <a:pt x="323456" y="1611744"/>
                  </a:lnTo>
                  <a:lnTo>
                    <a:pt x="323456" y="1629854"/>
                  </a:lnTo>
                  <a:lnTo>
                    <a:pt x="377786" y="1629854"/>
                  </a:lnTo>
                  <a:lnTo>
                    <a:pt x="377786" y="1611744"/>
                  </a:lnTo>
                  <a:close/>
                </a:path>
                <a:path w="1748154" h="1630045">
                  <a:moveTo>
                    <a:pt x="433870" y="0"/>
                  </a:moveTo>
                  <a:lnTo>
                    <a:pt x="379539" y="0"/>
                  </a:lnTo>
                  <a:lnTo>
                    <a:pt x="379539" y="18110"/>
                  </a:lnTo>
                  <a:lnTo>
                    <a:pt x="433870" y="18110"/>
                  </a:lnTo>
                  <a:lnTo>
                    <a:pt x="433870" y="0"/>
                  </a:lnTo>
                  <a:close/>
                </a:path>
                <a:path w="1748154" h="1630045">
                  <a:moveTo>
                    <a:pt x="468083" y="1611744"/>
                  </a:moveTo>
                  <a:lnTo>
                    <a:pt x="413753" y="1611744"/>
                  </a:lnTo>
                  <a:lnTo>
                    <a:pt x="413753" y="1629854"/>
                  </a:lnTo>
                  <a:lnTo>
                    <a:pt x="468083" y="1629854"/>
                  </a:lnTo>
                  <a:lnTo>
                    <a:pt x="468083" y="1611744"/>
                  </a:lnTo>
                  <a:close/>
                </a:path>
                <a:path w="1748154" h="1630045">
                  <a:moveTo>
                    <a:pt x="524167" y="0"/>
                  </a:moveTo>
                  <a:lnTo>
                    <a:pt x="469836" y="0"/>
                  </a:lnTo>
                  <a:lnTo>
                    <a:pt x="469836" y="18110"/>
                  </a:lnTo>
                  <a:lnTo>
                    <a:pt x="524167" y="18110"/>
                  </a:lnTo>
                  <a:lnTo>
                    <a:pt x="524167" y="0"/>
                  </a:lnTo>
                  <a:close/>
                </a:path>
                <a:path w="1748154" h="1630045">
                  <a:moveTo>
                    <a:pt x="558380" y="1611744"/>
                  </a:moveTo>
                  <a:lnTo>
                    <a:pt x="504050" y="1611744"/>
                  </a:lnTo>
                  <a:lnTo>
                    <a:pt x="504050" y="1629854"/>
                  </a:lnTo>
                  <a:lnTo>
                    <a:pt x="558380" y="1629854"/>
                  </a:lnTo>
                  <a:lnTo>
                    <a:pt x="558380" y="1611744"/>
                  </a:lnTo>
                  <a:close/>
                </a:path>
                <a:path w="1748154" h="1630045">
                  <a:moveTo>
                    <a:pt x="614451" y="0"/>
                  </a:moveTo>
                  <a:lnTo>
                    <a:pt x="560133" y="0"/>
                  </a:lnTo>
                  <a:lnTo>
                    <a:pt x="560133" y="18110"/>
                  </a:lnTo>
                  <a:lnTo>
                    <a:pt x="614451" y="18110"/>
                  </a:lnTo>
                  <a:lnTo>
                    <a:pt x="614451" y="0"/>
                  </a:lnTo>
                  <a:close/>
                </a:path>
                <a:path w="1748154" h="1630045">
                  <a:moveTo>
                    <a:pt x="648677" y="1611744"/>
                  </a:moveTo>
                  <a:lnTo>
                    <a:pt x="594347" y="1611744"/>
                  </a:lnTo>
                  <a:lnTo>
                    <a:pt x="594347" y="1629854"/>
                  </a:lnTo>
                  <a:lnTo>
                    <a:pt x="648677" y="1629854"/>
                  </a:lnTo>
                  <a:lnTo>
                    <a:pt x="648677" y="1611744"/>
                  </a:lnTo>
                  <a:close/>
                </a:path>
                <a:path w="1748154" h="1630045">
                  <a:moveTo>
                    <a:pt x="704748" y="0"/>
                  </a:moveTo>
                  <a:lnTo>
                    <a:pt x="650430" y="0"/>
                  </a:lnTo>
                  <a:lnTo>
                    <a:pt x="650430" y="18110"/>
                  </a:lnTo>
                  <a:lnTo>
                    <a:pt x="704748" y="18110"/>
                  </a:lnTo>
                  <a:lnTo>
                    <a:pt x="704748" y="0"/>
                  </a:lnTo>
                  <a:close/>
                </a:path>
                <a:path w="1748154" h="1630045">
                  <a:moveTo>
                    <a:pt x="738974" y="1611744"/>
                  </a:moveTo>
                  <a:lnTo>
                    <a:pt x="684644" y="1611744"/>
                  </a:lnTo>
                  <a:lnTo>
                    <a:pt x="684644" y="1629854"/>
                  </a:lnTo>
                  <a:lnTo>
                    <a:pt x="738974" y="1629854"/>
                  </a:lnTo>
                  <a:lnTo>
                    <a:pt x="738974" y="1611744"/>
                  </a:lnTo>
                  <a:close/>
                </a:path>
                <a:path w="1748154" h="1630045">
                  <a:moveTo>
                    <a:pt x="795045" y="0"/>
                  </a:moveTo>
                  <a:lnTo>
                    <a:pt x="740714" y="0"/>
                  </a:lnTo>
                  <a:lnTo>
                    <a:pt x="740714" y="18110"/>
                  </a:lnTo>
                  <a:lnTo>
                    <a:pt x="795045" y="18110"/>
                  </a:lnTo>
                  <a:lnTo>
                    <a:pt x="795045" y="0"/>
                  </a:lnTo>
                  <a:close/>
                </a:path>
                <a:path w="1748154" h="1630045">
                  <a:moveTo>
                    <a:pt x="829271" y="1611744"/>
                  </a:moveTo>
                  <a:lnTo>
                    <a:pt x="774941" y="1611744"/>
                  </a:lnTo>
                  <a:lnTo>
                    <a:pt x="774941" y="1629854"/>
                  </a:lnTo>
                  <a:lnTo>
                    <a:pt x="829271" y="1629854"/>
                  </a:lnTo>
                  <a:lnTo>
                    <a:pt x="829271" y="1611744"/>
                  </a:lnTo>
                  <a:close/>
                </a:path>
                <a:path w="1748154" h="1630045">
                  <a:moveTo>
                    <a:pt x="885342" y="0"/>
                  </a:moveTo>
                  <a:lnTo>
                    <a:pt x="831011" y="0"/>
                  </a:lnTo>
                  <a:lnTo>
                    <a:pt x="831011" y="18110"/>
                  </a:lnTo>
                  <a:lnTo>
                    <a:pt x="885342" y="18110"/>
                  </a:lnTo>
                  <a:lnTo>
                    <a:pt x="885342" y="0"/>
                  </a:lnTo>
                  <a:close/>
                </a:path>
                <a:path w="1748154" h="1630045">
                  <a:moveTo>
                    <a:pt x="919568" y="1611744"/>
                  </a:moveTo>
                  <a:lnTo>
                    <a:pt x="865238" y="1611744"/>
                  </a:lnTo>
                  <a:lnTo>
                    <a:pt x="865238" y="1629854"/>
                  </a:lnTo>
                  <a:lnTo>
                    <a:pt x="919568" y="1629854"/>
                  </a:lnTo>
                  <a:lnTo>
                    <a:pt x="919568" y="1611744"/>
                  </a:lnTo>
                  <a:close/>
                </a:path>
                <a:path w="1748154" h="1630045">
                  <a:moveTo>
                    <a:pt x="975639" y="0"/>
                  </a:moveTo>
                  <a:lnTo>
                    <a:pt x="921308" y="0"/>
                  </a:lnTo>
                  <a:lnTo>
                    <a:pt x="921308" y="18110"/>
                  </a:lnTo>
                  <a:lnTo>
                    <a:pt x="975639" y="18110"/>
                  </a:lnTo>
                  <a:lnTo>
                    <a:pt x="975639" y="0"/>
                  </a:lnTo>
                  <a:close/>
                </a:path>
                <a:path w="1748154" h="1630045">
                  <a:moveTo>
                    <a:pt x="1009853" y="1611744"/>
                  </a:moveTo>
                  <a:lnTo>
                    <a:pt x="955535" y="1611744"/>
                  </a:lnTo>
                  <a:lnTo>
                    <a:pt x="955535" y="1629854"/>
                  </a:lnTo>
                  <a:lnTo>
                    <a:pt x="1009853" y="1629854"/>
                  </a:lnTo>
                  <a:lnTo>
                    <a:pt x="1009853" y="1611744"/>
                  </a:lnTo>
                  <a:close/>
                </a:path>
                <a:path w="1748154" h="1630045">
                  <a:moveTo>
                    <a:pt x="1065936" y="0"/>
                  </a:moveTo>
                  <a:lnTo>
                    <a:pt x="1011605" y="0"/>
                  </a:lnTo>
                  <a:lnTo>
                    <a:pt x="1011605" y="18110"/>
                  </a:lnTo>
                  <a:lnTo>
                    <a:pt x="1065936" y="18110"/>
                  </a:lnTo>
                  <a:lnTo>
                    <a:pt x="1065936" y="0"/>
                  </a:lnTo>
                  <a:close/>
                </a:path>
                <a:path w="1748154" h="1630045">
                  <a:moveTo>
                    <a:pt x="1100150" y="1611744"/>
                  </a:moveTo>
                  <a:lnTo>
                    <a:pt x="1045832" y="1611744"/>
                  </a:lnTo>
                  <a:lnTo>
                    <a:pt x="1045832" y="1629854"/>
                  </a:lnTo>
                  <a:lnTo>
                    <a:pt x="1100150" y="1629854"/>
                  </a:lnTo>
                  <a:lnTo>
                    <a:pt x="1100150" y="1611744"/>
                  </a:lnTo>
                  <a:close/>
                </a:path>
                <a:path w="1748154" h="1630045">
                  <a:moveTo>
                    <a:pt x="1156233" y="0"/>
                  </a:moveTo>
                  <a:lnTo>
                    <a:pt x="1101902" y="0"/>
                  </a:lnTo>
                  <a:lnTo>
                    <a:pt x="1101902" y="18110"/>
                  </a:lnTo>
                  <a:lnTo>
                    <a:pt x="1156233" y="18110"/>
                  </a:lnTo>
                  <a:lnTo>
                    <a:pt x="1156233" y="0"/>
                  </a:lnTo>
                  <a:close/>
                </a:path>
                <a:path w="1748154" h="1630045">
                  <a:moveTo>
                    <a:pt x="1190447" y="1611744"/>
                  </a:moveTo>
                  <a:lnTo>
                    <a:pt x="1136116" y="1611744"/>
                  </a:lnTo>
                  <a:lnTo>
                    <a:pt x="1136116" y="1629854"/>
                  </a:lnTo>
                  <a:lnTo>
                    <a:pt x="1190447" y="1629854"/>
                  </a:lnTo>
                  <a:lnTo>
                    <a:pt x="1190447" y="1611744"/>
                  </a:lnTo>
                  <a:close/>
                </a:path>
                <a:path w="1748154" h="1630045">
                  <a:moveTo>
                    <a:pt x="1246530" y="0"/>
                  </a:moveTo>
                  <a:lnTo>
                    <a:pt x="1192199" y="0"/>
                  </a:lnTo>
                  <a:lnTo>
                    <a:pt x="1192199" y="18110"/>
                  </a:lnTo>
                  <a:lnTo>
                    <a:pt x="1246530" y="18110"/>
                  </a:lnTo>
                  <a:lnTo>
                    <a:pt x="1246530" y="0"/>
                  </a:lnTo>
                  <a:close/>
                </a:path>
                <a:path w="1748154" h="1630045">
                  <a:moveTo>
                    <a:pt x="1280744" y="1611744"/>
                  </a:moveTo>
                  <a:lnTo>
                    <a:pt x="1226413" y="1611744"/>
                  </a:lnTo>
                  <a:lnTo>
                    <a:pt x="1226413" y="1629854"/>
                  </a:lnTo>
                  <a:lnTo>
                    <a:pt x="1280744" y="1629854"/>
                  </a:lnTo>
                  <a:lnTo>
                    <a:pt x="1280744" y="1611744"/>
                  </a:lnTo>
                  <a:close/>
                </a:path>
                <a:path w="1748154" h="1630045">
                  <a:moveTo>
                    <a:pt x="1336827" y="0"/>
                  </a:moveTo>
                  <a:lnTo>
                    <a:pt x="1282496" y="0"/>
                  </a:lnTo>
                  <a:lnTo>
                    <a:pt x="1282496" y="18110"/>
                  </a:lnTo>
                  <a:lnTo>
                    <a:pt x="1336827" y="18110"/>
                  </a:lnTo>
                  <a:lnTo>
                    <a:pt x="1336827" y="0"/>
                  </a:lnTo>
                  <a:close/>
                </a:path>
                <a:path w="1748154" h="1630045">
                  <a:moveTo>
                    <a:pt x="1371041" y="1611744"/>
                  </a:moveTo>
                  <a:lnTo>
                    <a:pt x="1316710" y="1611744"/>
                  </a:lnTo>
                  <a:lnTo>
                    <a:pt x="1316710" y="1629854"/>
                  </a:lnTo>
                  <a:lnTo>
                    <a:pt x="1371041" y="1629854"/>
                  </a:lnTo>
                  <a:lnTo>
                    <a:pt x="1371041" y="1611744"/>
                  </a:lnTo>
                  <a:close/>
                </a:path>
                <a:path w="1748154" h="1630045">
                  <a:moveTo>
                    <a:pt x="1427111" y="0"/>
                  </a:moveTo>
                  <a:lnTo>
                    <a:pt x="1372793" y="0"/>
                  </a:lnTo>
                  <a:lnTo>
                    <a:pt x="1372793" y="18110"/>
                  </a:lnTo>
                  <a:lnTo>
                    <a:pt x="1427111" y="18110"/>
                  </a:lnTo>
                  <a:lnTo>
                    <a:pt x="1427111" y="0"/>
                  </a:lnTo>
                  <a:close/>
                </a:path>
                <a:path w="1748154" h="1630045">
                  <a:moveTo>
                    <a:pt x="1461338" y="1611744"/>
                  </a:moveTo>
                  <a:lnTo>
                    <a:pt x="1407007" y="1611744"/>
                  </a:lnTo>
                  <a:lnTo>
                    <a:pt x="1407007" y="1629854"/>
                  </a:lnTo>
                  <a:lnTo>
                    <a:pt x="1461338" y="1629854"/>
                  </a:lnTo>
                  <a:lnTo>
                    <a:pt x="1461338" y="1611744"/>
                  </a:lnTo>
                  <a:close/>
                </a:path>
                <a:path w="1748154" h="1630045">
                  <a:moveTo>
                    <a:pt x="1517408" y="0"/>
                  </a:moveTo>
                  <a:lnTo>
                    <a:pt x="1463090" y="0"/>
                  </a:lnTo>
                  <a:lnTo>
                    <a:pt x="1463090" y="18110"/>
                  </a:lnTo>
                  <a:lnTo>
                    <a:pt x="1517408" y="18110"/>
                  </a:lnTo>
                  <a:lnTo>
                    <a:pt x="1517408" y="0"/>
                  </a:lnTo>
                  <a:close/>
                </a:path>
                <a:path w="1748154" h="1630045">
                  <a:moveTo>
                    <a:pt x="1551635" y="1611744"/>
                  </a:moveTo>
                  <a:lnTo>
                    <a:pt x="1497304" y="1611744"/>
                  </a:lnTo>
                  <a:lnTo>
                    <a:pt x="1497304" y="1629854"/>
                  </a:lnTo>
                  <a:lnTo>
                    <a:pt x="1551635" y="1629854"/>
                  </a:lnTo>
                  <a:lnTo>
                    <a:pt x="1551635" y="1611744"/>
                  </a:lnTo>
                  <a:close/>
                </a:path>
                <a:path w="1748154" h="1630045">
                  <a:moveTo>
                    <a:pt x="1607705" y="0"/>
                  </a:moveTo>
                  <a:lnTo>
                    <a:pt x="1553375" y="0"/>
                  </a:lnTo>
                  <a:lnTo>
                    <a:pt x="1553375" y="18110"/>
                  </a:lnTo>
                  <a:lnTo>
                    <a:pt x="1607705" y="18110"/>
                  </a:lnTo>
                  <a:lnTo>
                    <a:pt x="1607705" y="0"/>
                  </a:lnTo>
                  <a:close/>
                </a:path>
                <a:path w="1748154" h="1630045">
                  <a:moveTo>
                    <a:pt x="1642021" y="1629702"/>
                  </a:moveTo>
                  <a:lnTo>
                    <a:pt x="1641525" y="1611617"/>
                  </a:lnTo>
                  <a:lnTo>
                    <a:pt x="1638896" y="1611744"/>
                  </a:lnTo>
                  <a:lnTo>
                    <a:pt x="1587601" y="1611744"/>
                  </a:lnTo>
                  <a:lnTo>
                    <a:pt x="1587601" y="1629854"/>
                  </a:lnTo>
                  <a:lnTo>
                    <a:pt x="1638896" y="1629854"/>
                  </a:lnTo>
                  <a:lnTo>
                    <a:pt x="1642021" y="1629702"/>
                  </a:lnTo>
                  <a:close/>
                </a:path>
                <a:path w="1748154" h="1630045">
                  <a:moveTo>
                    <a:pt x="1699806" y="18694"/>
                  </a:moveTo>
                  <a:lnTo>
                    <a:pt x="1660093" y="2070"/>
                  </a:lnTo>
                  <a:lnTo>
                    <a:pt x="1643862" y="241"/>
                  </a:lnTo>
                  <a:lnTo>
                    <a:pt x="1643024" y="18313"/>
                  </a:lnTo>
                  <a:lnTo>
                    <a:pt x="1647812" y="18542"/>
                  </a:lnTo>
                  <a:lnTo>
                    <a:pt x="1656562" y="19837"/>
                  </a:lnTo>
                  <a:lnTo>
                    <a:pt x="1689658" y="33693"/>
                  </a:lnTo>
                  <a:lnTo>
                    <a:pt x="1699806" y="18694"/>
                  </a:lnTo>
                  <a:close/>
                </a:path>
                <a:path w="1748154" h="1630045">
                  <a:moveTo>
                    <a:pt x="1726882" y="1584782"/>
                  </a:moveTo>
                  <a:lnTo>
                    <a:pt x="1712214" y="1574177"/>
                  </a:lnTo>
                  <a:lnTo>
                    <a:pt x="1708924" y="1578610"/>
                  </a:lnTo>
                  <a:lnTo>
                    <a:pt x="1702930" y="1585226"/>
                  </a:lnTo>
                  <a:lnTo>
                    <a:pt x="1696313" y="1591221"/>
                  </a:lnTo>
                  <a:lnTo>
                    <a:pt x="1689214" y="1596491"/>
                  </a:lnTo>
                  <a:lnTo>
                    <a:pt x="1681619" y="1601038"/>
                  </a:lnTo>
                  <a:lnTo>
                    <a:pt x="1673606" y="1604822"/>
                  </a:lnTo>
                  <a:lnTo>
                    <a:pt x="1680552" y="1621548"/>
                  </a:lnTo>
                  <a:lnTo>
                    <a:pt x="1715731" y="1598028"/>
                  </a:lnTo>
                  <a:lnTo>
                    <a:pt x="1722932" y="1590090"/>
                  </a:lnTo>
                  <a:lnTo>
                    <a:pt x="1726882" y="1584782"/>
                  </a:lnTo>
                  <a:close/>
                </a:path>
                <a:path w="1748154" h="1630045">
                  <a:moveTo>
                    <a:pt x="1747253" y="102374"/>
                  </a:moveTo>
                  <a:lnTo>
                    <a:pt x="1734705" y="57391"/>
                  </a:lnTo>
                  <a:lnTo>
                    <a:pt x="1728038" y="46634"/>
                  </a:lnTo>
                  <a:lnTo>
                    <a:pt x="1713179" y="56972"/>
                  </a:lnTo>
                  <a:lnTo>
                    <a:pt x="1714195" y="58343"/>
                  </a:lnTo>
                  <a:lnTo>
                    <a:pt x="1718741" y="65938"/>
                  </a:lnTo>
                  <a:lnTo>
                    <a:pt x="1729193" y="103416"/>
                  </a:lnTo>
                  <a:lnTo>
                    <a:pt x="1747253" y="102374"/>
                  </a:lnTo>
                  <a:close/>
                </a:path>
                <a:path w="1748154" h="1630045">
                  <a:moveTo>
                    <a:pt x="1747558" y="1493024"/>
                  </a:moveTo>
                  <a:lnTo>
                    <a:pt x="1729447" y="1493024"/>
                  </a:lnTo>
                  <a:lnTo>
                    <a:pt x="1729447" y="1521193"/>
                  </a:lnTo>
                  <a:lnTo>
                    <a:pt x="1729016" y="1530121"/>
                  </a:lnTo>
                  <a:lnTo>
                    <a:pt x="1727720" y="1538859"/>
                  </a:lnTo>
                  <a:lnTo>
                    <a:pt x="1726323" y="1544421"/>
                  </a:lnTo>
                  <a:lnTo>
                    <a:pt x="1743811" y="1549069"/>
                  </a:lnTo>
                  <a:lnTo>
                    <a:pt x="1745488" y="1542402"/>
                  </a:lnTo>
                  <a:lnTo>
                    <a:pt x="1747037" y="1531899"/>
                  </a:lnTo>
                  <a:lnTo>
                    <a:pt x="1747558" y="1521193"/>
                  </a:lnTo>
                  <a:lnTo>
                    <a:pt x="1747558" y="1493024"/>
                  </a:lnTo>
                  <a:close/>
                </a:path>
                <a:path w="1748154" h="1630045">
                  <a:moveTo>
                    <a:pt x="1747558" y="1402727"/>
                  </a:moveTo>
                  <a:lnTo>
                    <a:pt x="1729447" y="1402727"/>
                  </a:lnTo>
                  <a:lnTo>
                    <a:pt x="1729447" y="1457058"/>
                  </a:lnTo>
                  <a:lnTo>
                    <a:pt x="1747558" y="1457058"/>
                  </a:lnTo>
                  <a:lnTo>
                    <a:pt x="1747558" y="1402727"/>
                  </a:lnTo>
                  <a:close/>
                </a:path>
                <a:path w="1748154" h="1630045">
                  <a:moveTo>
                    <a:pt x="1747558" y="1312430"/>
                  </a:moveTo>
                  <a:lnTo>
                    <a:pt x="1729447" y="1312430"/>
                  </a:lnTo>
                  <a:lnTo>
                    <a:pt x="1729447" y="1366748"/>
                  </a:lnTo>
                  <a:lnTo>
                    <a:pt x="1747558" y="1366748"/>
                  </a:lnTo>
                  <a:lnTo>
                    <a:pt x="1747558" y="1312430"/>
                  </a:lnTo>
                  <a:close/>
                </a:path>
                <a:path w="1748154" h="1630045">
                  <a:moveTo>
                    <a:pt x="1747558" y="1222133"/>
                  </a:moveTo>
                  <a:lnTo>
                    <a:pt x="1729447" y="1222133"/>
                  </a:lnTo>
                  <a:lnTo>
                    <a:pt x="1729447" y="1276464"/>
                  </a:lnTo>
                  <a:lnTo>
                    <a:pt x="1747558" y="1276464"/>
                  </a:lnTo>
                  <a:lnTo>
                    <a:pt x="1747558" y="1222133"/>
                  </a:lnTo>
                  <a:close/>
                </a:path>
                <a:path w="1748154" h="1630045">
                  <a:moveTo>
                    <a:pt x="1747558" y="1131836"/>
                  </a:moveTo>
                  <a:lnTo>
                    <a:pt x="1729447" y="1131836"/>
                  </a:lnTo>
                  <a:lnTo>
                    <a:pt x="1729447" y="1186167"/>
                  </a:lnTo>
                  <a:lnTo>
                    <a:pt x="1747558" y="1186167"/>
                  </a:lnTo>
                  <a:lnTo>
                    <a:pt x="1747558" y="1131836"/>
                  </a:lnTo>
                  <a:close/>
                </a:path>
                <a:path w="1748154" h="1630045">
                  <a:moveTo>
                    <a:pt x="1747558" y="1041539"/>
                  </a:moveTo>
                  <a:lnTo>
                    <a:pt x="1729447" y="1041539"/>
                  </a:lnTo>
                  <a:lnTo>
                    <a:pt x="1729447" y="1095870"/>
                  </a:lnTo>
                  <a:lnTo>
                    <a:pt x="1747558" y="1095870"/>
                  </a:lnTo>
                  <a:lnTo>
                    <a:pt x="1747558" y="1041539"/>
                  </a:lnTo>
                  <a:close/>
                </a:path>
                <a:path w="1748154" h="1630045">
                  <a:moveTo>
                    <a:pt x="1747558" y="951242"/>
                  </a:moveTo>
                  <a:lnTo>
                    <a:pt x="1729447" y="951242"/>
                  </a:lnTo>
                  <a:lnTo>
                    <a:pt x="1729447" y="1005573"/>
                  </a:lnTo>
                  <a:lnTo>
                    <a:pt x="1747558" y="1005573"/>
                  </a:lnTo>
                  <a:lnTo>
                    <a:pt x="1747558" y="951242"/>
                  </a:lnTo>
                  <a:close/>
                </a:path>
                <a:path w="1748154" h="1630045">
                  <a:moveTo>
                    <a:pt x="1747558" y="860945"/>
                  </a:moveTo>
                  <a:lnTo>
                    <a:pt x="1729447" y="860945"/>
                  </a:lnTo>
                  <a:lnTo>
                    <a:pt x="1729447" y="915276"/>
                  </a:lnTo>
                  <a:lnTo>
                    <a:pt x="1747558" y="915276"/>
                  </a:lnTo>
                  <a:lnTo>
                    <a:pt x="1747558" y="860945"/>
                  </a:lnTo>
                  <a:close/>
                </a:path>
                <a:path w="1748154" h="1630045">
                  <a:moveTo>
                    <a:pt x="1747558" y="770661"/>
                  </a:moveTo>
                  <a:lnTo>
                    <a:pt x="1729447" y="770661"/>
                  </a:lnTo>
                  <a:lnTo>
                    <a:pt x="1729447" y="824979"/>
                  </a:lnTo>
                  <a:lnTo>
                    <a:pt x="1747558" y="824979"/>
                  </a:lnTo>
                  <a:lnTo>
                    <a:pt x="1747558" y="770661"/>
                  </a:lnTo>
                  <a:close/>
                </a:path>
                <a:path w="1748154" h="1630045">
                  <a:moveTo>
                    <a:pt x="1747558" y="680364"/>
                  </a:moveTo>
                  <a:lnTo>
                    <a:pt x="1729447" y="680364"/>
                  </a:lnTo>
                  <a:lnTo>
                    <a:pt x="1729447" y="734682"/>
                  </a:lnTo>
                  <a:lnTo>
                    <a:pt x="1747558" y="734682"/>
                  </a:lnTo>
                  <a:lnTo>
                    <a:pt x="1747558" y="680364"/>
                  </a:lnTo>
                  <a:close/>
                </a:path>
                <a:path w="1748154" h="1630045">
                  <a:moveTo>
                    <a:pt x="1747558" y="590067"/>
                  </a:moveTo>
                  <a:lnTo>
                    <a:pt x="1729447" y="590067"/>
                  </a:lnTo>
                  <a:lnTo>
                    <a:pt x="1729447" y="644398"/>
                  </a:lnTo>
                  <a:lnTo>
                    <a:pt x="1747558" y="644398"/>
                  </a:lnTo>
                  <a:lnTo>
                    <a:pt x="1747558" y="590067"/>
                  </a:lnTo>
                  <a:close/>
                </a:path>
                <a:path w="1748154" h="1630045">
                  <a:moveTo>
                    <a:pt x="1747558" y="499770"/>
                  </a:moveTo>
                  <a:lnTo>
                    <a:pt x="1729447" y="499770"/>
                  </a:lnTo>
                  <a:lnTo>
                    <a:pt x="1729447" y="554088"/>
                  </a:lnTo>
                  <a:lnTo>
                    <a:pt x="1747558" y="554088"/>
                  </a:lnTo>
                  <a:lnTo>
                    <a:pt x="1747558" y="499770"/>
                  </a:lnTo>
                  <a:close/>
                </a:path>
                <a:path w="1748154" h="1630045">
                  <a:moveTo>
                    <a:pt x="1747558" y="409473"/>
                  </a:moveTo>
                  <a:lnTo>
                    <a:pt x="1729447" y="409473"/>
                  </a:lnTo>
                  <a:lnTo>
                    <a:pt x="1729447" y="463804"/>
                  </a:lnTo>
                  <a:lnTo>
                    <a:pt x="1747558" y="463804"/>
                  </a:lnTo>
                  <a:lnTo>
                    <a:pt x="1747558" y="409473"/>
                  </a:lnTo>
                  <a:close/>
                </a:path>
                <a:path w="1748154" h="1630045">
                  <a:moveTo>
                    <a:pt x="1747558" y="319176"/>
                  </a:moveTo>
                  <a:lnTo>
                    <a:pt x="1729447" y="319176"/>
                  </a:lnTo>
                  <a:lnTo>
                    <a:pt x="1729447" y="373507"/>
                  </a:lnTo>
                  <a:lnTo>
                    <a:pt x="1747558" y="373507"/>
                  </a:lnTo>
                  <a:lnTo>
                    <a:pt x="1747558" y="319176"/>
                  </a:lnTo>
                  <a:close/>
                </a:path>
                <a:path w="1748154" h="1630045">
                  <a:moveTo>
                    <a:pt x="1747558" y="228879"/>
                  </a:moveTo>
                  <a:lnTo>
                    <a:pt x="1729447" y="228879"/>
                  </a:lnTo>
                  <a:lnTo>
                    <a:pt x="1729447" y="283210"/>
                  </a:lnTo>
                  <a:lnTo>
                    <a:pt x="1747558" y="283210"/>
                  </a:lnTo>
                  <a:lnTo>
                    <a:pt x="1747558" y="228879"/>
                  </a:lnTo>
                  <a:close/>
                </a:path>
                <a:path w="1748154" h="1630045">
                  <a:moveTo>
                    <a:pt x="1747558" y="138582"/>
                  </a:moveTo>
                  <a:lnTo>
                    <a:pt x="1729447" y="138582"/>
                  </a:lnTo>
                  <a:lnTo>
                    <a:pt x="1729447" y="192913"/>
                  </a:lnTo>
                  <a:lnTo>
                    <a:pt x="1747558" y="192913"/>
                  </a:lnTo>
                  <a:lnTo>
                    <a:pt x="1747558" y="138582"/>
                  </a:lnTo>
                  <a:close/>
                </a:path>
              </a:pathLst>
            </a:custGeom>
            <a:solidFill>
              <a:srgbClr val="CBD5E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pic>
        <p:nvPicPr>
          <p:cNvPr id="15" name="圖片 14">
            <a:extLst>
              <a:ext uri="{FF2B5EF4-FFF2-40B4-BE49-F238E27FC236}">
                <a16:creationId xmlns:a16="http://schemas.microsoft.com/office/drawing/2014/main" id="{921FC7CC-9F04-47F8-8E61-E10759FA5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7847" y="4546821"/>
            <a:ext cx="2474892" cy="1417975"/>
          </a:xfrm>
          <a:prstGeom prst="rect">
            <a:avLst/>
          </a:prstGeom>
        </p:spPr>
      </p:pic>
      <p:sp>
        <p:nvSpPr>
          <p:cNvPr id="19" name="object 23">
            <a:extLst>
              <a:ext uri="{FF2B5EF4-FFF2-40B4-BE49-F238E27FC236}">
                <a16:creationId xmlns:a16="http://schemas.microsoft.com/office/drawing/2014/main" id="{76E65965-2BE0-48B9-9058-BD3976AF2952}"/>
              </a:ext>
            </a:extLst>
          </p:cNvPr>
          <p:cNvSpPr txBox="1"/>
          <p:nvPr/>
        </p:nvSpPr>
        <p:spPr>
          <a:xfrm>
            <a:off x="4582795" y="6327233"/>
            <a:ext cx="751205" cy="382797"/>
          </a:xfrm>
          <a:prstGeom prst="rect">
            <a:avLst/>
          </a:prstGeom>
        </p:spPr>
        <p:txBody>
          <a:bodyPr vert="horz" wrap="square" lIns="0" tIns="234315" rIns="0" bIns="0" rtlCol="0">
            <a:spAutoFit/>
          </a:bodyPr>
          <a:lstStyle/>
          <a:p>
            <a:pPr algn="ctr">
              <a:spcBef>
                <a:spcPts val="509"/>
              </a:spcBef>
            </a:pPr>
            <a:r>
              <a:rPr lang="zh-TW" altLang="en-US" sz="950" spc="-30" dirty="0">
                <a:solidFill>
                  <a:srgbClr val="94A2B8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成果數據</a:t>
            </a:r>
            <a:endParaRPr sz="95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</p:txBody>
      </p:sp>
      <p:grpSp>
        <p:nvGrpSpPr>
          <p:cNvPr id="20" name="object 28">
            <a:extLst>
              <a:ext uri="{FF2B5EF4-FFF2-40B4-BE49-F238E27FC236}">
                <a16:creationId xmlns:a16="http://schemas.microsoft.com/office/drawing/2014/main" id="{91260FA6-DD91-4D56-A99A-A0310534CD19}"/>
              </a:ext>
            </a:extLst>
          </p:cNvPr>
          <p:cNvGrpSpPr/>
          <p:nvPr/>
        </p:nvGrpSpPr>
        <p:grpSpPr>
          <a:xfrm>
            <a:off x="383944" y="7997437"/>
            <a:ext cx="6102985" cy="1405901"/>
            <a:chOff x="733193" y="7741542"/>
            <a:chExt cx="6102985" cy="2055495"/>
          </a:xfrm>
        </p:grpSpPr>
        <p:sp>
          <p:nvSpPr>
            <p:cNvPr id="21" name="object 29">
              <a:extLst>
                <a:ext uri="{FF2B5EF4-FFF2-40B4-BE49-F238E27FC236}">
                  <a16:creationId xmlns:a16="http://schemas.microsoft.com/office/drawing/2014/main" id="{379BC973-E85A-4F10-8AFA-FA2D30F3AA87}"/>
                </a:ext>
              </a:extLst>
            </p:cNvPr>
            <p:cNvSpPr/>
            <p:nvPr/>
          </p:nvSpPr>
          <p:spPr>
            <a:xfrm>
              <a:off x="733193" y="7741542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5967059" y="2055417"/>
                  </a:moveTo>
                  <a:lnTo>
                    <a:pt x="135816" y="2055417"/>
                  </a:lnTo>
                  <a:lnTo>
                    <a:pt x="122440" y="2054770"/>
                  </a:lnTo>
                  <a:lnTo>
                    <a:pt x="83844" y="2045077"/>
                  </a:lnTo>
                  <a:lnTo>
                    <a:pt x="49698" y="2024640"/>
                  </a:lnTo>
                  <a:lnTo>
                    <a:pt x="22868" y="1995068"/>
                  </a:lnTo>
                  <a:lnTo>
                    <a:pt x="5815" y="1958963"/>
                  </a:lnTo>
                  <a:lnTo>
                    <a:pt x="0" y="1919602"/>
                  </a:lnTo>
                  <a:lnTo>
                    <a:pt x="0" y="135815"/>
                  </a:lnTo>
                  <a:lnTo>
                    <a:pt x="5815" y="96451"/>
                  </a:lnTo>
                  <a:lnTo>
                    <a:pt x="22868" y="60347"/>
                  </a:lnTo>
                  <a:lnTo>
                    <a:pt x="49698" y="30776"/>
                  </a:lnTo>
                  <a:lnTo>
                    <a:pt x="83844" y="10338"/>
                  </a:lnTo>
                  <a:lnTo>
                    <a:pt x="122440" y="646"/>
                  </a:lnTo>
                  <a:lnTo>
                    <a:pt x="135820" y="0"/>
                  </a:lnTo>
                  <a:lnTo>
                    <a:pt x="5967055" y="0"/>
                  </a:lnTo>
                  <a:lnTo>
                    <a:pt x="6006423" y="5815"/>
                  </a:lnTo>
                  <a:lnTo>
                    <a:pt x="6042527" y="22867"/>
                  </a:lnTo>
                  <a:lnTo>
                    <a:pt x="6072098" y="49697"/>
                  </a:lnTo>
                  <a:lnTo>
                    <a:pt x="6092536" y="83842"/>
                  </a:lnTo>
                  <a:lnTo>
                    <a:pt x="6102229" y="122440"/>
                  </a:lnTo>
                  <a:lnTo>
                    <a:pt x="6102875" y="135815"/>
                  </a:lnTo>
                  <a:lnTo>
                    <a:pt x="6102875" y="1919602"/>
                  </a:lnTo>
                  <a:lnTo>
                    <a:pt x="6097059" y="1958964"/>
                  </a:lnTo>
                  <a:lnTo>
                    <a:pt x="6080006" y="1995068"/>
                  </a:lnTo>
                  <a:lnTo>
                    <a:pt x="6053177" y="2024640"/>
                  </a:lnTo>
                  <a:lnTo>
                    <a:pt x="6019030" y="2045077"/>
                  </a:lnTo>
                  <a:lnTo>
                    <a:pt x="5980434" y="2054770"/>
                  </a:lnTo>
                  <a:lnTo>
                    <a:pt x="5967059" y="2055417"/>
                  </a:lnTo>
                  <a:close/>
                </a:path>
              </a:pathLst>
            </a:custGeom>
            <a:solidFill>
              <a:srgbClr val="FFF6EC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22" name="object 30">
              <a:extLst>
                <a:ext uri="{FF2B5EF4-FFF2-40B4-BE49-F238E27FC236}">
                  <a16:creationId xmlns:a16="http://schemas.microsoft.com/office/drawing/2014/main" id="{22ECBFF4-1FBE-4647-AE2F-23BEF5033FA2}"/>
                </a:ext>
              </a:extLst>
            </p:cNvPr>
            <p:cNvSpPr/>
            <p:nvPr/>
          </p:nvSpPr>
          <p:spPr>
            <a:xfrm>
              <a:off x="733183" y="7741551"/>
              <a:ext cx="6102985" cy="2055495"/>
            </a:xfrm>
            <a:custGeom>
              <a:avLst/>
              <a:gdLst/>
              <a:ahLst/>
              <a:cxnLst/>
              <a:rect l="l" t="t" r="r" b="b"/>
              <a:pathLst>
                <a:path w="6102984" h="2055495">
                  <a:moveTo>
                    <a:pt x="9055" y="1849234"/>
                  </a:moveTo>
                  <a:lnTo>
                    <a:pt x="0" y="1849234"/>
                  </a:lnTo>
                  <a:lnTo>
                    <a:pt x="0" y="1876399"/>
                  </a:lnTo>
                  <a:lnTo>
                    <a:pt x="9055" y="1876399"/>
                  </a:lnTo>
                  <a:lnTo>
                    <a:pt x="9055" y="1849234"/>
                  </a:lnTo>
                  <a:close/>
                </a:path>
                <a:path w="6102984" h="2055495">
                  <a:moveTo>
                    <a:pt x="9055" y="1803971"/>
                  </a:moveTo>
                  <a:lnTo>
                    <a:pt x="0" y="1803971"/>
                  </a:lnTo>
                  <a:lnTo>
                    <a:pt x="0" y="1831124"/>
                  </a:lnTo>
                  <a:lnTo>
                    <a:pt x="9055" y="1831124"/>
                  </a:lnTo>
                  <a:lnTo>
                    <a:pt x="9055" y="1803971"/>
                  </a:lnTo>
                  <a:close/>
                </a:path>
                <a:path w="6102984" h="2055495">
                  <a:moveTo>
                    <a:pt x="9055" y="1758696"/>
                  </a:moveTo>
                  <a:lnTo>
                    <a:pt x="0" y="1758696"/>
                  </a:lnTo>
                  <a:lnTo>
                    <a:pt x="0" y="1785861"/>
                  </a:lnTo>
                  <a:lnTo>
                    <a:pt x="9055" y="1785861"/>
                  </a:lnTo>
                  <a:lnTo>
                    <a:pt x="9055" y="1758696"/>
                  </a:lnTo>
                  <a:close/>
                </a:path>
                <a:path w="6102984" h="2055495">
                  <a:moveTo>
                    <a:pt x="9055" y="1713420"/>
                  </a:moveTo>
                  <a:lnTo>
                    <a:pt x="0" y="1713420"/>
                  </a:lnTo>
                  <a:lnTo>
                    <a:pt x="0" y="1740585"/>
                  </a:lnTo>
                  <a:lnTo>
                    <a:pt x="9055" y="1740585"/>
                  </a:lnTo>
                  <a:lnTo>
                    <a:pt x="9055" y="1713420"/>
                  </a:lnTo>
                  <a:close/>
                </a:path>
                <a:path w="6102984" h="2055495">
                  <a:moveTo>
                    <a:pt x="9055" y="1668145"/>
                  </a:moveTo>
                  <a:lnTo>
                    <a:pt x="0" y="1668145"/>
                  </a:lnTo>
                  <a:lnTo>
                    <a:pt x="0" y="1695310"/>
                  </a:lnTo>
                  <a:lnTo>
                    <a:pt x="9055" y="1695310"/>
                  </a:lnTo>
                  <a:lnTo>
                    <a:pt x="9055" y="1668145"/>
                  </a:lnTo>
                  <a:close/>
                </a:path>
                <a:path w="6102984" h="2055495">
                  <a:moveTo>
                    <a:pt x="9055" y="1622869"/>
                  </a:moveTo>
                  <a:lnTo>
                    <a:pt x="0" y="1622869"/>
                  </a:lnTo>
                  <a:lnTo>
                    <a:pt x="0" y="1650034"/>
                  </a:lnTo>
                  <a:lnTo>
                    <a:pt x="9055" y="1650034"/>
                  </a:lnTo>
                  <a:lnTo>
                    <a:pt x="9055" y="1622869"/>
                  </a:lnTo>
                  <a:close/>
                </a:path>
                <a:path w="6102984" h="2055495">
                  <a:moveTo>
                    <a:pt x="9055" y="1577594"/>
                  </a:moveTo>
                  <a:lnTo>
                    <a:pt x="0" y="1577594"/>
                  </a:lnTo>
                  <a:lnTo>
                    <a:pt x="0" y="1604759"/>
                  </a:lnTo>
                  <a:lnTo>
                    <a:pt x="9055" y="1604759"/>
                  </a:lnTo>
                  <a:lnTo>
                    <a:pt x="9055" y="1577594"/>
                  </a:lnTo>
                  <a:close/>
                </a:path>
                <a:path w="6102984" h="2055495">
                  <a:moveTo>
                    <a:pt x="9055" y="1532318"/>
                  </a:moveTo>
                  <a:lnTo>
                    <a:pt x="0" y="1532318"/>
                  </a:lnTo>
                  <a:lnTo>
                    <a:pt x="0" y="1559483"/>
                  </a:lnTo>
                  <a:lnTo>
                    <a:pt x="9055" y="1559483"/>
                  </a:lnTo>
                  <a:lnTo>
                    <a:pt x="9055" y="1532318"/>
                  </a:lnTo>
                  <a:close/>
                </a:path>
                <a:path w="6102984" h="2055495">
                  <a:moveTo>
                    <a:pt x="9055" y="1487055"/>
                  </a:moveTo>
                  <a:lnTo>
                    <a:pt x="0" y="1487055"/>
                  </a:lnTo>
                  <a:lnTo>
                    <a:pt x="0" y="1514221"/>
                  </a:lnTo>
                  <a:lnTo>
                    <a:pt x="9055" y="1514221"/>
                  </a:lnTo>
                  <a:lnTo>
                    <a:pt x="9055" y="1487055"/>
                  </a:lnTo>
                  <a:close/>
                </a:path>
                <a:path w="6102984" h="2055495">
                  <a:moveTo>
                    <a:pt x="9055" y="1441780"/>
                  </a:moveTo>
                  <a:lnTo>
                    <a:pt x="0" y="1441780"/>
                  </a:lnTo>
                  <a:lnTo>
                    <a:pt x="0" y="1468945"/>
                  </a:lnTo>
                  <a:lnTo>
                    <a:pt x="9055" y="1468945"/>
                  </a:lnTo>
                  <a:lnTo>
                    <a:pt x="9055" y="1441780"/>
                  </a:lnTo>
                  <a:close/>
                </a:path>
                <a:path w="6102984" h="2055495">
                  <a:moveTo>
                    <a:pt x="9055" y="1396504"/>
                  </a:moveTo>
                  <a:lnTo>
                    <a:pt x="0" y="1396504"/>
                  </a:lnTo>
                  <a:lnTo>
                    <a:pt x="0" y="1423670"/>
                  </a:lnTo>
                  <a:lnTo>
                    <a:pt x="9055" y="1423670"/>
                  </a:lnTo>
                  <a:lnTo>
                    <a:pt x="9055" y="1396504"/>
                  </a:lnTo>
                  <a:close/>
                </a:path>
                <a:path w="6102984" h="2055495">
                  <a:moveTo>
                    <a:pt x="9055" y="1351229"/>
                  </a:moveTo>
                  <a:lnTo>
                    <a:pt x="0" y="1351229"/>
                  </a:lnTo>
                  <a:lnTo>
                    <a:pt x="0" y="1378394"/>
                  </a:lnTo>
                  <a:lnTo>
                    <a:pt x="9055" y="1378394"/>
                  </a:lnTo>
                  <a:lnTo>
                    <a:pt x="9055" y="1351229"/>
                  </a:lnTo>
                  <a:close/>
                </a:path>
                <a:path w="6102984" h="2055495">
                  <a:moveTo>
                    <a:pt x="9055" y="1305953"/>
                  </a:moveTo>
                  <a:lnTo>
                    <a:pt x="0" y="1305953"/>
                  </a:lnTo>
                  <a:lnTo>
                    <a:pt x="0" y="1333119"/>
                  </a:lnTo>
                  <a:lnTo>
                    <a:pt x="9055" y="1333119"/>
                  </a:lnTo>
                  <a:lnTo>
                    <a:pt x="9055" y="1305953"/>
                  </a:lnTo>
                  <a:close/>
                </a:path>
                <a:path w="6102984" h="2055495">
                  <a:moveTo>
                    <a:pt x="9055" y="1260678"/>
                  </a:moveTo>
                  <a:lnTo>
                    <a:pt x="0" y="1260678"/>
                  </a:lnTo>
                  <a:lnTo>
                    <a:pt x="0" y="1287843"/>
                  </a:lnTo>
                  <a:lnTo>
                    <a:pt x="9055" y="1287843"/>
                  </a:lnTo>
                  <a:lnTo>
                    <a:pt x="9055" y="1260678"/>
                  </a:lnTo>
                  <a:close/>
                </a:path>
                <a:path w="6102984" h="2055495">
                  <a:moveTo>
                    <a:pt x="9055" y="1215415"/>
                  </a:moveTo>
                  <a:lnTo>
                    <a:pt x="0" y="1215415"/>
                  </a:lnTo>
                  <a:lnTo>
                    <a:pt x="0" y="1242568"/>
                  </a:lnTo>
                  <a:lnTo>
                    <a:pt x="9055" y="1242568"/>
                  </a:lnTo>
                  <a:lnTo>
                    <a:pt x="9055" y="1215415"/>
                  </a:lnTo>
                  <a:close/>
                </a:path>
                <a:path w="6102984" h="2055495">
                  <a:moveTo>
                    <a:pt x="9055" y="1170139"/>
                  </a:moveTo>
                  <a:lnTo>
                    <a:pt x="0" y="1170139"/>
                  </a:lnTo>
                  <a:lnTo>
                    <a:pt x="0" y="1197305"/>
                  </a:lnTo>
                  <a:lnTo>
                    <a:pt x="9055" y="1197305"/>
                  </a:lnTo>
                  <a:lnTo>
                    <a:pt x="9055" y="1170139"/>
                  </a:lnTo>
                  <a:close/>
                </a:path>
                <a:path w="6102984" h="2055495">
                  <a:moveTo>
                    <a:pt x="9055" y="1124864"/>
                  </a:moveTo>
                  <a:lnTo>
                    <a:pt x="0" y="1124864"/>
                  </a:lnTo>
                  <a:lnTo>
                    <a:pt x="0" y="1152029"/>
                  </a:lnTo>
                  <a:lnTo>
                    <a:pt x="9055" y="1152029"/>
                  </a:lnTo>
                  <a:lnTo>
                    <a:pt x="9055" y="1124864"/>
                  </a:lnTo>
                  <a:close/>
                </a:path>
                <a:path w="6102984" h="2055495">
                  <a:moveTo>
                    <a:pt x="9055" y="1079588"/>
                  </a:moveTo>
                  <a:lnTo>
                    <a:pt x="0" y="1079588"/>
                  </a:lnTo>
                  <a:lnTo>
                    <a:pt x="0" y="1106754"/>
                  </a:lnTo>
                  <a:lnTo>
                    <a:pt x="9055" y="1106754"/>
                  </a:lnTo>
                  <a:lnTo>
                    <a:pt x="9055" y="1079588"/>
                  </a:lnTo>
                  <a:close/>
                </a:path>
                <a:path w="6102984" h="2055495">
                  <a:moveTo>
                    <a:pt x="9055" y="1034313"/>
                  </a:moveTo>
                  <a:lnTo>
                    <a:pt x="0" y="1034313"/>
                  </a:lnTo>
                  <a:lnTo>
                    <a:pt x="0" y="1061478"/>
                  </a:lnTo>
                  <a:lnTo>
                    <a:pt x="9055" y="1061478"/>
                  </a:lnTo>
                  <a:lnTo>
                    <a:pt x="9055" y="1034313"/>
                  </a:lnTo>
                  <a:close/>
                </a:path>
                <a:path w="6102984" h="2055495">
                  <a:moveTo>
                    <a:pt x="9055" y="989037"/>
                  </a:moveTo>
                  <a:lnTo>
                    <a:pt x="0" y="989037"/>
                  </a:lnTo>
                  <a:lnTo>
                    <a:pt x="0" y="1016203"/>
                  </a:lnTo>
                  <a:lnTo>
                    <a:pt x="9055" y="1016203"/>
                  </a:lnTo>
                  <a:lnTo>
                    <a:pt x="9055" y="989037"/>
                  </a:lnTo>
                  <a:close/>
                </a:path>
                <a:path w="6102984" h="2055495">
                  <a:moveTo>
                    <a:pt x="9055" y="943762"/>
                  </a:moveTo>
                  <a:lnTo>
                    <a:pt x="0" y="943762"/>
                  </a:lnTo>
                  <a:lnTo>
                    <a:pt x="0" y="970927"/>
                  </a:lnTo>
                  <a:lnTo>
                    <a:pt x="9055" y="970927"/>
                  </a:lnTo>
                  <a:lnTo>
                    <a:pt x="9055" y="943762"/>
                  </a:lnTo>
                  <a:close/>
                </a:path>
                <a:path w="6102984" h="2055495">
                  <a:moveTo>
                    <a:pt x="9055" y="898499"/>
                  </a:moveTo>
                  <a:lnTo>
                    <a:pt x="0" y="898499"/>
                  </a:lnTo>
                  <a:lnTo>
                    <a:pt x="0" y="925664"/>
                  </a:lnTo>
                  <a:lnTo>
                    <a:pt x="9055" y="925664"/>
                  </a:lnTo>
                  <a:lnTo>
                    <a:pt x="9055" y="898499"/>
                  </a:lnTo>
                  <a:close/>
                </a:path>
                <a:path w="6102984" h="2055495">
                  <a:moveTo>
                    <a:pt x="9055" y="853224"/>
                  </a:moveTo>
                  <a:lnTo>
                    <a:pt x="0" y="853224"/>
                  </a:lnTo>
                  <a:lnTo>
                    <a:pt x="0" y="880389"/>
                  </a:lnTo>
                  <a:lnTo>
                    <a:pt x="9055" y="880389"/>
                  </a:lnTo>
                  <a:lnTo>
                    <a:pt x="9055" y="853224"/>
                  </a:lnTo>
                  <a:close/>
                </a:path>
                <a:path w="6102984" h="2055495">
                  <a:moveTo>
                    <a:pt x="9055" y="807948"/>
                  </a:moveTo>
                  <a:lnTo>
                    <a:pt x="0" y="807948"/>
                  </a:lnTo>
                  <a:lnTo>
                    <a:pt x="0" y="835113"/>
                  </a:lnTo>
                  <a:lnTo>
                    <a:pt x="9055" y="835113"/>
                  </a:lnTo>
                  <a:lnTo>
                    <a:pt x="9055" y="807948"/>
                  </a:lnTo>
                  <a:close/>
                </a:path>
                <a:path w="6102984" h="2055495">
                  <a:moveTo>
                    <a:pt x="9055" y="762673"/>
                  </a:moveTo>
                  <a:lnTo>
                    <a:pt x="0" y="762673"/>
                  </a:lnTo>
                  <a:lnTo>
                    <a:pt x="0" y="789838"/>
                  </a:lnTo>
                  <a:lnTo>
                    <a:pt x="9055" y="789838"/>
                  </a:lnTo>
                  <a:lnTo>
                    <a:pt x="9055" y="762673"/>
                  </a:lnTo>
                  <a:close/>
                </a:path>
                <a:path w="6102984" h="2055495">
                  <a:moveTo>
                    <a:pt x="9055" y="717397"/>
                  </a:moveTo>
                  <a:lnTo>
                    <a:pt x="0" y="717397"/>
                  </a:lnTo>
                  <a:lnTo>
                    <a:pt x="0" y="744562"/>
                  </a:lnTo>
                  <a:lnTo>
                    <a:pt x="9055" y="744562"/>
                  </a:lnTo>
                  <a:lnTo>
                    <a:pt x="9055" y="717397"/>
                  </a:lnTo>
                  <a:close/>
                </a:path>
                <a:path w="6102984" h="2055495">
                  <a:moveTo>
                    <a:pt x="9055" y="672122"/>
                  </a:moveTo>
                  <a:lnTo>
                    <a:pt x="0" y="672122"/>
                  </a:lnTo>
                  <a:lnTo>
                    <a:pt x="0" y="699287"/>
                  </a:lnTo>
                  <a:lnTo>
                    <a:pt x="9055" y="699287"/>
                  </a:lnTo>
                  <a:lnTo>
                    <a:pt x="9055" y="672122"/>
                  </a:lnTo>
                  <a:close/>
                </a:path>
                <a:path w="6102984" h="2055495">
                  <a:moveTo>
                    <a:pt x="9055" y="626859"/>
                  </a:moveTo>
                  <a:lnTo>
                    <a:pt x="0" y="626859"/>
                  </a:lnTo>
                  <a:lnTo>
                    <a:pt x="0" y="654011"/>
                  </a:lnTo>
                  <a:lnTo>
                    <a:pt x="9055" y="654011"/>
                  </a:lnTo>
                  <a:lnTo>
                    <a:pt x="9055" y="626859"/>
                  </a:lnTo>
                  <a:close/>
                </a:path>
                <a:path w="6102984" h="2055495">
                  <a:moveTo>
                    <a:pt x="9055" y="581583"/>
                  </a:moveTo>
                  <a:lnTo>
                    <a:pt x="0" y="581583"/>
                  </a:lnTo>
                  <a:lnTo>
                    <a:pt x="0" y="608749"/>
                  </a:lnTo>
                  <a:lnTo>
                    <a:pt x="9055" y="608749"/>
                  </a:lnTo>
                  <a:lnTo>
                    <a:pt x="9055" y="581583"/>
                  </a:lnTo>
                  <a:close/>
                </a:path>
                <a:path w="6102984" h="2055495">
                  <a:moveTo>
                    <a:pt x="9055" y="536308"/>
                  </a:moveTo>
                  <a:lnTo>
                    <a:pt x="0" y="536308"/>
                  </a:lnTo>
                  <a:lnTo>
                    <a:pt x="0" y="563473"/>
                  </a:lnTo>
                  <a:lnTo>
                    <a:pt x="9055" y="563473"/>
                  </a:lnTo>
                  <a:lnTo>
                    <a:pt x="9055" y="536308"/>
                  </a:lnTo>
                  <a:close/>
                </a:path>
                <a:path w="6102984" h="2055495">
                  <a:moveTo>
                    <a:pt x="9055" y="491032"/>
                  </a:moveTo>
                  <a:lnTo>
                    <a:pt x="0" y="491032"/>
                  </a:lnTo>
                  <a:lnTo>
                    <a:pt x="0" y="518198"/>
                  </a:lnTo>
                  <a:lnTo>
                    <a:pt x="9055" y="518198"/>
                  </a:lnTo>
                  <a:lnTo>
                    <a:pt x="9055" y="491032"/>
                  </a:lnTo>
                  <a:close/>
                </a:path>
                <a:path w="6102984" h="2055495">
                  <a:moveTo>
                    <a:pt x="9055" y="445757"/>
                  </a:moveTo>
                  <a:lnTo>
                    <a:pt x="0" y="445757"/>
                  </a:lnTo>
                  <a:lnTo>
                    <a:pt x="0" y="472922"/>
                  </a:lnTo>
                  <a:lnTo>
                    <a:pt x="9055" y="472922"/>
                  </a:lnTo>
                  <a:lnTo>
                    <a:pt x="9055" y="445757"/>
                  </a:lnTo>
                  <a:close/>
                </a:path>
                <a:path w="6102984" h="2055495">
                  <a:moveTo>
                    <a:pt x="9055" y="400481"/>
                  </a:moveTo>
                  <a:lnTo>
                    <a:pt x="0" y="400481"/>
                  </a:lnTo>
                  <a:lnTo>
                    <a:pt x="0" y="427647"/>
                  </a:lnTo>
                  <a:lnTo>
                    <a:pt x="9055" y="427647"/>
                  </a:lnTo>
                  <a:lnTo>
                    <a:pt x="9055" y="400481"/>
                  </a:lnTo>
                  <a:close/>
                </a:path>
                <a:path w="6102984" h="2055495">
                  <a:moveTo>
                    <a:pt x="9055" y="355206"/>
                  </a:moveTo>
                  <a:lnTo>
                    <a:pt x="0" y="355206"/>
                  </a:lnTo>
                  <a:lnTo>
                    <a:pt x="0" y="382371"/>
                  </a:lnTo>
                  <a:lnTo>
                    <a:pt x="9055" y="382371"/>
                  </a:lnTo>
                  <a:lnTo>
                    <a:pt x="9055" y="355206"/>
                  </a:lnTo>
                  <a:close/>
                </a:path>
                <a:path w="6102984" h="2055495">
                  <a:moveTo>
                    <a:pt x="9055" y="309943"/>
                  </a:moveTo>
                  <a:lnTo>
                    <a:pt x="0" y="309943"/>
                  </a:lnTo>
                  <a:lnTo>
                    <a:pt x="0" y="337108"/>
                  </a:lnTo>
                  <a:lnTo>
                    <a:pt x="9055" y="337108"/>
                  </a:lnTo>
                  <a:lnTo>
                    <a:pt x="9055" y="309943"/>
                  </a:lnTo>
                  <a:close/>
                </a:path>
                <a:path w="6102984" h="2055495">
                  <a:moveTo>
                    <a:pt x="9055" y="264668"/>
                  </a:moveTo>
                  <a:lnTo>
                    <a:pt x="0" y="264668"/>
                  </a:lnTo>
                  <a:lnTo>
                    <a:pt x="0" y="291833"/>
                  </a:lnTo>
                  <a:lnTo>
                    <a:pt x="9055" y="291833"/>
                  </a:lnTo>
                  <a:lnTo>
                    <a:pt x="9055" y="264668"/>
                  </a:lnTo>
                  <a:close/>
                </a:path>
                <a:path w="6102984" h="2055495">
                  <a:moveTo>
                    <a:pt x="9055" y="219392"/>
                  </a:moveTo>
                  <a:lnTo>
                    <a:pt x="0" y="219392"/>
                  </a:lnTo>
                  <a:lnTo>
                    <a:pt x="0" y="246557"/>
                  </a:lnTo>
                  <a:lnTo>
                    <a:pt x="9055" y="246557"/>
                  </a:lnTo>
                  <a:lnTo>
                    <a:pt x="9055" y="219392"/>
                  </a:lnTo>
                  <a:close/>
                </a:path>
                <a:path w="6102984" h="2055495">
                  <a:moveTo>
                    <a:pt x="9055" y="174117"/>
                  </a:moveTo>
                  <a:lnTo>
                    <a:pt x="0" y="174117"/>
                  </a:lnTo>
                  <a:lnTo>
                    <a:pt x="0" y="201282"/>
                  </a:lnTo>
                  <a:lnTo>
                    <a:pt x="9055" y="201282"/>
                  </a:lnTo>
                  <a:lnTo>
                    <a:pt x="9055" y="174117"/>
                  </a:lnTo>
                  <a:close/>
                </a:path>
                <a:path w="6102984" h="2055495">
                  <a:moveTo>
                    <a:pt x="9144" y="1921433"/>
                  </a:moveTo>
                  <a:lnTo>
                    <a:pt x="9055" y="1894509"/>
                  </a:lnTo>
                  <a:lnTo>
                    <a:pt x="0" y="1894509"/>
                  </a:lnTo>
                  <a:lnTo>
                    <a:pt x="101" y="1921573"/>
                  </a:lnTo>
                  <a:lnTo>
                    <a:pt x="9144" y="1921433"/>
                  </a:lnTo>
                  <a:close/>
                </a:path>
                <a:path w="6102984" h="2055495">
                  <a:moveTo>
                    <a:pt x="9359" y="129628"/>
                  </a:moveTo>
                  <a:lnTo>
                    <a:pt x="317" y="129184"/>
                  </a:lnTo>
                  <a:lnTo>
                    <a:pt x="0" y="135813"/>
                  </a:lnTo>
                  <a:lnTo>
                    <a:pt x="0" y="156006"/>
                  </a:lnTo>
                  <a:lnTo>
                    <a:pt x="9055" y="156006"/>
                  </a:lnTo>
                  <a:lnTo>
                    <a:pt x="9055" y="135813"/>
                  </a:lnTo>
                  <a:lnTo>
                    <a:pt x="9359" y="129628"/>
                  </a:lnTo>
                  <a:close/>
                </a:path>
                <a:path w="6102984" h="2055495">
                  <a:moveTo>
                    <a:pt x="16852" y="1962937"/>
                  </a:moveTo>
                  <a:lnTo>
                    <a:pt x="14490" y="1956333"/>
                  </a:lnTo>
                  <a:lnTo>
                    <a:pt x="11468" y="1944331"/>
                  </a:lnTo>
                  <a:lnTo>
                    <a:pt x="10502" y="1937791"/>
                  </a:lnTo>
                  <a:lnTo>
                    <a:pt x="1549" y="1939099"/>
                  </a:lnTo>
                  <a:lnTo>
                    <a:pt x="2590" y="1946097"/>
                  </a:lnTo>
                  <a:lnTo>
                    <a:pt x="5816" y="1958962"/>
                  </a:lnTo>
                  <a:lnTo>
                    <a:pt x="8356" y="1966036"/>
                  </a:lnTo>
                  <a:lnTo>
                    <a:pt x="16852" y="1962937"/>
                  </a:lnTo>
                  <a:close/>
                </a:path>
                <a:path w="6102984" h="2055495">
                  <a:moveTo>
                    <a:pt x="18453" y="88023"/>
                  </a:moveTo>
                  <a:lnTo>
                    <a:pt x="10071" y="84607"/>
                  </a:lnTo>
                  <a:lnTo>
                    <a:pt x="5816" y="96443"/>
                  </a:lnTo>
                  <a:lnTo>
                    <a:pt x="2590" y="109308"/>
                  </a:lnTo>
                  <a:lnTo>
                    <a:pt x="2273" y="111480"/>
                  </a:lnTo>
                  <a:lnTo>
                    <a:pt x="11176" y="113106"/>
                  </a:lnTo>
                  <a:lnTo>
                    <a:pt x="11468" y="111086"/>
                  </a:lnTo>
                  <a:lnTo>
                    <a:pt x="14490" y="99072"/>
                  </a:lnTo>
                  <a:lnTo>
                    <a:pt x="18453" y="88023"/>
                  </a:lnTo>
                  <a:close/>
                </a:path>
                <a:path w="6102984" h="2055495">
                  <a:moveTo>
                    <a:pt x="37655" y="1999805"/>
                  </a:moveTo>
                  <a:lnTo>
                    <a:pt x="30403" y="1990039"/>
                  </a:lnTo>
                  <a:lnTo>
                    <a:pt x="24041" y="1979409"/>
                  </a:lnTo>
                  <a:lnTo>
                    <a:pt x="23596" y="1978456"/>
                  </a:lnTo>
                  <a:lnTo>
                    <a:pt x="15582" y="1982660"/>
                  </a:lnTo>
                  <a:lnTo>
                    <a:pt x="16052" y="1983689"/>
                  </a:lnTo>
                  <a:lnTo>
                    <a:pt x="22872" y="1995068"/>
                  </a:lnTo>
                  <a:lnTo>
                    <a:pt x="30645" y="2005533"/>
                  </a:lnTo>
                  <a:lnTo>
                    <a:pt x="37655" y="1999805"/>
                  </a:lnTo>
                  <a:close/>
                </a:path>
                <a:path w="6102984" h="2055495">
                  <a:moveTo>
                    <a:pt x="40767" y="52146"/>
                  </a:moveTo>
                  <a:lnTo>
                    <a:pt x="33972" y="46177"/>
                  </a:lnTo>
                  <a:lnTo>
                    <a:pt x="30784" y="49695"/>
                  </a:lnTo>
                  <a:lnTo>
                    <a:pt x="22872" y="60350"/>
                  </a:lnTo>
                  <a:lnTo>
                    <a:pt x="17995" y="68491"/>
                  </a:lnTo>
                  <a:lnTo>
                    <a:pt x="25844" y="72986"/>
                  </a:lnTo>
                  <a:lnTo>
                    <a:pt x="30403" y="65379"/>
                  </a:lnTo>
                  <a:lnTo>
                    <a:pt x="37782" y="55435"/>
                  </a:lnTo>
                  <a:lnTo>
                    <a:pt x="40767" y="52146"/>
                  </a:lnTo>
                  <a:close/>
                </a:path>
                <a:path w="6102984" h="2055495">
                  <a:moveTo>
                    <a:pt x="70002" y="2027783"/>
                  </a:moveTo>
                  <a:lnTo>
                    <a:pt x="65379" y="2025015"/>
                  </a:lnTo>
                  <a:lnTo>
                    <a:pt x="55448" y="2017636"/>
                  </a:lnTo>
                  <a:lnTo>
                    <a:pt x="49542" y="2012276"/>
                  </a:lnTo>
                  <a:lnTo>
                    <a:pt x="43383" y="2018893"/>
                  </a:lnTo>
                  <a:lnTo>
                    <a:pt x="49707" y="2024634"/>
                  </a:lnTo>
                  <a:lnTo>
                    <a:pt x="60350" y="2032546"/>
                  </a:lnTo>
                  <a:lnTo>
                    <a:pt x="65303" y="2035505"/>
                  </a:lnTo>
                  <a:lnTo>
                    <a:pt x="70002" y="2027783"/>
                  </a:lnTo>
                  <a:close/>
                </a:path>
                <a:path w="6102984" h="2055495">
                  <a:moveTo>
                    <a:pt x="73939" y="25273"/>
                  </a:moveTo>
                  <a:lnTo>
                    <a:pt x="69519" y="17386"/>
                  </a:lnTo>
                  <a:lnTo>
                    <a:pt x="60350" y="22860"/>
                  </a:lnTo>
                  <a:lnTo>
                    <a:pt x="49707" y="30772"/>
                  </a:lnTo>
                  <a:lnTo>
                    <a:pt x="47066" y="33159"/>
                  </a:lnTo>
                  <a:lnTo>
                    <a:pt x="52984" y="40005"/>
                  </a:lnTo>
                  <a:lnTo>
                    <a:pt x="55448" y="37782"/>
                  </a:lnTo>
                  <a:lnTo>
                    <a:pt x="65379" y="30391"/>
                  </a:lnTo>
                  <a:lnTo>
                    <a:pt x="73939" y="25273"/>
                  </a:lnTo>
                  <a:close/>
                </a:path>
                <a:path w="6102984" h="2055495">
                  <a:moveTo>
                    <a:pt x="109664" y="2043595"/>
                  </a:moveTo>
                  <a:lnTo>
                    <a:pt x="99085" y="2040928"/>
                  </a:lnTo>
                  <a:lnTo>
                    <a:pt x="87312" y="2036711"/>
                  </a:lnTo>
                  <a:lnTo>
                    <a:pt x="84912" y="2035581"/>
                  </a:lnTo>
                  <a:lnTo>
                    <a:pt x="81280" y="2043861"/>
                  </a:lnTo>
                  <a:lnTo>
                    <a:pt x="83845" y="2045081"/>
                  </a:lnTo>
                  <a:lnTo>
                    <a:pt x="96456" y="2049602"/>
                  </a:lnTo>
                  <a:lnTo>
                    <a:pt x="107797" y="2052447"/>
                  </a:lnTo>
                  <a:lnTo>
                    <a:pt x="109664" y="2043595"/>
                  </a:lnTo>
                  <a:close/>
                </a:path>
                <a:path w="6102984" h="2055495">
                  <a:moveTo>
                    <a:pt x="114198" y="11010"/>
                  </a:moveTo>
                  <a:lnTo>
                    <a:pt x="112649" y="2095"/>
                  </a:lnTo>
                  <a:lnTo>
                    <a:pt x="109321" y="2578"/>
                  </a:lnTo>
                  <a:lnTo>
                    <a:pt x="96456" y="5816"/>
                  </a:lnTo>
                  <a:lnTo>
                    <a:pt x="85699" y="9664"/>
                  </a:lnTo>
                  <a:lnTo>
                    <a:pt x="89039" y="18084"/>
                  </a:lnTo>
                  <a:lnTo>
                    <a:pt x="99085" y="14478"/>
                  </a:lnTo>
                  <a:lnTo>
                    <a:pt x="111086" y="11468"/>
                  </a:lnTo>
                  <a:lnTo>
                    <a:pt x="114198" y="11010"/>
                  </a:lnTo>
                  <a:close/>
                </a:path>
                <a:path w="6102984" h="2055495">
                  <a:moveTo>
                    <a:pt x="152298" y="2046363"/>
                  </a:moveTo>
                  <a:lnTo>
                    <a:pt x="135826" y="2046363"/>
                  </a:lnTo>
                  <a:lnTo>
                    <a:pt x="126288" y="2045893"/>
                  </a:lnTo>
                  <a:lnTo>
                    <a:pt x="125603" y="2054923"/>
                  </a:lnTo>
                  <a:lnTo>
                    <a:pt x="135826" y="2055418"/>
                  </a:lnTo>
                  <a:lnTo>
                    <a:pt x="152298" y="2055418"/>
                  </a:lnTo>
                  <a:lnTo>
                    <a:pt x="152298" y="2046363"/>
                  </a:lnTo>
                  <a:close/>
                </a:path>
                <a:path w="6102984" h="2055495">
                  <a:moveTo>
                    <a:pt x="162991" y="0"/>
                  </a:moveTo>
                  <a:lnTo>
                    <a:pt x="135826" y="0"/>
                  </a:lnTo>
                  <a:lnTo>
                    <a:pt x="130314" y="266"/>
                  </a:lnTo>
                  <a:lnTo>
                    <a:pt x="130683" y="9296"/>
                  </a:lnTo>
                  <a:lnTo>
                    <a:pt x="135826" y="9055"/>
                  </a:lnTo>
                  <a:lnTo>
                    <a:pt x="162991" y="9055"/>
                  </a:lnTo>
                  <a:lnTo>
                    <a:pt x="162991" y="0"/>
                  </a:lnTo>
                  <a:close/>
                </a:path>
                <a:path w="6102984" h="2055495">
                  <a:moveTo>
                    <a:pt x="197573" y="2046363"/>
                  </a:moveTo>
                  <a:lnTo>
                    <a:pt x="170408" y="2046363"/>
                  </a:lnTo>
                  <a:lnTo>
                    <a:pt x="170408" y="2055418"/>
                  </a:lnTo>
                  <a:lnTo>
                    <a:pt x="197573" y="2055418"/>
                  </a:lnTo>
                  <a:lnTo>
                    <a:pt x="197573" y="2046363"/>
                  </a:lnTo>
                  <a:close/>
                </a:path>
                <a:path w="6102984" h="2055495">
                  <a:moveTo>
                    <a:pt x="208267" y="0"/>
                  </a:moveTo>
                  <a:lnTo>
                    <a:pt x="181102" y="0"/>
                  </a:lnTo>
                  <a:lnTo>
                    <a:pt x="181102" y="9055"/>
                  </a:lnTo>
                  <a:lnTo>
                    <a:pt x="208267" y="9055"/>
                  </a:lnTo>
                  <a:lnTo>
                    <a:pt x="208267" y="0"/>
                  </a:lnTo>
                  <a:close/>
                </a:path>
                <a:path w="6102984" h="2055495">
                  <a:moveTo>
                    <a:pt x="242849" y="2046363"/>
                  </a:moveTo>
                  <a:lnTo>
                    <a:pt x="215684" y="2046363"/>
                  </a:lnTo>
                  <a:lnTo>
                    <a:pt x="215684" y="2055418"/>
                  </a:lnTo>
                  <a:lnTo>
                    <a:pt x="242849" y="2055418"/>
                  </a:lnTo>
                  <a:lnTo>
                    <a:pt x="242849" y="2046363"/>
                  </a:lnTo>
                  <a:close/>
                </a:path>
                <a:path w="6102984" h="2055495">
                  <a:moveTo>
                    <a:pt x="253530" y="0"/>
                  </a:moveTo>
                  <a:lnTo>
                    <a:pt x="226364" y="0"/>
                  </a:lnTo>
                  <a:lnTo>
                    <a:pt x="226364" y="9055"/>
                  </a:lnTo>
                  <a:lnTo>
                    <a:pt x="253530" y="9055"/>
                  </a:lnTo>
                  <a:lnTo>
                    <a:pt x="253530" y="0"/>
                  </a:lnTo>
                  <a:close/>
                </a:path>
                <a:path w="6102984" h="2055495">
                  <a:moveTo>
                    <a:pt x="288124" y="2046363"/>
                  </a:moveTo>
                  <a:lnTo>
                    <a:pt x="260959" y="2046363"/>
                  </a:lnTo>
                  <a:lnTo>
                    <a:pt x="260959" y="2055418"/>
                  </a:lnTo>
                  <a:lnTo>
                    <a:pt x="288124" y="2055418"/>
                  </a:lnTo>
                  <a:lnTo>
                    <a:pt x="288124" y="2046363"/>
                  </a:lnTo>
                  <a:close/>
                </a:path>
                <a:path w="6102984" h="2055495">
                  <a:moveTo>
                    <a:pt x="298805" y="0"/>
                  </a:moveTo>
                  <a:lnTo>
                    <a:pt x="271640" y="0"/>
                  </a:lnTo>
                  <a:lnTo>
                    <a:pt x="271640" y="9055"/>
                  </a:lnTo>
                  <a:lnTo>
                    <a:pt x="298805" y="9055"/>
                  </a:lnTo>
                  <a:lnTo>
                    <a:pt x="298805" y="0"/>
                  </a:lnTo>
                  <a:close/>
                </a:path>
                <a:path w="6102984" h="2055495">
                  <a:moveTo>
                    <a:pt x="333400" y="2046363"/>
                  </a:moveTo>
                  <a:lnTo>
                    <a:pt x="306235" y="2046363"/>
                  </a:lnTo>
                  <a:lnTo>
                    <a:pt x="306235" y="2055418"/>
                  </a:lnTo>
                  <a:lnTo>
                    <a:pt x="333400" y="2055418"/>
                  </a:lnTo>
                  <a:lnTo>
                    <a:pt x="333400" y="2046363"/>
                  </a:lnTo>
                  <a:close/>
                </a:path>
                <a:path w="6102984" h="2055495">
                  <a:moveTo>
                    <a:pt x="344081" y="0"/>
                  </a:moveTo>
                  <a:lnTo>
                    <a:pt x="316915" y="0"/>
                  </a:lnTo>
                  <a:lnTo>
                    <a:pt x="316915" y="9055"/>
                  </a:lnTo>
                  <a:lnTo>
                    <a:pt x="344081" y="9055"/>
                  </a:lnTo>
                  <a:lnTo>
                    <a:pt x="344081" y="0"/>
                  </a:lnTo>
                  <a:close/>
                </a:path>
                <a:path w="6102984" h="2055495">
                  <a:moveTo>
                    <a:pt x="378675" y="2046363"/>
                  </a:moveTo>
                  <a:lnTo>
                    <a:pt x="351510" y="2046363"/>
                  </a:lnTo>
                  <a:lnTo>
                    <a:pt x="351510" y="2055418"/>
                  </a:lnTo>
                  <a:lnTo>
                    <a:pt x="378675" y="2055418"/>
                  </a:lnTo>
                  <a:lnTo>
                    <a:pt x="378675" y="2046363"/>
                  </a:lnTo>
                  <a:close/>
                </a:path>
                <a:path w="6102984" h="2055495">
                  <a:moveTo>
                    <a:pt x="389356" y="0"/>
                  </a:moveTo>
                  <a:lnTo>
                    <a:pt x="362191" y="0"/>
                  </a:lnTo>
                  <a:lnTo>
                    <a:pt x="362191" y="9055"/>
                  </a:lnTo>
                  <a:lnTo>
                    <a:pt x="389356" y="9055"/>
                  </a:lnTo>
                  <a:lnTo>
                    <a:pt x="389356" y="0"/>
                  </a:lnTo>
                  <a:close/>
                </a:path>
                <a:path w="6102984" h="2055495">
                  <a:moveTo>
                    <a:pt x="423951" y="2046363"/>
                  </a:moveTo>
                  <a:lnTo>
                    <a:pt x="396786" y="2046363"/>
                  </a:lnTo>
                  <a:lnTo>
                    <a:pt x="396786" y="2055418"/>
                  </a:lnTo>
                  <a:lnTo>
                    <a:pt x="423951" y="2055418"/>
                  </a:lnTo>
                  <a:lnTo>
                    <a:pt x="423951" y="2046363"/>
                  </a:lnTo>
                  <a:close/>
                </a:path>
                <a:path w="6102984" h="2055495">
                  <a:moveTo>
                    <a:pt x="434632" y="0"/>
                  </a:moveTo>
                  <a:lnTo>
                    <a:pt x="407466" y="0"/>
                  </a:lnTo>
                  <a:lnTo>
                    <a:pt x="407466" y="9055"/>
                  </a:lnTo>
                  <a:lnTo>
                    <a:pt x="434632" y="9055"/>
                  </a:lnTo>
                  <a:lnTo>
                    <a:pt x="434632" y="0"/>
                  </a:lnTo>
                  <a:close/>
                </a:path>
                <a:path w="6102984" h="2055495">
                  <a:moveTo>
                    <a:pt x="469214" y="2046363"/>
                  </a:moveTo>
                  <a:lnTo>
                    <a:pt x="442048" y="2046363"/>
                  </a:lnTo>
                  <a:lnTo>
                    <a:pt x="442048" y="2055418"/>
                  </a:lnTo>
                  <a:lnTo>
                    <a:pt x="469214" y="2055418"/>
                  </a:lnTo>
                  <a:lnTo>
                    <a:pt x="469214" y="2046363"/>
                  </a:lnTo>
                  <a:close/>
                </a:path>
                <a:path w="6102984" h="2055495">
                  <a:moveTo>
                    <a:pt x="479907" y="0"/>
                  </a:moveTo>
                  <a:lnTo>
                    <a:pt x="452742" y="0"/>
                  </a:lnTo>
                  <a:lnTo>
                    <a:pt x="452742" y="9055"/>
                  </a:lnTo>
                  <a:lnTo>
                    <a:pt x="479907" y="9055"/>
                  </a:lnTo>
                  <a:lnTo>
                    <a:pt x="479907" y="0"/>
                  </a:lnTo>
                  <a:close/>
                </a:path>
                <a:path w="6102984" h="2055495">
                  <a:moveTo>
                    <a:pt x="514489" y="2046363"/>
                  </a:moveTo>
                  <a:lnTo>
                    <a:pt x="487324" y="2046363"/>
                  </a:lnTo>
                  <a:lnTo>
                    <a:pt x="487324" y="2055418"/>
                  </a:lnTo>
                  <a:lnTo>
                    <a:pt x="514489" y="2055418"/>
                  </a:lnTo>
                  <a:lnTo>
                    <a:pt x="514489" y="2046363"/>
                  </a:lnTo>
                  <a:close/>
                </a:path>
                <a:path w="6102984" h="2055495">
                  <a:moveTo>
                    <a:pt x="525170" y="0"/>
                  </a:moveTo>
                  <a:lnTo>
                    <a:pt x="498017" y="0"/>
                  </a:lnTo>
                  <a:lnTo>
                    <a:pt x="498017" y="9055"/>
                  </a:lnTo>
                  <a:lnTo>
                    <a:pt x="525170" y="9055"/>
                  </a:lnTo>
                  <a:lnTo>
                    <a:pt x="525170" y="0"/>
                  </a:lnTo>
                  <a:close/>
                </a:path>
                <a:path w="6102984" h="2055495">
                  <a:moveTo>
                    <a:pt x="559765" y="2046363"/>
                  </a:moveTo>
                  <a:lnTo>
                    <a:pt x="532599" y="2046363"/>
                  </a:lnTo>
                  <a:lnTo>
                    <a:pt x="532599" y="2055418"/>
                  </a:lnTo>
                  <a:lnTo>
                    <a:pt x="559765" y="2055418"/>
                  </a:lnTo>
                  <a:lnTo>
                    <a:pt x="559765" y="2046363"/>
                  </a:lnTo>
                  <a:close/>
                </a:path>
                <a:path w="6102984" h="2055495">
                  <a:moveTo>
                    <a:pt x="570445" y="0"/>
                  </a:moveTo>
                  <a:lnTo>
                    <a:pt x="543280" y="0"/>
                  </a:lnTo>
                  <a:lnTo>
                    <a:pt x="543280" y="9055"/>
                  </a:lnTo>
                  <a:lnTo>
                    <a:pt x="570445" y="9055"/>
                  </a:lnTo>
                  <a:lnTo>
                    <a:pt x="570445" y="0"/>
                  </a:lnTo>
                  <a:close/>
                </a:path>
                <a:path w="6102984" h="2055495">
                  <a:moveTo>
                    <a:pt x="605040" y="2046363"/>
                  </a:moveTo>
                  <a:lnTo>
                    <a:pt x="577875" y="2046363"/>
                  </a:lnTo>
                  <a:lnTo>
                    <a:pt x="577875" y="2055418"/>
                  </a:lnTo>
                  <a:lnTo>
                    <a:pt x="605040" y="2055418"/>
                  </a:lnTo>
                  <a:lnTo>
                    <a:pt x="605040" y="2046363"/>
                  </a:lnTo>
                  <a:close/>
                </a:path>
                <a:path w="6102984" h="2055495">
                  <a:moveTo>
                    <a:pt x="615721" y="0"/>
                  </a:moveTo>
                  <a:lnTo>
                    <a:pt x="588556" y="0"/>
                  </a:lnTo>
                  <a:lnTo>
                    <a:pt x="588556" y="9055"/>
                  </a:lnTo>
                  <a:lnTo>
                    <a:pt x="615721" y="9055"/>
                  </a:lnTo>
                  <a:lnTo>
                    <a:pt x="615721" y="0"/>
                  </a:lnTo>
                  <a:close/>
                </a:path>
                <a:path w="6102984" h="2055495">
                  <a:moveTo>
                    <a:pt x="650316" y="2046363"/>
                  </a:moveTo>
                  <a:lnTo>
                    <a:pt x="623150" y="2046363"/>
                  </a:lnTo>
                  <a:lnTo>
                    <a:pt x="623150" y="2055418"/>
                  </a:lnTo>
                  <a:lnTo>
                    <a:pt x="650316" y="2055418"/>
                  </a:lnTo>
                  <a:lnTo>
                    <a:pt x="650316" y="2046363"/>
                  </a:lnTo>
                  <a:close/>
                </a:path>
                <a:path w="6102984" h="2055495">
                  <a:moveTo>
                    <a:pt x="660996" y="0"/>
                  </a:moveTo>
                  <a:lnTo>
                    <a:pt x="633831" y="0"/>
                  </a:lnTo>
                  <a:lnTo>
                    <a:pt x="633831" y="9055"/>
                  </a:lnTo>
                  <a:lnTo>
                    <a:pt x="660996" y="9055"/>
                  </a:lnTo>
                  <a:lnTo>
                    <a:pt x="660996" y="0"/>
                  </a:lnTo>
                  <a:close/>
                </a:path>
                <a:path w="6102984" h="2055495">
                  <a:moveTo>
                    <a:pt x="695591" y="2046363"/>
                  </a:moveTo>
                  <a:lnTo>
                    <a:pt x="668426" y="2046363"/>
                  </a:lnTo>
                  <a:lnTo>
                    <a:pt x="668426" y="2055418"/>
                  </a:lnTo>
                  <a:lnTo>
                    <a:pt x="695591" y="2055418"/>
                  </a:lnTo>
                  <a:lnTo>
                    <a:pt x="695591" y="2046363"/>
                  </a:lnTo>
                  <a:close/>
                </a:path>
                <a:path w="6102984" h="2055495">
                  <a:moveTo>
                    <a:pt x="706272" y="0"/>
                  </a:moveTo>
                  <a:lnTo>
                    <a:pt x="679107" y="0"/>
                  </a:lnTo>
                  <a:lnTo>
                    <a:pt x="679107" y="9055"/>
                  </a:lnTo>
                  <a:lnTo>
                    <a:pt x="706272" y="9055"/>
                  </a:lnTo>
                  <a:lnTo>
                    <a:pt x="706272" y="0"/>
                  </a:lnTo>
                  <a:close/>
                </a:path>
                <a:path w="6102984" h="2055495">
                  <a:moveTo>
                    <a:pt x="740854" y="2046363"/>
                  </a:moveTo>
                  <a:lnTo>
                    <a:pt x="713701" y="2046363"/>
                  </a:lnTo>
                  <a:lnTo>
                    <a:pt x="713701" y="2055418"/>
                  </a:lnTo>
                  <a:lnTo>
                    <a:pt x="740854" y="2055418"/>
                  </a:lnTo>
                  <a:lnTo>
                    <a:pt x="740854" y="2046363"/>
                  </a:lnTo>
                  <a:close/>
                </a:path>
                <a:path w="6102984" h="2055495">
                  <a:moveTo>
                    <a:pt x="751547" y="0"/>
                  </a:moveTo>
                  <a:lnTo>
                    <a:pt x="724382" y="0"/>
                  </a:lnTo>
                  <a:lnTo>
                    <a:pt x="724382" y="9055"/>
                  </a:lnTo>
                  <a:lnTo>
                    <a:pt x="751547" y="9055"/>
                  </a:lnTo>
                  <a:lnTo>
                    <a:pt x="751547" y="0"/>
                  </a:lnTo>
                  <a:close/>
                </a:path>
                <a:path w="6102984" h="2055495">
                  <a:moveTo>
                    <a:pt x="786130" y="2046363"/>
                  </a:moveTo>
                  <a:lnTo>
                    <a:pt x="758964" y="2046363"/>
                  </a:lnTo>
                  <a:lnTo>
                    <a:pt x="758964" y="2055418"/>
                  </a:lnTo>
                  <a:lnTo>
                    <a:pt x="786130" y="2055418"/>
                  </a:lnTo>
                  <a:lnTo>
                    <a:pt x="786130" y="2046363"/>
                  </a:lnTo>
                  <a:close/>
                </a:path>
                <a:path w="6102984" h="2055495">
                  <a:moveTo>
                    <a:pt x="796823" y="0"/>
                  </a:moveTo>
                  <a:lnTo>
                    <a:pt x="769658" y="0"/>
                  </a:lnTo>
                  <a:lnTo>
                    <a:pt x="769658" y="9055"/>
                  </a:lnTo>
                  <a:lnTo>
                    <a:pt x="796823" y="9055"/>
                  </a:lnTo>
                  <a:lnTo>
                    <a:pt x="796823" y="0"/>
                  </a:lnTo>
                  <a:close/>
                </a:path>
                <a:path w="6102984" h="2055495">
                  <a:moveTo>
                    <a:pt x="831405" y="2046363"/>
                  </a:moveTo>
                  <a:lnTo>
                    <a:pt x="804240" y="2046363"/>
                  </a:lnTo>
                  <a:lnTo>
                    <a:pt x="804240" y="2055418"/>
                  </a:lnTo>
                  <a:lnTo>
                    <a:pt x="831405" y="2055418"/>
                  </a:lnTo>
                  <a:lnTo>
                    <a:pt x="831405" y="2046363"/>
                  </a:lnTo>
                  <a:close/>
                </a:path>
                <a:path w="6102984" h="2055495">
                  <a:moveTo>
                    <a:pt x="842086" y="0"/>
                  </a:moveTo>
                  <a:lnTo>
                    <a:pt x="814920" y="0"/>
                  </a:lnTo>
                  <a:lnTo>
                    <a:pt x="814920" y="9055"/>
                  </a:lnTo>
                  <a:lnTo>
                    <a:pt x="842086" y="9055"/>
                  </a:lnTo>
                  <a:lnTo>
                    <a:pt x="842086" y="0"/>
                  </a:lnTo>
                  <a:close/>
                </a:path>
                <a:path w="6102984" h="2055495">
                  <a:moveTo>
                    <a:pt x="876681" y="2046363"/>
                  </a:moveTo>
                  <a:lnTo>
                    <a:pt x="849515" y="2046363"/>
                  </a:lnTo>
                  <a:lnTo>
                    <a:pt x="849515" y="2055418"/>
                  </a:lnTo>
                  <a:lnTo>
                    <a:pt x="876681" y="2055418"/>
                  </a:lnTo>
                  <a:lnTo>
                    <a:pt x="876681" y="2046363"/>
                  </a:lnTo>
                  <a:close/>
                </a:path>
                <a:path w="6102984" h="2055495">
                  <a:moveTo>
                    <a:pt x="887361" y="0"/>
                  </a:moveTo>
                  <a:lnTo>
                    <a:pt x="860196" y="0"/>
                  </a:lnTo>
                  <a:lnTo>
                    <a:pt x="860196" y="9055"/>
                  </a:lnTo>
                  <a:lnTo>
                    <a:pt x="887361" y="9055"/>
                  </a:lnTo>
                  <a:lnTo>
                    <a:pt x="887361" y="0"/>
                  </a:lnTo>
                  <a:close/>
                </a:path>
                <a:path w="6102984" h="2055495">
                  <a:moveTo>
                    <a:pt x="921956" y="2046363"/>
                  </a:moveTo>
                  <a:lnTo>
                    <a:pt x="894791" y="2046363"/>
                  </a:lnTo>
                  <a:lnTo>
                    <a:pt x="894791" y="2055418"/>
                  </a:lnTo>
                  <a:lnTo>
                    <a:pt x="921956" y="2055418"/>
                  </a:lnTo>
                  <a:lnTo>
                    <a:pt x="921956" y="2046363"/>
                  </a:lnTo>
                  <a:close/>
                </a:path>
                <a:path w="6102984" h="2055495">
                  <a:moveTo>
                    <a:pt x="932637" y="0"/>
                  </a:moveTo>
                  <a:lnTo>
                    <a:pt x="905471" y="0"/>
                  </a:lnTo>
                  <a:lnTo>
                    <a:pt x="905471" y="9055"/>
                  </a:lnTo>
                  <a:lnTo>
                    <a:pt x="932637" y="9055"/>
                  </a:lnTo>
                  <a:lnTo>
                    <a:pt x="932637" y="0"/>
                  </a:lnTo>
                  <a:close/>
                </a:path>
                <a:path w="6102984" h="2055495">
                  <a:moveTo>
                    <a:pt x="967232" y="2046363"/>
                  </a:moveTo>
                  <a:lnTo>
                    <a:pt x="940066" y="2046363"/>
                  </a:lnTo>
                  <a:lnTo>
                    <a:pt x="940066" y="2055418"/>
                  </a:lnTo>
                  <a:lnTo>
                    <a:pt x="967232" y="2055418"/>
                  </a:lnTo>
                  <a:lnTo>
                    <a:pt x="967232" y="2046363"/>
                  </a:lnTo>
                  <a:close/>
                </a:path>
                <a:path w="6102984" h="2055495">
                  <a:moveTo>
                    <a:pt x="977912" y="0"/>
                  </a:moveTo>
                  <a:lnTo>
                    <a:pt x="950747" y="0"/>
                  </a:lnTo>
                  <a:lnTo>
                    <a:pt x="950747" y="9055"/>
                  </a:lnTo>
                  <a:lnTo>
                    <a:pt x="977912" y="9055"/>
                  </a:lnTo>
                  <a:lnTo>
                    <a:pt x="977912" y="0"/>
                  </a:lnTo>
                  <a:close/>
                </a:path>
                <a:path w="6102984" h="2055495">
                  <a:moveTo>
                    <a:pt x="1012507" y="2046363"/>
                  </a:moveTo>
                  <a:lnTo>
                    <a:pt x="985342" y="2046363"/>
                  </a:lnTo>
                  <a:lnTo>
                    <a:pt x="985342" y="2055418"/>
                  </a:lnTo>
                  <a:lnTo>
                    <a:pt x="1012507" y="2055418"/>
                  </a:lnTo>
                  <a:lnTo>
                    <a:pt x="1012507" y="2046363"/>
                  </a:lnTo>
                  <a:close/>
                </a:path>
                <a:path w="6102984" h="2055495">
                  <a:moveTo>
                    <a:pt x="1023188" y="0"/>
                  </a:moveTo>
                  <a:lnTo>
                    <a:pt x="996022" y="0"/>
                  </a:lnTo>
                  <a:lnTo>
                    <a:pt x="996022" y="9055"/>
                  </a:lnTo>
                  <a:lnTo>
                    <a:pt x="1023188" y="9055"/>
                  </a:lnTo>
                  <a:lnTo>
                    <a:pt x="1023188" y="0"/>
                  </a:lnTo>
                  <a:close/>
                </a:path>
                <a:path w="6102984" h="2055495">
                  <a:moveTo>
                    <a:pt x="1057770" y="2046363"/>
                  </a:moveTo>
                  <a:lnTo>
                    <a:pt x="1030605" y="2046363"/>
                  </a:lnTo>
                  <a:lnTo>
                    <a:pt x="1030605" y="2055418"/>
                  </a:lnTo>
                  <a:lnTo>
                    <a:pt x="1057770" y="2055418"/>
                  </a:lnTo>
                  <a:lnTo>
                    <a:pt x="1057770" y="2046363"/>
                  </a:lnTo>
                  <a:close/>
                </a:path>
                <a:path w="6102984" h="2055495">
                  <a:moveTo>
                    <a:pt x="1068463" y="0"/>
                  </a:moveTo>
                  <a:lnTo>
                    <a:pt x="1041298" y="0"/>
                  </a:lnTo>
                  <a:lnTo>
                    <a:pt x="1041298" y="9055"/>
                  </a:lnTo>
                  <a:lnTo>
                    <a:pt x="1068463" y="9055"/>
                  </a:lnTo>
                  <a:lnTo>
                    <a:pt x="1068463" y="0"/>
                  </a:lnTo>
                  <a:close/>
                </a:path>
                <a:path w="6102984" h="2055495">
                  <a:moveTo>
                    <a:pt x="1103045" y="2046363"/>
                  </a:moveTo>
                  <a:lnTo>
                    <a:pt x="1075880" y="2046363"/>
                  </a:lnTo>
                  <a:lnTo>
                    <a:pt x="1075880" y="2055418"/>
                  </a:lnTo>
                  <a:lnTo>
                    <a:pt x="1103045" y="2055418"/>
                  </a:lnTo>
                  <a:lnTo>
                    <a:pt x="1103045" y="2046363"/>
                  </a:lnTo>
                  <a:close/>
                </a:path>
                <a:path w="6102984" h="2055495">
                  <a:moveTo>
                    <a:pt x="1113726" y="0"/>
                  </a:moveTo>
                  <a:lnTo>
                    <a:pt x="1086573" y="0"/>
                  </a:lnTo>
                  <a:lnTo>
                    <a:pt x="1086573" y="9055"/>
                  </a:lnTo>
                  <a:lnTo>
                    <a:pt x="1113726" y="9055"/>
                  </a:lnTo>
                  <a:lnTo>
                    <a:pt x="1113726" y="0"/>
                  </a:lnTo>
                  <a:close/>
                </a:path>
                <a:path w="6102984" h="2055495">
                  <a:moveTo>
                    <a:pt x="1148321" y="2046363"/>
                  </a:moveTo>
                  <a:lnTo>
                    <a:pt x="1121156" y="2046363"/>
                  </a:lnTo>
                  <a:lnTo>
                    <a:pt x="1121156" y="2055418"/>
                  </a:lnTo>
                  <a:lnTo>
                    <a:pt x="1148321" y="2055418"/>
                  </a:lnTo>
                  <a:lnTo>
                    <a:pt x="1148321" y="2046363"/>
                  </a:lnTo>
                  <a:close/>
                </a:path>
                <a:path w="6102984" h="2055495">
                  <a:moveTo>
                    <a:pt x="1159002" y="0"/>
                  </a:moveTo>
                  <a:lnTo>
                    <a:pt x="1131836" y="0"/>
                  </a:lnTo>
                  <a:lnTo>
                    <a:pt x="1131836" y="9055"/>
                  </a:lnTo>
                  <a:lnTo>
                    <a:pt x="1159002" y="9055"/>
                  </a:lnTo>
                  <a:lnTo>
                    <a:pt x="1159002" y="0"/>
                  </a:lnTo>
                  <a:close/>
                </a:path>
                <a:path w="6102984" h="2055495">
                  <a:moveTo>
                    <a:pt x="1193596" y="2046363"/>
                  </a:moveTo>
                  <a:lnTo>
                    <a:pt x="1166431" y="2046363"/>
                  </a:lnTo>
                  <a:lnTo>
                    <a:pt x="1166431" y="2055418"/>
                  </a:lnTo>
                  <a:lnTo>
                    <a:pt x="1193596" y="2055418"/>
                  </a:lnTo>
                  <a:lnTo>
                    <a:pt x="1193596" y="2046363"/>
                  </a:lnTo>
                  <a:close/>
                </a:path>
                <a:path w="6102984" h="2055495">
                  <a:moveTo>
                    <a:pt x="1204277" y="0"/>
                  </a:moveTo>
                  <a:lnTo>
                    <a:pt x="1177112" y="0"/>
                  </a:lnTo>
                  <a:lnTo>
                    <a:pt x="1177112" y="9055"/>
                  </a:lnTo>
                  <a:lnTo>
                    <a:pt x="1204277" y="9055"/>
                  </a:lnTo>
                  <a:lnTo>
                    <a:pt x="1204277" y="0"/>
                  </a:lnTo>
                  <a:close/>
                </a:path>
                <a:path w="6102984" h="2055495">
                  <a:moveTo>
                    <a:pt x="1238872" y="2046363"/>
                  </a:moveTo>
                  <a:lnTo>
                    <a:pt x="1211707" y="2046363"/>
                  </a:lnTo>
                  <a:lnTo>
                    <a:pt x="1211707" y="2055418"/>
                  </a:lnTo>
                  <a:lnTo>
                    <a:pt x="1238872" y="2055418"/>
                  </a:lnTo>
                  <a:lnTo>
                    <a:pt x="1238872" y="2046363"/>
                  </a:lnTo>
                  <a:close/>
                </a:path>
                <a:path w="6102984" h="2055495">
                  <a:moveTo>
                    <a:pt x="1249553" y="0"/>
                  </a:moveTo>
                  <a:lnTo>
                    <a:pt x="1222387" y="0"/>
                  </a:lnTo>
                  <a:lnTo>
                    <a:pt x="1222387" y="9055"/>
                  </a:lnTo>
                  <a:lnTo>
                    <a:pt x="1249553" y="9055"/>
                  </a:lnTo>
                  <a:lnTo>
                    <a:pt x="1249553" y="0"/>
                  </a:lnTo>
                  <a:close/>
                </a:path>
                <a:path w="6102984" h="2055495">
                  <a:moveTo>
                    <a:pt x="1284147" y="2046363"/>
                  </a:moveTo>
                  <a:lnTo>
                    <a:pt x="1256982" y="2046363"/>
                  </a:lnTo>
                  <a:lnTo>
                    <a:pt x="1256982" y="2055418"/>
                  </a:lnTo>
                  <a:lnTo>
                    <a:pt x="1284147" y="2055418"/>
                  </a:lnTo>
                  <a:lnTo>
                    <a:pt x="1284147" y="2046363"/>
                  </a:lnTo>
                  <a:close/>
                </a:path>
                <a:path w="6102984" h="2055495">
                  <a:moveTo>
                    <a:pt x="1294828" y="0"/>
                  </a:moveTo>
                  <a:lnTo>
                    <a:pt x="1267663" y="0"/>
                  </a:lnTo>
                  <a:lnTo>
                    <a:pt x="1267663" y="9055"/>
                  </a:lnTo>
                  <a:lnTo>
                    <a:pt x="1294828" y="9055"/>
                  </a:lnTo>
                  <a:lnTo>
                    <a:pt x="1294828" y="0"/>
                  </a:lnTo>
                  <a:close/>
                </a:path>
                <a:path w="6102984" h="2055495">
                  <a:moveTo>
                    <a:pt x="1329410" y="2046363"/>
                  </a:moveTo>
                  <a:lnTo>
                    <a:pt x="1302258" y="2046363"/>
                  </a:lnTo>
                  <a:lnTo>
                    <a:pt x="1302258" y="2055418"/>
                  </a:lnTo>
                  <a:lnTo>
                    <a:pt x="1329410" y="2055418"/>
                  </a:lnTo>
                  <a:lnTo>
                    <a:pt x="1329410" y="2046363"/>
                  </a:lnTo>
                  <a:close/>
                </a:path>
                <a:path w="6102984" h="2055495">
                  <a:moveTo>
                    <a:pt x="1340104" y="0"/>
                  </a:moveTo>
                  <a:lnTo>
                    <a:pt x="1312938" y="0"/>
                  </a:lnTo>
                  <a:lnTo>
                    <a:pt x="1312938" y="9055"/>
                  </a:lnTo>
                  <a:lnTo>
                    <a:pt x="1340104" y="9055"/>
                  </a:lnTo>
                  <a:lnTo>
                    <a:pt x="1340104" y="0"/>
                  </a:lnTo>
                  <a:close/>
                </a:path>
                <a:path w="6102984" h="2055495">
                  <a:moveTo>
                    <a:pt x="1374686" y="2046363"/>
                  </a:moveTo>
                  <a:lnTo>
                    <a:pt x="1347520" y="2046363"/>
                  </a:lnTo>
                  <a:lnTo>
                    <a:pt x="1347520" y="2055418"/>
                  </a:lnTo>
                  <a:lnTo>
                    <a:pt x="1374686" y="2055418"/>
                  </a:lnTo>
                  <a:lnTo>
                    <a:pt x="1374686" y="2046363"/>
                  </a:lnTo>
                  <a:close/>
                </a:path>
                <a:path w="6102984" h="2055495">
                  <a:moveTo>
                    <a:pt x="1385379" y="0"/>
                  </a:moveTo>
                  <a:lnTo>
                    <a:pt x="1358214" y="0"/>
                  </a:lnTo>
                  <a:lnTo>
                    <a:pt x="1358214" y="9055"/>
                  </a:lnTo>
                  <a:lnTo>
                    <a:pt x="1385379" y="9055"/>
                  </a:lnTo>
                  <a:lnTo>
                    <a:pt x="1385379" y="0"/>
                  </a:lnTo>
                  <a:close/>
                </a:path>
                <a:path w="6102984" h="2055495">
                  <a:moveTo>
                    <a:pt x="1419961" y="2046363"/>
                  </a:moveTo>
                  <a:lnTo>
                    <a:pt x="1392796" y="2046363"/>
                  </a:lnTo>
                  <a:lnTo>
                    <a:pt x="1392796" y="2055418"/>
                  </a:lnTo>
                  <a:lnTo>
                    <a:pt x="1419961" y="2055418"/>
                  </a:lnTo>
                  <a:lnTo>
                    <a:pt x="1419961" y="2046363"/>
                  </a:lnTo>
                  <a:close/>
                </a:path>
                <a:path w="6102984" h="2055495">
                  <a:moveTo>
                    <a:pt x="1430642" y="0"/>
                  </a:moveTo>
                  <a:lnTo>
                    <a:pt x="1403489" y="0"/>
                  </a:lnTo>
                  <a:lnTo>
                    <a:pt x="1403489" y="9055"/>
                  </a:lnTo>
                  <a:lnTo>
                    <a:pt x="1430642" y="9055"/>
                  </a:lnTo>
                  <a:lnTo>
                    <a:pt x="1430642" y="0"/>
                  </a:lnTo>
                  <a:close/>
                </a:path>
                <a:path w="6102984" h="2055495">
                  <a:moveTo>
                    <a:pt x="1465237" y="2046363"/>
                  </a:moveTo>
                  <a:lnTo>
                    <a:pt x="1438071" y="2046363"/>
                  </a:lnTo>
                  <a:lnTo>
                    <a:pt x="1438071" y="2055418"/>
                  </a:lnTo>
                  <a:lnTo>
                    <a:pt x="1465237" y="2055418"/>
                  </a:lnTo>
                  <a:lnTo>
                    <a:pt x="1465237" y="2046363"/>
                  </a:lnTo>
                  <a:close/>
                </a:path>
                <a:path w="6102984" h="2055495">
                  <a:moveTo>
                    <a:pt x="1475917" y="0"/>
                  </a:moveTo>
                  <a:lnTo>
                    <a:pt x="1448752" y="0"/>
                  </a:lnTo>
                  <a:lnTo>
                    <a:pt x="1448752" y="9055"/>
                  </a:lnTo>
                  <a:lnTo>
                    <a:pt x="1475917" y="9055"/>
                  </a:lnTo>
                  <a:lnTo>
                    <a:pt x="1475917" y="0"/>
                  </a:lnTo>
                  <a:close/>
                </a:path>
                <a:path w="6102984" h="2055495">
                  <a:moveTo>
                    <a:pt x="1510512" y="2046363"/>
                  </a:moveTo>
                  <a:lnTo>
                    <a:pt x="1483347" y="2046363"/>
                  </a:lnTo>
                  <a:lnTo>
                    <a:pt x="1483347" y="2055418"/>
                  </a:lnTo>
                  <a:lnTo>
                    <a:pt x="1510512" y="2055418"/>
                  </a:lnTo>
                  <a:lnTo>
                    <a:pt x="1510512" y="2046363"/>
                  </a:lnTo>
                  <a:close/>
                </a:path>
                <a:path w="6102984" h="2055495">
                  <a:moveTo>
                    <a:pt x="1521193" y="0"/>
                  </a:moveTo>
                  <a:lnTo>
                    <a:pt x="1494028" y="0"/>
                  </a:lnTo>
                  <a:lnTo>
                    <a:pt x="1494028" y="9055"/>
                  </a:lnTo>
                  <a:lnTo>
                    <a:pt x="1521193" y="9055"/>
                  </a:lnTo>
                  <a:lnTo>
                    <a:pt x="1521193" y="0"/>
                  </a:lnTo>
                  <a:close/>
                </a:path>
                <a:path w="6102984" h="2055495">
                  <a:moveTo>
                    <a:pt x="1555788" y="2046363"/>
                  </a:moveTo>
                  <a:lnTo>
                    <a:pt x="1528622" y="2046363"/>
                  </a:lnTo>
                  <a:lnTo>
                    <a:pt x="1528622" y="2055418"/>
                  </a:lnTo>
                  <a:lnTo>
                    <a:pt x="1555788" y="2055418"/>
                  </a:lnTo>
                  <a:lnTo>
                    <a:pt x="1555788" y="2046363"/>
                  </a:lnTo>
                  <a:close/>
                </a:path>
                <a:path w="6102984" h="2055495">
                  <a:moveTo>
                    <a:pt x="1566468" y="0"/>
                  </a:moveTo>
                  <a:lnTo>
                    <a:pt x="1539303" y="0"/>
                  </a:lnTo>
                  <a:lnTo>
                    <a:pt x="1539303" y="9055"/>
                  </a:lnTo>
                  <a:lnTo>
                    <a:pt x="1566468" y="9055"/>
                  </a:lnTo>
                  <a:lnTo>
                    <a:pt x="1566468" y="0"/>
                  </a:lnTo>
                  <a:close/>
                </a:path>
                <a:path w="6102984" h="2055495">
                  <a:moveTo>
                    <a:pt x="1601063" y="2046363"/>
                  </a:moveTo>
                  <a:lnTo>
                    <a:pt x="1573898" y="2046363"/>
                  </a:lnTo>
                  <a:lnTo>
                    <a:pt x="1573898" y="2055418"/>
                  </a:lnTo>
                  <a:lnTo>
                    <a:pt x="1601063" y="2055418"/>
                  </a:lnTo>
                  <a:lnTo>
                    <a:pt x="1601063" y="2046363"/>
                  </a:lnTo>
                  <a:close/>
                </a:path>
                <a:path w="6102984" h="2055495">
                  <a:moveTo>
                    <a:pt x="1611744" y="0"/>
                  </a:moveTo>
                  <a:lnTo>
                    <a:pt x="1584579" y="0"/>
                  </a:lnTo>
                  <a:lnTo>
                    <a:pt x="1584579" y="9055"/>
                  </a:lnTo>
                  <a:lnTo>
                    <a:pt x="1611744" y="9055"/>
                  </a:lnTo>
                  <a:lnTo>
                    <a:pt x="1611744" y="0"/>
                  </a:lnTo>
                  <a:close/>
                </a:path>
                <a:path w="6102984" h="2055495">
                  <a:moveTo>
                    <a:pt x="1646326" y="2046363"/>
                  </a:moveTo>
                  <a:lnTo>
                    <a:pt x="1619161" y="2046363"/>
                  </a:lnTo>
                  <a:lnTo>
                    <a:pt x="1619161" y="2055418"/>
                  </a:lnTo>
                  <a:lnTo>
                    <a:pt x="1646326" y="2055418"/>
                  </a:lnTo>
                  <a:lnTo>
                    <a:pt x="1646326" y="2046363"/>
                  </a:lnTo>
                  <a:close/>
                </a:path>
                <a:path w="6102984" h="2055495">
                  <a:moveTo>
                    <a:pt x="1657019" y="0"/>
                  </a:moveTo>
                  <a:lnTo>
                    <a:pt x="1629854" y="0"/>
                  </a:lnTo>
                  <a:lnTo>
                    <a:pt x="1629854" y="9055"/>
                  </a:lnTo>
                  <a:lnTo>
                    <a:pt x="1657019" y="9055"/>
                  </a:lnTo>
                  <a:lnTo>
                    <a:pt x="1657019" y="0"/>
                  </a:lnTo>
                  <a:close/>
                </a:path>
                <a:path w="6102984" h="2055495">
                  <a:moveTo>
                    <a:pt x="1691601" y="2046363"/>
                  </a:moveTo>
                  <a:lnTo>
                    <a:pt x="1664436" y="2046363"/>
                  </a:lnTo>
                  <a:lnTo>
                    <a:pt x="1664436" y="2055418"/>
                  </a:lnTo>
                  <a:lnTo>
                    <a:pt x="1691601" y="2055418"/>
                  </a:lnTo>
                  <a:lnTo>
                    <a:pt x="1691601" y="2046363"/>
                  </a:lnTo>
                  <a:close/>
                </a:path>
                <a:path w="6102984" h="2055495">
                  <a:moveTo>
                    <a:pt x="1702295" y="0"/>
                  </a:moveTo>
                  <a:lnTo>
                    <a:pt x="1675130" y="0"/>
                  </a:lnTo>
                  <a:lnTo>
                    <a:pt x="1675130" y="9055"/>
                  </a:lnTo>
                  <a:lnTo>
                    <a:pt x="1702295" y="9055"/>
                  </a:lnTo>
                  <a:lnTo>
                    <a:pt x="1702295" y="0"/>
                  </a:lnTo>
                  <a:close/>
                </a:path>
                <a:path w="6102984" h="2055495">
                  <a:moveTo>
                    <a:pt x="1736877" y="2046363"/>
                  </a:moveTo>
                  <a:lnTo>
                    <a:pt x="1709712" y="2046363"/>
                  </a:lnTo>
                  <a:lnTo>
                    <a:pt x="1709712" y="2055418"/>
                  </a:lnTo>
                  <a:lnTo>
                    <a:pt x="1736877" y="2055418"/>
                  </a:lnTo>
                  <a:lnTo>
                    <a:pt x="1736877" y="2046363"/>
                  </a:lnTo>
                  <a:close/>
                </a:path>
                <a:path w="6102984" h="2055495">
                  <a:moveTo>
                    <a:pt x="1747558" y="0"/>
                  </a:moveTo>
                  <a:lnTo>
                    <a:pt x="1720392" y="0"/>
                  </a:lnTo>
                  <a:lnTo>
                    <a:pt x="1720392" y="9055"/>
                  </a:lnTo>
                  <a:lnTo>
                    <a:pt x="1747558" y="9055"/>
                  </a:lnTo>
                  <a:lnTo>
                    <a:pt x="1747558" y="0"/>
                  </a:lnTo>
                  <a:close/>
                </a:path>
                <a:path w="6102984" h="2055495">
                  <a:moveTo>
                    <a:pt x="1782152" y="2046363"/>
                  </a:moveTo>
                  <a:lnTo>
                    <a:pt x="1754987" y="2046363"/>
                  </a:lnTo>
                  <a:lnTo>
                    <a:pt x="1754987" y="2055418"/>
                  </a:lnTo>
                  <a:lnTo>
                    <a:pt x="1782152" y="2055418"/>
                  </a:lnTo>
                  <a:lnTo>
                    <a:pt x="1782152" y="2046363"/>
                  </a:lnTo>
                  <a:close/>
                </a:path>
                <a:path w="6102984" h="2055495">
                  <a:moveTo>
                    <a:pt x="1792833" y="0"/>
                  </a:moveTo>
                  <a:lnTo>
                    <a:pt x="1765668" y="0"/>
                  </a:lnTo>
                  <a:lnTo>
                    <a:pt x="1765668" y="9055"/>
                  </a:lnTo>
                  <a:lnTo>
                    <a:pt x="1792833" y="9055"/>
                  </a:lnTo>
                  <a:lnTo>
                    <a:pt x="1792833" y="0"/>
                  </a:lnTo>
                  <a:close/>
                </a:path>
                <a:path w="6102984" h="2055495">
                  <a:moveTo>
                    <a:pt x="1827428" y="2046363"/>
                  </a:moveTo>
                  <a:lnTo>
                    <a:pt x="1800263" y="2046363"/>
                  </a:lnTo>
                  <a:lnTo>
                    <a:pt x="1800263" y="2055418"/>
                  </a:lnTo>
                  <a:lnTo>
                    <a:pt x="1827428" y="2055418"/>
                  </a:lnTo>
                  <a:lnTo>
                    <a:pt x="1827428" y="2046363"/>
                  </a:lnTo>
                  <a:close/>
                </a:path>
                <a:path w="6102984" h="2055495">
                  <a:moveTo>
                    <a:pt x="1838109" y="0"/>
                  </a:moveTo>
                  <a:lnTo>
                    <a:pt x="1810943" y="0"/>
                  </a:lnTo>
                  <a:lnTo>
                    <a:pt x="1810943" y="9055"/>
                  </a:lnTo>
                  <a:lnTo>
                    <a:pt x="1838109" y="9055"/>
                  </a:lnTo>
                  <a:lnTo>
                    <a:pt x="1838109" y="0"/>
                  </a:lnTo>
                  <a:close/>
                </a:path>
                <a:path w="6102984" h="2055495">
                  <a:moveTo>
                    <a:pt x="1872703" y="2046363"/>
                  </a:moveTo>
                  <a:lnTo>
                    <a:pt x="1845538" y="2046363"/>
                  </a:lnTo>
                  <a:lnTo>
                    <a:pt x="1845538" y="2055418"/>
                  </a:lnTo>
                  <a:lnTo>
                    <a:pt x="1872703" y="2055418"/>
                  </a:lnTo>
                  <a:lnTo>
                    <a:pt x="1872703" y="2046363"/>
                  </a:lnTo>
                  <a:close/>
                </a:path>
                <a:path w="6102984" h="2055495">
                  <a:moveTo>
                    <a:pt x="1883384" y="0"/>
                  </a:moveTo>
                  <a:lnTo>
                    <a:pt x="1856219" y="0"/>
                  </a:lnTo>
                  <a:lnTo>
                    <a:pt x="1856219" y="9055"/>
                  </a:lnTo>
                  <a:lnTo>
                    <a:pt x="1883384" y="9055"/>
                  </a:lnTo>
                  <a:lnTo>
                    <a:pt x="1883384" y="0"/>
                  </a:lnTo>
                  <a:close/>
                </a:path>
                <a:path w="6102984" h="2055495">
                  <a:moveTo>
                    <a:pt x="1917966" y="2046363"/>
                  </a:moveTo>
                  <a:lnTo>
                    <a:pt x="1890814" y="2046363"/>
                  </a:lnTo>
                  <a:lnTo>
                    <a:pt x="1890814" y="2055418"/>
                  </a:lnTo>
                  <a:lnTo>
                    <a:pt x="1917966" y="2055418"/>
                  </a:lnTo>
                  <a:lnTo>
                    <a:pt x="1917966" y="2046363"/>
                  </a:lnTo>
                  <a:close/>
                </a:path>
                <a:path w="6102984" h="2055495">
                  <a:moveTo>
                    <a:pt x="1928660" y="0"/>
                  </a:moveTo>
                  <a:lnTo>
                    <a:pt x="1901494" y="0"/>
                  </a:lnTo>
                  <a:lnTo>
                    <a:pt x="1901494" y="9055"/>
                  </a:lnTo>
                  <a:lnTo>
                    <a:pt x="1928660" y="9055"/>
                  </a:lnTo>
                  <a:lnTo>
                    <a:pt x="1928660" y="0"/>
                  </a:lnTo>
                  <a:close/>
                </a:path>
                <a:path w="6102984" h="2055495">
                  <a:moveTo>
                    <a:pt x="1963242" y="2046363"/>
                  </a:moveTo>
                  <a:lnTo>
                    <a:pt x="1936076" y="2046363"/>
                  </a:lnTo>
                  <a:lnTo>
                    <a:pt x="1936076" y="2055418"/>
                  </a:lnTo>
                  <a:lnTo>
                    <a:pt x="1963242" y="2055418"/>
                  </a:lnTo>
                  <a:lnTo>
                    <a:pt x="1963242" y="2046363"/>
                  </a:lnTo>
                  <a:close/>
                </a:path>
                <a:path w="6102984" h="2055495">
                  <a:moveTo>
                    <a:pt x="1973935" y="0"/>
                  </a:moveTo>
                  <a:lnTo>
                    <a:pt x="1946770" y="0"/>
                  </a:lnTo>
                  <a:lnTo>
                    <a:pt x="1946770" y="9055"/>
                  </a:lnTo>
                  <a:lnTo>
                    <a:pt x="1973935" y="9055"/>
                  </a:lnTo>
                  <a:lnTo>
                    <a:pt x="1973935" y="0"/>
                  </a:lnTo>
                  <a:close/>
                </a:path>
                <a:path w="6102984" h="2055495">
                  <a:moveTo>
                    <a:pt x="2008517" y="2046363"/>
                  </a:moveTo>
                  <a:lnTo>
                    <a:pt x="1981352" y="2046363"/>
                  </a:lnTo>
                  <a:lnTo>
                    <a:pt x="1981352" y="2055418"/>
                  </a:lnTo>
                  <a:lnTo>
                    <a:pt x="2008517" y="2055418"/>
                  </a:lnTo>
                  <a:lnTo>
                    <a:pt x="2008517" y="2046363"/>
                  </a:lnTo>
                  <a:close/>
                </a:path>
                <a:path w="6102984" h="2055495">
                  <a:moveTo>
                    <a:pt x="2019198" y="0"/>
                  </a:moveTo>
                  <a:lnTo>
                    <a:pt x="1992045" y="0"/>
                  </a:lnTo>
                  <a:lnTo>
                    <a:pt x="1992045" y="9055"/>
                  </a:lnTo>
                  <a:lnTo>
                    <a:pt x="2019198" y="9055"/>
                  </a:lnTo>
                  <a:lnTo>
                    <a:pt x="2019198" y="0"/>
                  </a:lnTo>
                  <a:close/>
                </a:path>
                <a:path w="6102984" h="2055495">
                  <a:moveTo>
                    <a:pt x="2053793" y="2046363"/>
                  </a:moveTo>
                  <a:lnTo>
                    <a:pt x="2026627" y="2046363"/>
                  </a:lnTo>
                  <a:lnTo>
                    <a:pt x="2026627" y="2055418"/>
                  </a:lnTo>
                  <a:lnTo>
                    <a:pt x="2053793" y="2055418"/>
                  </a:lnTo>
                  <a:lnTo>
                    <a:pt x="2053793" y="2046363"/>
                  </a:lnTo>
                  <a:close/>
                </a:path>
                <a:path w="6102984" h="2055495">
                  <a:moveTo>
                    <a:pt x="2064473" y="0"/>
                  </a:moveTo>
                  <a:lnTo>
                    <a:pt x="2037308" y="0"/>
                  </a:lnTo>
                  <a:lnTo>
                    <a:pt x="2037308" y="9055"/>
                  </a:lnTo>
                  <a:lnTo>
                    <a:pt x="2064473" y="9055"/>
                  </a:lnTo>
                  <a:lnTo>
                    <a:pt x="2064473" y="0"/>
                  </a:lnTo>
                  <a:close/>
                </a:path>
                <a:path w="6102984" h="2055495">
                  <a:moveTo>
                    <a:pt x="2099068" y="2046363"/>
                  </a:moveTo>
                  <a:lnTo>
                    <a:pt x="2071903" y="2046363"/>
                  </a:lnTo>
                  <a:lnTo>
                    <a:pt x="2071903" y="2055418"/>
                  </a:lnTo>
                  <a:lnTo>
                    <a:pt x="2099068" y="2055418"/>
                  </a:lnTo>
                  <a:lnTo>
                    <a:pt x="2099068" y="2046363"/>
                  </a:lnTo>
                  <a:close/>
                </a:path>
                <a:path w="6102984" h="2055495">
                  <a:moveTo>
                    <a:pt x="2109749" y="0"/>
                  </a:moveTo>
                  <a:lnTo>
                    <a:pt x="2082584" y="0"/>
                  </a:lnTo>
                  <a:lnTo>
                    <a:pt x="2082584" y="9055"/>
                  </a:lnTo>
                  <a:lnTo>
                    <a:pt x="2109749" y="9055"/>
                  </a:lnTo>
                  <a:lnTo>
                    <a:pt x="2109749" y="0"/>
                  </a:lnTo>
                  <a:close/>
                </a:path>
                <a:path w="6102984" h="2055495">
                  <a:moveTo>
                    <a:pt x="2144344" y="2046363"/>
                  </a:moveTo>
                  <a:lnTo>
                    <a:pt x="2117179" y="2046363"/>
                  </a:lnTo>
                  <a:lnTo>
                    <a:pt x="2117179" y="2055418"/>
                  </a:lnTo>
                  <a:lnTo>
                    <a:pt x="2144344" y="2055418"/>
                  </a:lnTo>
                  <a:lnTo>
                    <a:pt x="2144344" y="2046363"/>
                  </a:lnTo>
                  <a:close/>
                </a:path>
                <a:path w="6102984" h="2055495">
                  <a:moveTo>
                    <a:pt x="2155025" y="0"/>
                  </a:moveTo>
                  <a:lnTo>
                    <a:pt x="2127859" y="0"/>
                  </a:lnTo>
                  <a:lnTo>
                    <a:pt x="2127859" y="9055"/>
                  </a:lnTo>
                  <a:lnTo>
                    <a:pt x="2155025" y="9055"/>
                  </a:lnTo>
                  <a:lnTo>
                    <a:pt x="2155025" y="0"/>
                  </a:lnTo>
                  <a:close/>
                </a:path>
                <a:path w="6102984" h="2055495">
                  <a:moveTo>
                    <a:pt x="2189619" y="2046363"/>
                  </a:moveTo>
                  <a:lnTo>
                    <a:pt x="2162454" y="2046363"/>
                  </a:lnTo>
                  <a:lnTo>
                    <a:pt x="2162454" y="2055418"/>
                  </a:lnTo>
                  <a:lnTo>
                    <a:pt x="2189619" y="2055418"/>
                  </a:lnTo>
                  <a:lnTo>
                    <a:pt x="2189619" y="2046363"/>
                  </a:lnTo>
                  <a:close/>
                </a:path>
                <a:path w="6102984" h="2055495">
                  <a:moveTo>
                    <a:pt x="2200300" y="0"/>
                  </a:moveTo>
                  <a:lnTo>
                    <a:pt x="2173135" y="0"/>
                  </a:lnTo>
                  <a:lnTo>
                    <a:pt x="2173135" y="9055"/>
                  </a:lnTo>
                  <a:lnTo>
                    <a:pt x="2200300" y="9055"/>
                  </a:lnTo>
                  <a:lnTo>
                    <a:pt x="2200300" y="0"/>
                  </a:lnTo>
                  <a:close/>
                </a:path>
                <a:path w="6102984" h="2055495">
                  <a:moveTo>
                    <a:pt x="2234882" y="2046363"/>
                  </a:moveTo>
                  <a:lnTo>
                    <a:pt x="2207730" y="2046363"/>
                  </a:lnTo>
                  <a:lnTo>
                    <a:pt x="2207730" y="2055418"/>
                  </a:lnTo>
                  <a:lnTo>
                    <a:pt x="2234882" y="2055418"/>
                  </a:lnTo>
                  <a:lnTo>
                    <a:pt x="2234882" y="2046363"/>
                  </a:lnTo>
                  <a:close/>
                </a:path>
                <a:path w="6102984" h="2055495">
                  <a:moveTo>
                    <a:pt x="2245576" y="0"/>
                  </a:moveTo>
                  <a:lnTo>
                    <a:pt x="2218410" y="0"/>
                  </a:lnTo>
                  <a:lnTo>
                    <a:pt x="2218410" y="9055"/>
                  </a:lnTo>
                  <a:lnTo>
                    <a:pt x="2245576" y="9055"/>
                  </a:lnTo>
                  <a:lnTo>
                    <a:pt x="2245576" y="0"/>
                  </a:lnTo>
                  <a:close/>
                </a:path>
                <a:path w="6102984" h="2055495">
                  <a:moveTo>
                    <a:pt x="2280158" y="2046363"/>
                  </a:moveTo>
                  <a:lnTo>
                    <a:pt x="2252992" y="2046363"/>
                  </a:lnTo>
                  <a:lnTo>
                    <a:pt x="2252992" y="2055418"/>
                  </a:lnTo>
                  <a:lnTo>
                    <a:pt x="2280158" y="2055418"/>
                  </a:lnTo>
                  <a:lnTo>
                    <a:pt x="2280158" y="2046363"/>
                  </a:lnTo>
                  <a:close/>
                </a:path>
                <a:path w="6102984" h="2055495">
                  <a:moveTo>
                    <a:pt x="2290851" y="0"/>
                  </a:moveTo>
                  <a:lnTo>
                    <a:pt x="2263686" y="0"/>
                  </a:lnTo>
                  <a:lnTo>
                    <a:pt x="2263686" y="9055"/>
                  </a:lnTo>
                  <a:lnTo>
                    <a:pt x="2290851" y="9055"/>
                  </a:lnTo>
                  <a:lnTo>
                    <a:pt x="2290851" y="0"/>
                  </a:lnTo>
                  <a:close/>
                </a:path>
                <a:path w="6102984" h="2055495">
                  <a:moveTo>
                    <a:pt x="2325433" y="2046363"/>
                  </a:moveTo>
                  <a:lnTo>
                    <a:pt x="2298268" y="2046363"/>
                  </a:lnTo>
                  <a:lnTo>
                    <a:pt x="2298268" y="2055418"/>
                  </a:lnTo>
                  <a:lnTo>
                    <a:pt x="2325433" y="2055418"/>
                  </a:lnTo>
                  <a:lnTo>
                    <a:pt x="2325433" y="2046363"/>
                  </a:lnTo>
                  <a:close/>
                </a:path>
                <a:path w="6102984" h="2055495">
                  <a:moveTo>
                    <a:pt x="2336114" y="0"/>
                  </a:moveTo>
                  <a:lnTo>
                    <a:pt x="2308949" y="0"/>
                  </a:lnTo>
                  <a:lnTo>
                    <a:pt x="2308949" y="9055"/>
                  </a:lnTo>
                  <a:lnTo>
                    <a:pt x="2336114" y="9055"/>
                  </a:lnTo>
                  <a:lnTo>
                    <a:pt x="2336114" y="0"/>
                  </a:lnTo>
                  <a:close/>
                </a:path>
                <a:path w="6102984" h="2055495">
                  <a:moveTo>
                    <a:pt x="2370709" y="2046363"/>
                  </a:moveTo>
                  <a:lnTo>
                    <a:pt x="2343543" y="2046363"/>
                  </a:lnTo>
                  <a:lnTo>
                    <a:pt x="2343543" y="2055418"/>
                  </a:lnTo>
                  <a:lnTo>
                    <a:pt x="2370709" y="2055418"/>
                  </a:lnTo>
                  <a:lnTo>
                    <a:pt x="2370709" y="2046363"/>
                  </a:lnTo>
                  <a:close/>
                </a:path>
                <a:path w="6102984" h="2055495">
                  <a:moveTo>
                    <a:pt x="2381389" y="0"/>
                  </a:moveTo>
                  <a:lnTo>
                    <a:pt x="2354224" y="0"/>
                  </a:lnTo>
                  <a:lnTo>
                    <a:pt x="2354224" y="9055"/>
                  </a:lnTo>
                  <a:lnTo>
                    <a:pt x="2381389" y="9055"/>
                  </a:lnTo>
                  <a:lnTo>
                    <a:pt x="2381389" y="0"/>
                  </a:lnTo>
                  <a:close/>
                </a:path>
                <a:path w="6102984" h="2055495">
                  <a:moveTo>
                    <a:pt x="2415984" y="2046363"/>
                  </a:moveTo>
                  <a:lnTo>
                    <a:pt x="2388819" y="2046363"/>
                  </a:lnTo>
                  <a:lnTo>
                    <a:pt x="2388819" y="2055418"/>
                  </a:lnTo>
                  <a:lnTo>
                    <a:pt x="2415984" y="2055418"/>
                  </a:lnTo>
                  <a:lnTo>
                    <a:pt x="2415984" y="2046363"/>
                  </a:lnTo>
                  <a:close/>
                </a:path>
                <a:path w="6102984" h="2055495">
                  <a:moveTo>
                    <a:pt x="2426665" y="0"/>
                  </a:moveTo>
                  <a:lnTo>
                    <a:pt x="2399500" y="0"/>
                  </a:lnTo>
                  <a:lnTo>
                    <a:pt x="2399500" y="9055"/>
                  </a:lnTo>
                  <a:lnTo>
                    <a:pt x="2426665" y="9055"/>
                  </a:lnTo>
                  <a:lnTo>
                    <a:pt x="2426665" y="0"/>
                  </a:lnTo>
                  <a:close/>
                </a:path>
                <a:path w="6102984" h="2055495">
                  <a:moveTo>
                    <a:pt x="2461260" y="2046363"/>
                  </a:moveTo>
                  <a:lnTo>
                    <a:pt x="2434094" y="2046363"/>
                  </a:lnTo>
                  <a:lnTo>
                    <a:pt x="2434094" y="2055418"/>
                  </a:lnTo>
                  <a:lnTo>
                    <a:pt x="2461260" y="2055418"/>
                  </a:lnTo>
                  <a:lnTo>
                    <a:pt x="2461260" y="2046363"/>
                  </a:lnTo>
                  <a:close/>
                </a:path>
                <a:path w="6102984" h="2055495">
                  <a:moveTo>
                    <a:pt x="2471940" y="0"/>
                  </a:moveTo>
                  <a:lnTo>
                    <a:pt x="2444775" y="0"/>
                  </a:lnTo>
                  <a:lnTo>
                    <a:pt x="2444775" y="9055"/>
                  </a:lnTo>
                  <a:lnTo>
                    <a:pt x="2471940" y="9055"/>
                  </a:lnTo>
                  <a:lnTo>
                    <a:pt x="2471940" y="0"/>
                  </a:lnTo>
                  <a:close/>
                </a:path>
                <a:path w="6102984" h="2055495">
                  <a:moveTo>
                    <a:pt x="2506535" y="2046363"/>
                  </a:moveTo>
                  <a:lnTo>
                    <a:pt x="2479370" y="2046363"/>
                  </a:lnTo>
                  <a:lnTo>
                    <a:pt x="2479370" y="2055418"/>
                  </a:lnTo>
                  <a:lnTo>
                    <a:pt x="2506535" y="2055418"/>
                  </a:lnTo>
                  <a:lnTo>
                    <a:pt x="2506535" y="2046363"/>
                  </a:lnTo>
                  <a:close/>
                </a:path>
                <a:path w="6102984" h="2055495">
                  <a:moveTo>
                    <a:pt x="2517216" y="0"/>
                  </a:moveTo>
                  <a:lnTo>
                    <a:pt x="2490051" y="0"/>
                  </a:lnTo>
                  <a:lnTo>
                    <a:pt x="2490051" y="9055"/>
                  </a:lnTo>
                  <a:lnTo>
                    <a:pt x="2517216" y="9055"/>
                  </a:lnTo>
                  <a:lnTo>
                    <a:pt x="2517216" y="0"/>
                  </a:lnTo>
                  <a:close/>
                </a:path>
                <a:path w="6102984" h="2055495">
                  <a:moveTo>
                    <a:pt x="2551798" y="2046363"/>
                  </a:moveTo>
                  <a:lnTo>
                    <a:pt x="2524633" y="2046363"/>
                  </a:lnTo>
                  <a:lnTo>
                    <a:pt x="2524633" y="2055418"/>
                  </a:lnTo>
                  <a:lnTo>
                    <a:pt x="2551798" y="2055418"/>
                  </a:lnTo>
                  <a:lnTo>
                    <a:pt x="2551798" y="2046363"/>
                  </a:lnTo>
                  <a:close/>
                </a:path>
                <a:path w="6102984" h="2055495">
                  <a:moveTo>
                    <a:pt x="2562491" y="0"/>
                  </a:moveTo>
                  <a:lnTo>
                    <a:pt x="2535326" y="0"/>
                  </a:lnTo>
                  <a:lnTo>
                    <a:pt x="2535326" y="9055"/>
                  </a:lnTo>
                  <a:lnTo>
                    <a:pt x="2562491" y="9055"/>
                  </a:lnTo>
                  <a:lnTo>
                    <a:pt x="2562491" y="0"/>
                  </a:lnTo>
                  <a:close/>
                </a:path>
                <a:path w="6102984" h="2055495">
                  <a:moveTo>
                    <a:pt x="2597073" y="2046363"/>
                  </a:moveTo>
                  <a:lnTo>
                    <a:pt x="2569908" y="2046363"/>
                  </a:lnTo>
                  <a:lnTo>
                    <a:pt x="2569908" y="2055418"/>
                  </a:lnTo>
                  <a:lnTo>
                    <a:pt x="2597073" y="2055418"/>
                  </a:lnTo>
                  <a:lnTo>
                    <a:pt x="2597073" y="2046363"/>
                  </a:lnTo>
                  <a:close/>
                </a:path>
                <a:path w="6102984" h="2055495">
                  <a:moveTo>
                    <a:pt x="2607754" y="0"/>
                  </a:moveTo>
                  <a:lnTo>
                    <a:pt x="2580602" y="0"/>
                  </a:lnTo>
                  <a:lnTo>
                    <a:pt x="2580602" y="9055"/>
                  </a:lnTo>
                  <a:lnTo>
                    <a:pt x="2607754" y="9055"/>
                  </a:lnTo>
                  <a:lnTo>
                    <a:pt x="2607754" y="0"/>
                  </a:lnTo>
                  <a:close/>
                </a:path>
                <a:path w="6102984" h="2055495">
                  <a:moveTo>
                    <a:pt x="2642349" y="2046363"/>
                  </a:moveTo>
                  <a:lnTo>
                    <a:pt x="2615184" y="2046363"/>
                  </a:lnTo>
                  <a:lnTo>
                    <a:pt x="2615184" y="2055418"/>
                  </a:lnTo>
                  <a:lnTo>
                    <a:pt x="2642349" y="2055418"/>
                  </a:lnTo>
                  <a:lnTo>
                    <a:pt x="2642349" y="2046363"/>
                  </a:lnTo>
                  <a:close/>
                </a:path>
                <a:path w="6102984" h="2055495">
                  <a:moveTo>
                    <a:pt x="2653030" y="0"/>
                  </a:moveTo>
                  <a:lnTo>
                    <a:pt x="2625864" y="0"/>
                  </a:lnTo>
                  <a:lnTo>
                    <a:pt x="2625864" y="9055"/>
                  </a:lnTo>
                  <a:lnTo>
                    <a:pt x="2653030" y="9055"/>
                  </a:lnTo>
                  <a:lnTo>
                    <a:pt x="2653030" y="0"/>
                  </a:lnTo>
                  <a:close/>
                </a:path>
                <a:path w="6102984" h="2055495">
                  <a:moveTo>
                    <a:pt x="2687624" y="2046363"/>
                  </a:moveTo>
                  <a:lnTo>
                    <a:pt x="2660459" y="2046363"/>
                  </a:lnTo>
                  <a:lnTo>
                    <a:pt x="2660459" y="2055418"/>
                  </a:lnTo>
                  <a:lnTo>
                    <a:pt x="2687624" y="2055418"/>
                  </a:lnTo>
                  <a:lnTo>
                    <a:pt x="2687624" y="2046363"/>
                  </a:lnTo>
                  <a:close/>
                </a:path>
                <a:path w="6102984" h="2055495">
                  <a:moveTo>
                    <a:pt x="2698305" y="0"/>
                  </a:moveTo>
                  <a:lnTo>
                    <a:pt x="2671140" y="0"/>
                  </a:lnTo>
                  <a:lnTo>
                    <a:pt x="2671140" y="9055"/>
                  </a:lnTo>
                  <a:lnTo>
                    <a:pt x="2698305" y="9055"/>
                  </a:lnTo>
                  <a:lnTo>
                    <a:pt x="2698305" y="0"/>
                  </a:lnTo>
                  <a:close/>
                </a:path>
                <a:path w="6102984" h="2055495">
                  <a:moveTo>
                    <a:pt x="2732900" y="2046363"/>
                  </a:moveTo>
                  <a:lnTo>
                    <a:pt x="2705735" y="2046363"/>
                  </a:lnTo>
                  <a:lnTo>
                    <a:pt x="2705735" y="2055418"/>
                  </a:lnTo>
                  <a:lnTo>
                    <a:pt x="2732900" y="2055418"/>
                  </a:lnTo>
                  <a:lnTo>
                    <a:pt x="2732900" y="2046363"/>
                  </a:lnTo>
                  <a:close/>
                </a:path>
                <a:path w="6102984" h="2055495">
                  <a:moveTo>
                    <a:pt x="2743581" y="0"/>
                  </a:moveTo>
                  <a:lnTo>
                    <a:pt x="2716415" y="0"/>
                  </a:lnTo>
                  <a:lnTo>
                    <a:pt x="2716415" y="9055"/>
                  </a:lnTo>
                  <a:lnTo>
                    <a:pt x="2743581" y="9055"/>
                  </a:lnTo>
                  <a:lnTo>
                    <a:pt x="2743581" y="0"/>
                  </a:lnTo>
                  <a:close/>
                </a:path>
                <a:path w="6102984" h="2055495">
                  <a:moveTo>
                    <a:pt x="2778175" y="2046363"/>
                  </a:moveTo>
                  <a:lnTo>
                    <a:pt x="2751010" y="2046363"/>
                  </a:lnTo>
                  <a:lnTo>
                    <a:pt x="2751010" y="2055418"/>
                  </a:lnTo>
                  <a:lnTo>
                    <a:pt x="2778175" y="2055418"/>
                  </a:lnTo>
                  <a:lnTo>
                    <a:pt x="2778175" y="2046363"/>
                  </a:lnTo>
                  <a:close/>
                </a:path>
                <a:path w="6102984" h="2055495">
                  <a:moveTo>
                    <a:pt x="2788856" y="0"/>
                  </a:moveTo>
                  <a:lnTo>
                    <a:pt x="2761691" y="0"/>
                  </a:lnTo>
                  <a:lnTo>
                    <a:pt x="2761691" y="9055"/>
                  </a:lnTo>
                  <a:lnTo>
                    <a:pt x="2788856" y="9055"/>
                  </a:lnTo>
                  <a:lnTo>
                    <a:pt x="2788856" y="0"/>
                  </a:lnTo>
                  <a:close/>
                </a:path>
                <a:path w="6102984" h="2055495">
                  <a:moveTo>
                    <a:pt x="2823438" y="2046363"/>
                  </a:moveTo>
                  <a:lnTo>
                    <a:pt x="2796286" y="2046363"/>
                  </a:lnTo>
                  <a:lnTo>
                    <a:pt x="2796286" y="2055418"/>
                  </a:lnTo>
                  <a:lnTo>
                    <a:pt x="2823438" y="2055418"/>
                  </a:lnTo>
                  <a:lnTo>
                    <a:pt x="2823438" y="2046363"/>
                  </a:lnTo>
                  <a:close/>
                </a:path>
                <a:path w="6102984" h="2055495">
                  <a:moveTo>
                    <a:pt x="2834132" y="0"/>
                  </a:moveTo>
                  <a:lnTo>
                    <a:pt x="2806966" y="0"/>
                  </a:lnTo>
                  <a:lnTo>
                    <a:pt x="2806966" y="9055"/>
                  </a:lnTo>
                  <a:lnTo>
                    <a:pt x="2834132" y="9055"/>
                  </a:lnTo>
                  <a:lnTo>
                    <a:pt x="2834132" y="0"/>
                  </a:lnTo>
                  <a:close/>
                </a:path>
                <a:path w="6102984" h="2055495">
                  <a:moveTo>
                    <a:pt x="2868714" y="2046363"/>
                  </a:moveTo>
                  <a:lnTo>
                    <a:pt x="2841548" y="2046363"/>
                  </a:lnTo>
                  <a:lnTo>
                    <a:pt x="2841548" y="2055418"/>
                  </a:lnTo>
                  <a:lnTo>
                    <a:pt x="2868714" y="2055418"/>
                  </a:lnTo>
                  <a:lnTo>
                    <a:pt x="2868714" y="2046363"/>
                  </a:lnTo>
                  <a:close/>
                </a:path>
                <a:path w="6102984" h="2055495">
                  <a:moveTo>
                    <a:pt x="2879407" y="0"/>
                  </a:moveTo>
                  <a:lnTo>
                    <a:pt x="2852242" y="0"/>
                  </a:lnTo>
                  <a:lnTo>
                    <a:pt x="2852242" y="9055"/>
                  </a:lnTo>
                  <a:lnTo>
                    <a:pt x="2879407" y="9055"/>
                  </a:lnTo>
                  <a:lnTo>
                    <a:pt x="2879407" y="0"/>
                  </a:lnTo>
                  <a:close/>
                </a:path>
                <a:path w="6102984" h="2055495">
                  <a:moveTo>
                    <a:pt x="2913989" y="2046363"/>
                  </a:moveTo>
                  <a:lnTo>
                    <a:pt x="2886824" y="2046363"/>
                  </a:lnTo>
                  <a:lnTo>
                    <a:pt x="2886824" y="2055418"/>
                  </a:lnTo>
                  <a:lnTo>
                    <a:pt x="2913989" y="2055418"/>
                  </a:lnTo>
                  <a:lnTo>
                    <a:pt x="2913989" y="2046363"/>
                  </a:lnTo>
                  <a:close/>
                </a:path>
                <a:path w="6102984" h="2055495">
                  <a:moveTo>
                    <a:pt x="2924670" y="0"/>
                  </a:moveTo>
                  <a:lnTo>
                    <a:pt x="2897505" y="0"/>
                  </a:lnTo>
                  <a:lnTo>
                    <a:pt x="2897505" y="9055"/>
                  </a:lnTo>
                  <a:lnTo>
                    <a:pt x="2924670" y="9055"/>
                  </a:lnTo>
                  <a:lnTo>
                    <a:pt x="2924670" y="0"/>
                  </a:lnTo>
                  <a:close/>
                </a:path>
                <a:path w="6102984" h="2055495">
                  <a:moveTo>
                    <a:pt x="2959265" y="2046363"/>
                  </a:moveTo>
                  <a:lnTo>
                    <a:pt x="2932099" y="2046363"/>
                  </a:lnTo>
                  <a:lnTo>
                    <a:pt x="2932099" y="2055418"/>
                  </a:lnTo>
                  <a:lnTo>
                    <a:pt x="2959265" y="2055418"/>
                  </a:lnTo>
                  <a:lnTo>
                    <a:pt x="2959265" y="2046363"/>
                  </a:lnTo>
                  <a:close/>
                </a:path>
                <a:path w="6102984" h="2055495">
                  <a:moveTo>
                    <a:pt x="2969945" y="0"/>
                  </a:moveTo>
                  <a:lnTo>
                    <a:pt x="2942780" y="0"/>
                  </a:lnTo>
                  <a:lnTo>
                    <a:pt x="2942780" y="9055"/>
                  </a:lnTo>
                  <a:lnTo>
                    <a:pt x="2969945" y="9055"/>
                  </a:lnTo>
                  <a:lnTo>
                    <a:pt x="2969945" y="0"/>
                  </a:lnTo>
                  <a:close/>
                </a:path>
                <a:path w="6102984" h="2055495">
                  <a:moveTo>
                    <a:pt x="3004540" y="2046363"/>
                  </a:moveTo>
                  <a:lnTo>
                    <a:pt x="2977375" y="2046363"/>
                  </a:lnTo>
                  <a:lnTo>
                    <a:pt x="2977375" y="2055418"/>
                  </a:lnTo>
                  <a:lnTo>
                    <a:pt x="3004540" y="2055418"/>
                  </a:lnTo>
                  <a:lnTo>
                    <a:pt x="3004540" y="2046363"/>
                  </a:lnTo>
                  <a:close/>
                </a:path>
                <a:path w="6102984" h="2055495">
                  <a:moveTo>
                    <a:pt x="3015221" y="0"/>
                  </a:moveTo>
                  <a:lnTo>
                    <a:pt x="2988056" y="0"/>
                  </a:lnTo>
                  <a:lnTo>
                    <a:pt x="2988056" y="9055"/>
                  </a:lnTo>
                  <a:lnTo>
                    <a:pt x="3015221" y="9055"/>
                  </a:lnTo>
                  <a:lnTo>
                    <a:pt x="3015221" y="0"/>
                  </a:lnTo>
                  <a:close/>
                </a:path>
                <a:path w="6102984" h="2055495">
                  <a:moveTo>
                    <a:pt x="3049816" y="2046363"/>
                  </a:moveTo>
                  <a:lnTo>
                    <a:pt x="3022650" y="2046363"/>
                  </a:lnTo>
                  <a:lnTo>
                    <a:pt x="3022650" y="2055418"/>
                  </a:lnTo>
                  <a:lnTo>
                    <a:pt x="3049816" y="2055418"/>
                  </a:lnTo>
                  <a:lnTo>
                    <a:pt x="3049816" y="2046363"/>
                  </a:lnTo>
                  <a:close/>
                </a:path>
                <a:path w="6102984" h="2055495">
                  <a:moveTo>
                    <a:pt x="3060496" y="0"/>
                  </a:moveTo>
                  <a:lnTo>
                    <a:pt x="3033331" y="0"/>
                  </a:lnTo>
                  <a:lnTo>
                    <a:pt x="3033331" y="9055"/>
                  </a:lnTo>
                  <a:lnTo>
                    <a:pt x="3060496" y="9055"/>
                  </a:lnTo>
                  <a:lnTo>
                    <a:pt x="3060496" y="0"/>
                  </a:lnTo>
                  <a:close/>
                </a:path>
                <a:path w="6102984" h="2055495">
                  <a:moveTo>
                    <a:pt x="3095091" y="2046363"/>
                  </a:moveTo>
                  <a:lnTo>
                    <a:pt x="3067926" y="2046363"/>
                  </a:lnTo>
                  <a:lnTo>
                    <a:pt x="3067926" y="2055418"/>
                  </a:lnTo>
                  <a:lnTo>
                    <a:pt x="3095091" y="2055418"/>
                  </a:lnTo>
                  <a:lnTo>
                    <a:pt x="3095091" y="2046363"/>
                  </a:lnTo>
                  <a:close/>
                </a:path>
                <a:path w="6102984" h="2055495">
                  <a:moveTo>
                    <a:pt x="3105772" y="0"/>
                  </a:moveTo>
                  <a:lnTo>
                    <a:pt x="3078607" y="0"/>
                  </a:lnTo>
                  <a:lnTo>
                    <a:pt x="3078607" y="9055"/>
                  </a:lnTo>
                  <a:lnTo>
                    <a:pt x="3105772" y="9055"/>
                  </a:lnTo>
                  <a:lnTo>
                    <a:pt x="3105772" y="0"/>
                  </a:lnTo>
                  <a:close/>
                </a:path>
                <a:path w="6102984" h="2055495">
                  <a:moveTo>
                    <a:pt x="3140354" y="2046363"/>
                  </a:moveTo>
                  <a:lnTo>
                    <a:pt x="3113189" y="2046363"/>
                  </a:lnTo>
                  <a:lnTo>
                    <a:pt x="3113189" y="2055418"/>
                  </a:lnTo>
                  <a:lnTo>
                    <a:pt x="3140354" y="2055418"/>
                  </a:lnTo>
                  <a:lnTo>
                    <a:pt x="3140354" y="2046363"/>
                  </a:lnTo>
                  <a:close/>
                </a:path>
                <a:path w="6102984" h="2055495">
                  <a:moveTo>
                    <a:pt x="3151047" y="0"/>
                  </a:moveTo>
                  <a:lnTo>
                    <a:pt x="3123882" y="0"/>
                  </a:lnTo>
                  <a:lnTo>
                    <a:pt x="3123882" y="9055"/>
                  </a:lnTo>
                  <a:lnTo>
                    <a:pt x="3151047" y="9055"/>
                  </a:lnTo>
                  <a:lnTo>
                    <a:pt x="3151047" y="0"/>
                  </a:lnTo>
                  <a:close/>
                </a:path>
                <a:path w="6102984" h="2055495">
                  <a:moveTo>
                    <a:pt x="3185630" y="2046363"/>
                  </a:moveTo>
                  <a:lnTo>
                    <a:pt x="3158464" y="2046363"/>
                  </a:lnTo>
                  <a:lnTo>
                    <a:pt x="3158464" y="2055418"/>
                  </a:lnTo>
                  <a:lnTo>
                    <a:pt x="3185630" y="2055418"/>
                  </a:lnTo>
                  <a:lnTo>
                    <a:pt x="3185630" y="2046363"/>
                  </a:lnTo>
                  <a:close/>
                </a:path>
                <a:path w="6102984" h="2055495">
                  <a:moveTo>
                    <a:pt x="3196310" y="0"/>
                  </a:moveTo>
                  <a:lnTo>
                    <a:pt x="3169158" y="0"/>
                  </a:lnTo>
                  <a:lnTo>
                    <a:pt x="3169158" y="9055"/>
                  </a:lnTo>
                  <a:lnTo>
                    <a:pt x="3196310" y="9055"/>
                  </a:lnTo>
                  <a:lnTo>
                    <a:pt x="3196310" y="0"/>
                  </a:lnTo>
                  <a:close/>
                </a:path>
                <a:path w="6102984" h="2055495">
                  <a:moveTo>
                    <a:pt x="3230905" y="2046363"/>
                  </a:moveTo>
                  <a:lnTo>
                    <a:pt x="3203740" y="2046363"/>
                  </a:lnTo>
                  <a:lnTo>
                    <a:pt x="3203740" y="2055418"/>
                  </a:lnTo>
                  <a:lnTo>
                    <a:pt x="3230905" y="2055418"/>
                  </a:lnTo>
                  <a:lnTo>
                    <a:pt x="3230905" y="2046363"/>
                  </a:lnTo>
                  <a:close/>
                </a:path>
                <a:path w="6102984" h="2055495">
                  <a:moveTo>
                    <a:pt x="3241586" y="0"/>
                  </a:moveTo>
                  <a:lnTo>
                    <a:pt x="3214420" y="0"/>
                  </a:lnTo>
                  <a:lnTo>
                    <a:pt x="3214420" y="9055"/>
                  </a:lnTo>
                  <a:lnTo>
                    <a:pt x="3241586" y="9055"/>
                  </a:lnTo>
                  <a:lnTo>
                    <a:pt x="3241586" y="0"/>
                  </a:lnTo>
                  <a:close/>
                </a:path>
                <a:path w="6102984" h="2055495">
                  <a:moveTo>
                    <a:pt x="3276181" y="2046363"/>
                  </a:moveTo>
                  <a:lnTo>
                    <a:pt x="3249015" y="2046363"/>
                  </a:lnTo>
                  <a:lnTo>
                    <a:pt x="3249015" y="2055418"/>
                  </a:lnTo>
                  <a:lnTo>
                    <a:pt x="3276181" y="2055418"/>
                  </a:lnTo>
                  <a:lnTo>
                    <a:pt x="3276181" y="2046363"/>
                  </a:lnTo>
                  <a:close/>
                </a:path>
                <a:path w="6102984" h="2055495">
                  <a:moveTo>
                    <a:pt x="3286861" y="0"/>
                  </a:moveTo>
                  <a:lnTo>
                    <a:pt x="3259696" y="0"/>
                  </a:lnTo>
                  <a:lnTo>
                    <a:pt x="3259696" y="9055"/>
                  </a:lnTo>
                  <a:lnTo>
                    <a:pt x="3286861" y="9055"/>
                  </a:lnTo>
                  <a:lnTo>
                    <a:pt x="3286861" y="0"/>
                  </a:lnTo>
                  <a:close/>
                </a:path>
                <a:path w="6102984" h="2055495">
                  <a:moveTo>
                    <a:pt x="3321456" y="2046363"/>
                  </a:moveTo>
                  <a:lnTo>
                    <a:pt x="3294291" y="2046363"/>
                  </a:lnTo>
                  <a:lnTo>
                    <a:pt x="3294291" y="2055418"/>
                  </a:lnTo>
                  <a:lnTo>
                    <a:pt x="3321456" y="2055418"/>
                  </a:lnTo>
                  <a:lnTo>
                    <a:pt x="3321456" y="2046363"/>
                  </a:lnTo>
                  <a:close/>
                </a:path>
                <a:path w="6102984" h="2055495">
                  <a:moveTo>
                    <a:pt x="3332137" y="0"/>
                  </a:moveTo>
                  <a:lnTo>
                    <a:pt x="3304971" y="0"/>
                  </a:lnTo>
                  <a:lnTo>
                    <a:pt x="3304971" y="9055"/>
                  </a:lnTo>
                  <a:lnTo>
                    <a:pt x="3332137" y="9055"/>
                  </a:lnTo>
                  <a:lnTo>
                    <a:pt x="3332137" y="0"/>
                  </a:lnTo>
                  <a:close/>
                </a:path>
                <a:path w="6102984" h="2055495">
                  <a:moveTo>
                    <a:pt x="3366732" y="2046363"/>
                  </a:moveTo>
                  <a:lnTo>
                    <a:pt x="3339566" y="2046363"/>
                  </a:lnTo>
                  <a:lnTo>
                    <a:pt x="3339566" y="2055418"/>
                  </a:lnTo>
                  <a:lnTo>
                    <a:pt x="3366732" y="2055418"/>
                  </a:lnTo>
                  <a:lnTo>
                    <a:pt x="3366732" y="2046363"/>
                  </a:lnTo>
                  <a:close/>
                </a:path>
                <a:path w="6102984" h="2055495">
                  <a:moveTo>
                    <a:pt x="3377412" y="0"/>
                  </a:moveTo>
                  <a:lnTo>
                    <a:pt x="3350247" y="0"/>
                  </a:lnTo>
                  <a:lnTo>
                    <a:pt x="3350247" y="9055"/>
                  </a:lnTo>
                  <a:lnTo>
                    <a:pt x="3377412" y="9055"/>
                  </a:lnTo>
                  <a:lnTo>
                    <a:pt x="3377412" y="0"/>
                  </a:lnTo>
                  <a:close/>
                </a:path>
                <a:path w="6102984" h="2055495">
                  <a:moveTo>
                    <a:pt x="3411994" y="2046363"/>
                  </a:moveTo>
                  <a:lnTo>
                    <a:pt x="3384842" y="2046363"/>
                  </a:lnTo>
                  <a:lnTo>
                    <a:pt x="3384842" y="2055418"/>
                  </a:lnTo>
                  <a:lnTo>
                    <a:pt x="3411994" y="2055418"/>
                  </a:lnTo>
                  <a:lnTo>
                    <a:pt x="3411994" y="2046363"/>
                  </a:lnTo>
                  <a:close/>
                </a:path>
                <a:path w="6102984" h="2055495">
                  <a:moveTo>
                    <a:pt x="3422688" y="0"/>
                  </a:moveTo>
                  <a:lnTo>
                    <a:pt x="3395522" y="0"/>
                  </a:lnTo>
                  <a:lnTo>
                    <a:pt x="3395522" y="9055"/>
                  </a:lnTo>
                  <a:lnTo>
                    <a:pt x="3422688" y="9055"/>
                  </a:lnTo>
                  <a:lnTo>
                    <a:pt x="3422688" y="0"/>
                  </a:lnTo>
                  <a:close/>
                </a:path>
                <a:path w="6102984" h="2055495">
                  <a:moveTo>
                    <a:pt x="3457270" y="2046363"/>
                  </a:moveTo>
                  <a:lnTo>
                    <a:pt x="3430105" y="2046363"/>
                  </a:lnTo>
                  <a:lnTo>
                    <a:pt x="3430105" y="2055418"/>
                  </a:lnTo>
                  <a:lnTo>
                    <a:pt x="3457270" y="2055418"/>
                  </a:lnTo>
                  <a:lnTo>
                    <a:pt x="3457270" y="2046363"/>
                  </a:lnTo>
                  <a:close/>
                </a:path>
                <a:path w="6102984" h="2055495">
                  <a:moveTo>
                    <a:pt x="3467963" y="0"/>
                  </a:moveTo>
                  <a:lnTo>
                    <a:pt x="3440798" y="0"/>
                  </a:lnTo>
                  <a:lnTo>
                    <a:pt x="3440798" y="9055"/>
                  </a:lnTo>
                  <a:lnTo>
                    <a:pt x="3467963" y="9055"/>
                  </a:lnTo>
                  <a:lnTo>
                    <a:pt x="3467963" y="0"/>
                  </a:lnTo>
                  <a:close/>
                </a:path>
                <a:path w="6102984" h="2055495">
                  <a:moveTo>
                    <a:pt x="3502545" y="2046363"/>
                  </a:moveTo>
                  <a:lnTo>
                    <a:pt x="3475380" y="2046363"/>
                  </a:lnTo>
                  <a:lnTo>
                    <a:pt x="3475380" y="2055418"/>
                  </a:lnTo>
                  <a:lnTo>
                    <a:pt x="3502545" y="2055418"/>
                  </a:lnTo>
                  <a:lnTo>
                    <a:pt x="3502545" y="2046363"/>
                  </a:lnTo>
                  <a:close/>
                </a:path>
                <a:path w="6102984" h="2055495">
                  <a:moveTo>
                    <a:pt x="3513226" y="0"/>
                  </a:moveTo>
                  <a:lnTo>
                    <a:pt x="3486061" y="0"/>
                  </a:lnTo>
                  <a:lnTo>
                    <a:pt x="3486061" y="9055"/>
                  </a:lnTo>
                  <a:lnTo>
                    <a:pt x="3513226" y="9055"/>
                  </a:lnTo>
                  <a:lnTo>
                    <a:pt x="3513226" y="0"/>
                  </a:lnTo>
                  <a:close/>
                </a:path>
                <a:path w="6102984" h="2055495">
                  <a:moveTo>
                    <a:pt x="3547821" y="2046363"/>
                  </a:moveTo>
                  <a:lnTo>
                    <a:pt x="3520656" y="2046363"/>
                  </a:lnTo>
                  <a:lnTo>
                    <a:pt x="3520656" y="2055418"/>
                  </a:lnTo>
                  <a:lnTo>
                    <a:pt x="3547821" y="2055418"/>
                  </a:lnTo>
                  <a:lnTo>
                    <a:pt x="3547821" y="2046363"/>
                  </a:lnTo>
                  <a:close/>
                </a:path>
                <a:path w="6102984" h="2055495">
                  <a:moveTo>
                    <a:pt x="3558502" y="0"/>
                  </a:moveTo>
                  <a:lnTo>
                    <a:pt x="3531336" y="0"/>
                  </a:lnTo>
                  <a:lnTo>
                    <a:pt x="3531336" y="9055"/>
                  </a:lnTo>
                  <a:lnTo>
                    <a:pt x="3558502" y="9055"/>
                  </a:lnTo>
                  <a:lnTo>
                    <a:pt x="3558502" y="0"/>
                  </a:lnTo>
                  <a:close/>
                </a:path>
                <a:path w="6102984" h="2055495">
                  <a:moveTo>
                    <a:pt x="3593096" y="2046363"/>
                  </a:moveTo>
                  <a:lnTo>
                    <a:pt x="3565931" y="2046363"/>
                  </a:lnTo>
                  <a:lnTo>
                    <a:pt x="3565931" y="2055418"/>
                  </a:lnTo>
                  <a:lnTo>
                    <a:pt x="3593096" y="2055418"/>
                  </a:lnTo>
                  <a:lnTo>
                    <a:pt x="3593096" y="2046363"/>
                  </a:lnTo>
                  <a:close/>
                </a:path>
                <a:path w="6102984" h="2055495">
                  <a:moveTo>
                    <a:pt x="3603777" y="0"/>
                  </a:moveTo>
                  <a:lnTo>
                    <a:pt x="3576612" y="0"/>
                  </a:lnTo>
                  <a:lnTo>
                    <a:pt x="3576612" y="9055"/>
                  </a:lnTo>
                  <a:lnTo>
                    <a:pt x="3603777" y="9055"/>
                  </a:lnTo>
                  <a:lnTo>
                    <a:pt x="3603777" y="0"/>
                  </a:lnTo>
                  <a:close/>
                </a:path>
                <a:path w="6102984" h="2055495">
                  <a:moveTo>
                    <a:pt x="3638372" y="2046363"/>
                  </a:moveTo>
                  <a:lnTo>
                    <a:pt x="3611207" y="2046363"/>
                  </a:lnTo>
                  <a:lnTo>
                    <a:pt x="3611207" y="2055418"/>
                  </a:lnTo>
                  <a:lnTo>
                    <a:pt x="3638372" y="2055418"/>
                  </a:lnTo>
                  <a:lnTo>
                    <a:pt x="3638372" y="2046363"/>
                  </a:lnTo>
                  <a:close/>
                </a:path>
                <a:path w="6102984" h="2055495">
                  <a:moveTo>
                    <a:pt x="3649053" y="0"/>
                  </a:moveTo>
                  <a:lnTo>
                    <a:pt x="3621887" y="0"/>
                  </a:lnTo>
                  <a:lnTo>
                    <a:pt x="3621887" y="9055"/>
                  </a:lnTo>
                  <a:lnTo>
                    <a:pt x="3649053" y="9055"/>
                  </a:lnTo>
                  <a:lnTo>
                    <a:pt x="3649053" y="0"/>
                  </a:lnTo>
                  <a:close/>
                </a:path>
                <a:path w="6102984" h="2055495">
                  <a:moveTo>
                    <a:pt x="3683647" y="2046363"/>
                  </a:moveTo>
                  <a:lnTo>
                    <a:pt x="3656482" y="2046363"/>
                  </a:lnTo>
                  <a:lnTo>
                    <a:pt x="3656482" y="2055418"/>
                  </a:lnTo>
                  <a:lnTo>
                    <a:pt x="3683647" y="2055418"/>
                  </a:lnTo>
                  <a:lnTo>
                    <a:pt x="3683647" y="2046363"/>
                  </a:lnTo>
                  <a:close/>
                </a:path>
                <a:path w="6102984" h="2055495">
                  <a:moveTo>
                    <a:pt x="3694328" y="0"/>
                  </a:moveTo>
                  <a:lnTo>
                    <a:pt x="3667163" y="0"/>
                  </a:lnTo>
                  <a:lnTo>
                    <a:pt x="3667163" y="9055"/>
                  </a:lnTo>
                  <a:lnTo>
                    <a:pt x="3694328" y="9055"/>
                  </a:lnTo>
                  <a:lnTo>
                    <a:pt x="3694328" y="0"/>
                  </a:lnTo>
                  <a:close/>
                </a:path>
                <a:path w="6102984" h="2055495">
                  <a:moveTo>
                    <a:pt x="3728910" y="2046363"/>
                  </a:moveTo>
                  <a:lnTo>
                    <a:pt x="3701745" y="2046363"/>
                  </a:lnTo>
                  <a:lnTo>
                    <a:pt x="3701745" y="2055418"/>
                  </a:lnTo>
                  <a:lnTo>
                    <a:pt x="3728910" y="2055418"/>
                  </a:lnTo>
                  <a:lnTo>
                    <a:pt x="3728910" y="2046363"/>
                  </a:lnTo>
                  <a:close/>
                </a:path>
                <a:path w="6102984" h="2055495">
                  <a:moveTo>
                    <a:pt x="3739604" y="0"/>
                  </a:moveTo>
                  <a:lnTo>
                    <a:pt x="3712438" y="0"/>
                  </a:lnTo>
                  <a:lnTo>
                    <a:pt x="3712438" y="9055"/>
                  </a:lnTo>
                  <a:lnTo>
                    <a:pt x="3739604" y="9055"/>
                  </a:lnTo>
                  <a:lnTo>
                    <a:pt x="3739604" y="0"/>
                  </a:lnTo>
                  <a:close/>
                </a:path>
                <a:path w="6102984" h="2055495">
                  <a:moveTo>
                    <a:pt x="3774186" y="2046363"/>
                  </a:moveTo>
                  <a:lnTo>
                    <a:pt x="3747020" y="2046363"/>
                  </a:lnTo>
                  <a:lnTo>
                    <a:pt x="3747020" y="2055418"/>
                  </a:lnTo>
                  <a:lnTo>
                    <a:pt x="3774186" y="2055418"/>
                  </a:lnTo>
                  <a:lnTo>
                    <a:pt x="3774186" y="2046363"/>
                  </a:lnTo>
                  <a:close/>
                </a:path>
                <a:path w="6102984" h="2055495">
                  <a:moveTo>
                    <a:pt x="3784866" y="0"/>
                  </a:moveTo>
                  <a:lnTo>
                    <a:pt x="3757714" y="0"/>
                  </a:lnTo>
                  <a:lnTo>
                    <a:pt x="3757714" y="9055"/>
                  </a:lnTo>
                  <a:lnTo>
                    <a:pt x="3784866" y="9055"/>
                  </a:lnTo>
                  <a:lnTo>
                    <a:pt x="3784866" y="0"/>
                  </a:lnTo>
                  <a:close/>
                </a:path>
                <a:path w="6102984" h="2055495">
                  <a:moveTo>
                    <a:pt x="3819461" y="2046363"/>
                  </a:moveTo>
                  <a:lnTo>
                    <a:pt x="3792296" y="2046363"/>
                  </a:lnTo>
                  <a:lnTo>
                    <a:pt x="3792296" y="2055418"/>
                  </a:lnTo>
                  <a:lnTo>
                    <a:pt x="3819461" y="2055418"/>
                  </a:lnTo>
                  <a:lnTo>
                    <a:pt x="3819461" y="2046363"/>
                  </a:lnTo>
                  <a:close/>
                </a:path>
                <a:path w="6102984" h="2055495">
                  <a:moveTo>
                    <a:pt x="3830142" y="0"/>
                  </a:moveTo>
                  <a:lnTo>
                    <a:pt x="3802977" y="0"/>
                  </a:lnTo>
                  <a:lnTo>
                    <a:pt x="3802977" y="9055"/>
                  </a:lnTo>
                  <a:lnTo>
                    <a:pt x="3830142" y="9055"/>
                  </a:lnTo>
                  <a:lnTo>
                    <a:pt x="3830142" y="0"/>
                  </a:lnTo>
                  <a:close/>
                </a:path>
                <a:path w="6102984" h="2055495">
                  <a:moveTo>
                    <a:pt x="3864737" y="2046363"/>
                  </a:moveTo>
                  <a:lnTo>
                    <a:pt x="3837571" y="2046363"/>
                  </a:lnTo>
                  <a:lnTo>
                    <a:pt x="3837571" y="2055418"/>
                  </a:lnTo>
                  <a:lnTo>
                    <a:pt x="3864737" y="2055418"/>
                  </a:lnTo>
                  <a:lnTo>
                    <a:pt x="3864737" y="2046363"/>
                  </a:lnTo>
                  <a:close/>
                </a:path>
                <a:path w="6102984" h="2055495">
                  <a:moveTo>
                    <a:pt x="3875417" y="0"/>
                  </a:moveTo>
                  <a:lnTo>
                    <a:pt x="3848252" y="0"/>
                  </a:lnTo>
                  <a:lnTo>
                    <a:pt x="3848252" y="9055"/>
                  </a:lnTo>
                  <a:lnTo>
                    <a:pt x="3875417" y="9055"/>
                  </a:lnTo>
                  <a:lnTo>
                    <a:pt x="3875417" y="0"/>
                  </a:lnTo>
                  <a:close/>
                </a:path>
                <a:path w="6102984" h="2055495">
                  <a:moveTo>
                    <a:pt x="3910012" y="2046363"/>
                  </a:moveTo>
                  <a:lnTo>
                    <a:pt x="3882847" y="2046363"/>
                  </a:lnTo>
                  <a:lnTo>
                    <a:pt x="3882847" y="2055418"/>
                  </a:lnTo>
                  <a:lnTo>
                    <a:pt x="3910012" y="2055418"/>
                  </a:lnTo>
                  <a:lnTo>
                    <a:pt x="3910012" y="2046363"/>
                  </a:lnTo>
                  <a:close/>
                </a:path>
                <a:path w="6102984" h="2055495">
                  <a:moveTo>
                    <a:pt x="3920693" y="0"/>
                  </a:moveTo>
                  <a:lnTo>
                    <a:pt x="3893528" y="0"/>
                  </a:lnTo>
                  <a:lnTo>
                    <a:pt x="3893528" y="9055"/>
                  </a:lnTo>
                  <a:lnTo>
                    <a:pt x="3920693" y="9055"/>
                  </a:lnTo>
                  <a:lnTo>
                    <a:pt x="3920693" y="0"/>
                  </a:lnTo>
                  <a:close/>
                </a:path>
                <a:path w="6102984" h="2055495">
                  <a:moveTo>
                    <a:pt x="3955288" y="2046363"/>
                  </a:moveTo>
                  <a:lnTo>
                    <a:pt x="3928122" y="2046363"/>
                  </a:lnTo>
                  <a:lnTo>
                    <a:pt x="3928122" y="2055418"/>
                  </a:lnTo>
                  <a:lnTo>
                    <a:pt x="3955288" y="2055418"/>
                  </a:lnTo>
                  <a:lnTo>
                    <a:pt x="3955288" y="2046363"/>
                  </a:lnTo>
                  <a:close/>
                </a:path>
                <a:path w="6102984" h="2055495">
                  <a:moveTo>
                    <a:pt x="3965968" y="0"/>
                  </a:moveTo>
                  <a:lnTo>
                    <a:pt x="3938803" y="0"/>
                  </a:lnTo>
                  <a:lnTo>
                    <a:pt x="3938803" y="9055"/>
                  </a:lnTo>
                  <a:lnTo>
                    <a:pt x="3965968" y="9055"/>
                  </a:lnTo>
                  <a:lnTo>
                    <a:pt x="3965968" y="0"/>
                  </a:lnTo>
                  <a:close/>
                </a:path>
                <a:path w="6102984" h="2055495">
                  <a:moveTo>
                    <a:pt x="4000550" y="2046363"/>
                  </a:moveTo>
                  <a:lnTo>
                    <a:pt x="3973398" y="2046363"/>
                  </a:lnTo>
                  <a:lnTo>
                    <a:pt x="3973398" y="2055418"/>
                  </a:lnTo>
                  <a:lnTo>
                    <a:pt x="4000550" y="2055418"/>
                  </a:lnTo>
                  <a:lnTo>
                    <a:pt x="4000550" y="2046363"/>
                  </a:lnTo>
                  <a:close/>
                </a:path>
                <a:path w="6102984" h="2055495">
                  <a:moveTo>
                    <a:pt x="4011244" y="0"/>
                  </a:moveTo>
                  <a:lnTo>
                    <a:pt x="3984079" y="0"/>
                  </a:lnTo>
                  <a:lnTo>
                    <a:pt x="3984079" y="9055"/>
                  </a:lnTo>
                  <a:lnTo>
                    <a:pt x="4011244" y="9055"/>
                  </a:lnTo>
                  <a:lnTo>
                    <a:pt x="4011244" y="0"/>
                  </a:lnTo>
                  <a:close/>
                </a:path>
                <a:path w="6102984" h="2055495">
                  <a:moveTo>
                    <a:pt x="4045826" y="2046363"/>
                  </a:moveTo>
                  <a:lnTo>
                    <a:pt x="4018661" y="2046363"/>
                  </a:lnTo>
                  <a:lnTo>
                    <a:pt x="4018661" y="2055418"/>
                  </a:lnTo>
                  <a:lnTo>
                    <a:pt x="4045826" y="2055418"/>
                  </a:lnTo>
                  <a:lnTo>
                    <a:pt x="4045826" y="2046363"/>
                  </a:lnTo>
                  <a:close/>
                </a:path>
                <a:path w="6102984" h="2055495">
                  <a:moveTo>
                    <a:pt x="4056519" y="0"/>
                  </a:moveTo>
                  <a:lnTo>
                    <a:pt x="4029354" y="0"/>
                  </a:lnTo>
                  <a:lnTo>
                    <a:pt x="4029354" y="9055"/>
                  </a:lnTo>
                  <a:lnTo>
                    <a:pt x="4056519" y="9055"/>
                  </a:lnTo>
                  <a:lnTo>
                    <a:pt x="4056519" y="0"/>
                  </a:lnTo>
                  <a:close/>
                </a:path>
                <a:path w="6102984" h="2055495">
                  <a:moveTo>
                    <a:pt x="4091101" y="2046363"/>
                  </a:moveTo>
                  <a:lnTo>
                    <a:pt x="4063936" y="2046363"/>
                  </a:lnTo>
                  <a:lnTo>
                    <a:pt x="4063936" y="2055418"/>
                  </a:lnTo>
                  <a:lnTo>
                    <a:pt x="4091101" y="2055418"/>
                  </a:lnTo>
                  <a:lnTo>
                    <a:pt x="4091101" y="2046363"/>
                  </a:lnTo>
                  <a:close/>
                </a:path>
                <a:path w="6102984" h="2055495">
                  <a:moveTo>
                    <a:pt x="4101782" y="0"/>
                  </a:moveTo>
                  <a:lnTo>
                    <a:pt x="4074630" y="0"/>
                  </a:lnTo>
                  <a:lnTo>
                    <a:pt x="4074630" y="9055"/>
                  </a:lnTo>
                  <a:lnTo>
                    <a:pt x="4101782" y="9055"/>
                  </a:lnTo>
                  <a:lnTo>
                    <a:pt x="4101782" y="0"/>
                  </a:lnTo>
                  <a:close/>
                </a:path>
                <a:path w="6102984" h="2055495">
                  <a:moveTo>
                    <a:pt x="4136377" y="2046363"/>
                  </a:moveTo>
                  <a:lnTo>
                    <a:pt x="4109212" y="2046363"/>
                  </a:lnTo>
                  <a:lnTo>
                    <a:pt x="4109212" y="2055418"/>
                  </a:lnTo>
                  <a:lnTo>
                    <a:pt x="4136377" y="2055418"/>
                  </a:lnTo>
                  <a:lnTo>
                    <a:pt x="4136377" y="2046363"/>
                  </a:lnTo>
                  <a:close/>
                </a:path>
                <a:path w="6102984" h="2055495">
                  <a:moveTo>
                    <a:pt x="4147058" y="0"/>
                  </a:moveTo>
                  <a:lnTo>
                    <a:pt x="4119892" y="0"/>
                  </a:lnTo>
                  <a:lnTo>
                    <a:pt x="4119892" y="9055"/>
                  </a:lnTo>
                  <a:lnTo>
                    <a:pt x="4147058" y="9055"/>
                  </a:lnTo>
                  <a:lnTo>
                    <a:pt x="4147058" y="0"/>
                  </a:lnTo>
                  <a:close/>
                </a:path>
                <a:path w="6102984" h="2055495">
                  <a:moveTo>
                    <a:pt x="4181652" y="2046363"/>
                  </a:moveTo>
                  <a:lnTo>
                    <a:pt x="4154487" y="2046363"/>
                  </a:lnTo>
                  <a:lnTo>
                    <a:pt x="4154487" y="2055418"/>
                  </a:lnTo>
                  <a:lnTo>
                    <a:pt x="4181652" y="2055418"/>
                  </a:lnTo>
                  <a:lnTo>
                    <a:pt x="4181652" y="2046363"/>
                  </a:lnTo>
                  <a:close/>
                </a:path>
                <a:path w="6102984" h="2055495">
                  <a:moveTo>
                    <a:pt x="4192333" y="0"/>
                  </a:moveTo>
                  <a:lnTo>
                    <a:pt x="4165168" y="0"/>
                  </a:lnTo>
                  <a:lnTo>
                    <a:pt x="4165168" y="9055"/>
                  </a:lnTo>
                  <a:lnTo>
                    <a:pt x="4192333" y="9055"/>
                  </a:lnTo>
                  <a:lnTo>
                    <a:pt x="4192333" y="0"/>
                  </a:lnTo>
                  <a:close/>
                </a:path>
                <a:path w="6102984" h="2055495">
                  <a:moveTo>
                    <a:pt x="4226928" y="2046363"/>
                  </a:moveTo>
                  <a:lnTo>
                    <a:pt x="4199763" y="2046363"/>
                  </a:lnTo>
                  <a:lnTo>
                    <a:pt x="4199763" y="2055418"/>
                  </a:lnTo>
                  <a:lnTo>
                    <a:pt x="4226928" y="2055418"/>
                  </a:lnTo>
                  <a:lnTo>
                    <a:pt x="4226928" y="2046363"/>
                  </a:lnTo>
                  <a:close/>
                </a:path>
                <a:path w="6102984" h="2055495">
                  <a:moveTo>
                    <a:pt x="4237609" y="0"/>
                  </a:moveTo>
                  <a:lnTo>
                    <a:pt x="4210443" y="0"/>
                  </a:lnTo>
                  <a:lnTo>
                    <a:pt x="4210443" y="9055"/>
                  </a:lnTo>
                  <a:lnTo>
                    <a:pt x="4237609" y="9055"/>
                  </a:lnTo>
                  <a:lnTo>
                    <a:pt x="4237609" y="0"/>
                  </a:lnTo>
                  <a:close/>
                </a:path>
                <a:path w="6102984" h="2055495">
                  <a:moveTo>
                    <a:pt x="4272204" y="2046363"/>
                  </a:moveTo>
                  <a:lnTo>
                    <a:pt x="4245038" y="2046363"/>
                  </a:lnTo>
                  <a:lnTo>
                    <a:pt x="4245038" y="2055418"/>
                  </a:lnTo>
                  <a:lnTo>
                    <a:pt x="4272204" y="2055418"/>
                  </a:lnTo>
                  <a:lnTo>
                    <a:pt x="4272204" y="2046363"/>
                  </a:lnTo>
                  <a:close/>
                </a:path>
                <a:path w="6102984" h="2055495">
                  <a:moveTo>
                    <a:pt x="4282884" y="0"/>
                  </a:moveTo>
                  <a:lnTo>
                    <a:pt x="4255719" y="0"/>
                  </a:lnTo>
                  <a:lnTo>
                    <a:pt x="4255719" y="9055"/>
                  </a:lnTo>
                  <a:lnTo>
                    <a:pt x="4282884" y="9055"/>
                  </a:lnTo>
                  <a:lnTo>
                    <a:pt x="4282884" y="0"/>
                  </a:lnTo>
                  <a:close/>
                </a:path>
                <a:path w="6102984" h="2055495">
                  <a:moveTo>
                    <a:pt x="4317466" y="2046363"/>
                  </a:moveTo>
                  <a:lnTo>
                    <a:pt x="4290301" y="2046363"/>
                  </a:lnTo>
                  <a:lnTo>
                    <a:pt x="4290301" y="2055418"/>
                  </a:lnTo>
                  <a:lnTo>
                    <a:pt x="4317466" y="2055418"/>
                  </a:lnTo>
                  <a:lnTo>
                    <a:pt x="4317466" y="2046363"/>
                  </a:lnTo>
                  <a:close/>
                </a:path>
                <a:path w="6102984" h="2055495">
                  <a:moveTo>
                    <a:pt x="4328160" y="0"/>
                  </a:moveTo>
                  <a:lnTo>
                    <a:pt x="4300994" y="0"/>
                  </a:lnTo>
                  <a:lnTo>
                    <a:pt x="4300994" y="9055"/>
                  </a:lnTo>
                  <a:lnTo>
                    <a:pt x="4328160" y="9055"/>
                  </a:lnTo>
                  <a:lnTo>
                    <a:pt x="4328160" y="0"/>
                  </a:lnTo>
                  <a:close/>
                </a:path>
                <a:path w="6102984" h="2055495">
                  <a:moveTo>
                    <a:pt x="4362742" y="2046363"/>
                  </a:moveTo>
                  <a:lnTo>
                    <a:pt x="4335577" y="2046363"/>
                  </a:lnTo>
                  <a:lnTo>
                    <a:pt x="4335577" y="2055418"/>
                  </a:lnTo>
                  <a:lnTo>
                    <a:pt x="4362742" y="2055418"/>
                  </a:lnTo>
                  <a:lnTo>
                    <a:pt x="4362742" y="2046363"/>
                  </a:lnTo>
                  <a:close/>
                </a:path>
                <a:path w="6102984" h="2055495">
                  <a:moveTo>
                    <a:pt x="4373435" y="0"/>
                  </a:moveTo>
                  <a:lnTo>
                    <a:pt x="4346270" y="0"/>
                  </a:lnTo>
                  <a:lnTo>
                    <a:pt x="4346270" y="9055"/>
                  </a:lnTo>
                  <a:lnTo>
                    <a:pt x="4373435" y="9055"/>
                  </a:lnTo>
                  <a:lnTo>
                    <a:pt x="4373435" y="0"/>
                  </a:lnTo>
                  <a:close/>
                </a:path>
                <a:path w="6102984" h="2055495">
                  <a:moveTo>
                    <a:pt x="4408017" y="2046363"/>
                  </a:moveTo>
                  <a:lnTo>
                    <a:pt x="4380852" y="2046363"/>
                  </a:lnTo>
                  <a:lnTo>
                    <a:pt x="4380852" y="2055418"/>
                  </a:lnTo>
                  <a:lnTo>
                    <a:pt x="4408017" y="2055418"/>
                  </a:lnTo>
                  <a:lnTo>
                    <a:pt x="4408017" y="2046363"/>
                  </a:lnTo>
                  <a:close/>
                </a:path>
                <a:path w="6102984" h="2055495">
                  <a:moveTo>
                    <a:pt x="4418698" y="0"/>
                  </a:moveTo>
                  <a:lnTo>
                    <a:pt x="4391533" y="0"/>
                  </a:lnTo>
                  <a:lnTo>
                    <a:pt x="4391533" y="9055"/>
                  </a:lnTo>
                  <a:lnTo>
                    <a:pt x="4418698" y="9055"/>
                  </a:lnTo>
                  <a:lnTo>
                    <a:pt x="4418698" y="0"/>
                  </a:lnTo>
                  <a:close/>
                </a:path>
                <a:path w="6102984" h="2055495">
                  <a:moveTo>
                    <a:pt x="4453293" y="2046363"/>
                  </a:moveTo>
                  <a:lnTo>
                    <a:pt x="4426128" y="2046363"/>
                  </a:lnTo>
                  <a:lnTo>
                    <a:pt x="4426128" y="2055418"/>
                  </a:lnTo>
                  <a:lnTo>
                    <a:pt x="4453293" y="2055418"/>
                  </a:lnTo>
                  <a:lnTo>
                    <a:pt x="4453293" y="2046363"/>
                  </a:lnTo>
                  <a:close/>
                </a:path>
                <a:path w="6102984" h="2055495">
                  <a:moveTo>
                    <a:pt x="4463974" y="0"/>
                  </a:moveTo>
                  <a:lnTo>
                    <a:pt x="4436808" y="0"/>
                  </a:lnTo>
                  <a:lnTo>
                    <a:pt x="4436808" y="9055"/>
                  </a:lnTo>
                  <a:lnTo>
                    <a:pt x="4463974" y="9055"/>
                  </a:lnTo>
                  <a:lnTo>
                    <a:pt x="4463974" y="0"/>
                  </a:lnTo>
                  <a:close/>
                </a:path>
                <a:path w="6102984" h="2055495">
                  <a:moveTo>
                    <a:pt x="4498568" y="2046363"/>
                  </a:moveTo>
                  <a:lnTo>
                    <a:pt x="4471403" y="2046363"/>
                  </a:lnTo>
                  <a:lnTo>
                    <a:pt x="4471403" y="2055418"/>
                  </a:lnTo>
                  <a:lnTo>
                    <a:pt x="4498568" y="2055418"/>
                  </a:lnTo>
                  <a:lnTo>
                    <a:pt x="4498568" y="2046363"/>
                  </a:lnTo>
                  <a:close/>
                </a:path>
                <a:path w="6102984" h="2055495">
                  <a:moveTo>
                    <a:pt x="4509249" y="0"/>
                  </a:moveTo>
                  <a:lnTo>
                    <a:pt x="4482084" y="0"/>
                  </a:lnTo>
                  <a:lnTo>
                    <a:pt x="4482084" y="9055"/>
                  </a:lnTo>
                  <a:lnTo>
                    <a:pt x="4509249" y="9055"/>
                  </a:lnTo>
                  <a:lnTo>
                    <a:pt x="4509249" y="0"/>
                  </a:lnTo>
                  <a:close/>
                </a:path>
                <a:path w="6102984" h="2055495">
                  <a:moveTo>
                    <a:pt x="4543844" y="2046363"/>
                  </a:moveTo>
                  <a:lnTo>
                    <a:pt x="4516679" y="2046363"/>
                  </a:lnTo>
                  <a:lnTo>
                    <a:pt x="4516679" y="2055418"/>
                  </a:lnTo>
                  <a:lnTo>
                    <a:pt x="4543844" y="2055418"/>
                  </a:lnTo>
                  <a:lnTo>
                    <a:pt x="4543844" y="2046363"/>
                  </a:lnTo>
                  <a:close/>
                </a:path>
                <a:path w="6102984" h="2055495">
                  <a:moveTo>
                    <a:pt x="4554525" y="0"/>
                  </a:moveTo>
                  <a:lnTo>
                    <a:pt x="4527359" y="0"/>
                  </a:lnTo>
                  <a:lnTo>
                    <a:pt x="4527359" y="9055"/>
                  </a:lnTo>
                  <a:lnTo>
                    <a:pt x="4554525" y="9055"/>
                  </a:lnTo>
                  <a:lnTo>
                    <a:pt x="4554525" y="0"/>
                  </a:lnTo>
                  <a:close/>
                </a:path>
                <a:path w="6102984" h="2055495">
                  <a:moveTo>
                    <a:pt x="4589107" y="2046363"/>
                  </a:moveTo>
                  <a:lnTo>
                    <a:pt x="4561954" y="2046363"/>
                  </a:lnTo>
                  <a:lnTo>
                    <a:pt x="4561954" y="2055418"/>
                  </a:lnTo>
                  <a:lnTo>
                    <a:pt x="4589107" y="2055418"/>
                  </a:lnTo>
                  <a:lnTo>
                    <a:pt x="4589107" y="2046363"/>
                  </a:lnTo>
                  <a:close/>
                </a:path>
                <a:path w="6102984" h="2055495">
                  <a:moveTo>
                    <a:pt x="4599800" y="0"/>
                  </a:moveTo>
                  <a:lnTo>
                    <a:pt x="4572635" y="0"/>
                  </a:lnTo>
                  <a:lnTo>
                    <a:pt x="4572635" y="9055"/>
                  </a:lnTo>
                  <a:lnTo>
                    <a:pt x="4599800" y="9055"/>
                  </a:lnTo>
                  <a:lnTo>
                    <a:pt x="4599800" y="0"/>
                  </a:lnTo>
                  <a:close/>
                </a:path>
                <a:path w="6102984" h="2055495">
                  <a:moveTo>
                    <a:pt x="4634382" y="2046363"/>
                  </a:moveTo>
                  <a:lnTo>
                    <a:pt x="4607217" y="2046363"/>
                  </a:lnTo>
                  <a:lnTo>
                    <a:pt x="4607217" y="2055418"/>
                  </a:lnTo>
                  <a:lnTo>
                    <a:pt x="4634382" y="2055418"/>
                  </a:lnTo>
                  <a:lnTo>
                    <a:pt x="4634382" y="2046363"/>
                  </a:lnTo>
                  <a:close/>
                </a:path>
                <a:path w="6102984" h="2055495">
                  <a:moveTo>
                    <a:pt x="4645076" y="0"/>
                  </a:moveTo>
                  <a:lnTo>
                    <a:pt x="4617910" y="0"/>
                  </a:lnTo>
                  <a:lnTo>
                    <a:pt x="4617910" y="9055"/>
                  </a:lnTo>
                  <a:lnTo>
                    <a:pt x="4645076" y="9055"/>
                  </a:lnTo>
                  <a:lnTo>
                    <a:pt x="4645076" y="0"/>
                  </a:lnTo>
                  <a:close/>
                </a:path>
                <a:path w="6102984" h="2055495">
                  <a:moveTo>
                    <a:pt x="4679658" y="2046363"/>
                  </a:moveTo>
                  <a:lnTo>
                    <a:pt x="4652492" y="2046363"/>
                  </a:lnTo>
                  <a:lnTo>
                    <a:pt x="4652492" y="2055418"/>
                  </a:lnTo>
                  <a:lnTo>
                    <a:pt x="4679658" y="2055418"/>
                  </a:lnTo>
                  <a:lnTo>
                    <a:pt x="4679658" y="2046363"/>
                  </a:lnTo>
                  <a:close/>
                </a:path>
                <a:path w="6102984" h="2055495">
                  <a:moveTo>
                    <a:pt x="4690338" y="0"/>
                  </a:moveTo>
                  <a:lnTo>
                    <a:pt x="4663186" y="0"/>
                  </a:lnTo>
                  <a:lnTo>
                    <a:pt x="4663186" y="9055"/>
                  </a:lnTo>
                  <a:lnTo>
                    <a:pt x="4690338" y="9055"/>
                  </a:lnTo>
                  <a:lnTo>
                    <a:pt x="4690338" y="0"/>
                  </a:lnTo>
                  <a:close/>
                </a:path>
                <a:path w="6102984" h="2055495">
                  <a:moveTo>
                    <a:pt x="4724933" y="2046363"/>
                  </a:moveTo>
                  <a:lnTo>
                    <a:pt x="4697768" y="2046363"/>
                  </a:lnTo>
                  <a:lnTo>
                    <a:pt x="4697768" y="2055418"/>
                  </a:lnTo>
                  <a:lnTo>
                    <a:pt x="4724933" y="2055418"/>
                  </a:lnTo>
                  <a:lnTo>
                    <a:pt x="4724933" y="2046363"/>
                  </a:lnTo>
                  <a:close/>
                </a:path>
                <a:path w="6102984" h="2055495">
                  <a:moveTo>
                    <a:pt x="4735614" y="0"/>
                  </a:moveTo>
                  <a:lnTo>
                    <a:pt x="4708449" y="0"/>
                  </a:lnTo>
                  <a:lnTo>
                    <a:pt x="4708449" y="9055"/>
                  </a:lnTo>
                  <a:lnTo>
                    <a:pt x="4735614" y="9055"/>
                  </a:lnTo>
                  <a:lnTo>
                    <a:pt x="4735614" y="0"/>
                  </a:lnTo>
                  <a:close/>
                </a:path>
                <a:path w="6102984" h="2055495">
                  <a:moveTo>
                    <a:pt x="4770209" y="2046363"/>
                  </a:moveTo>
                  <a:lnTo>
                    <a:pt x="4743043" y="2046363"/>
                  </a:lnTo>
                  <a:lnTo>
                    <a:pt x="4743043" y="2055418"/>
                  </a:lnTo>
                  <a:lnTo>
                    <a:pt x="4770209" y="2055418"/>
                  </a:lnTo>
                  <a:lnTo>
                    <a:pt x="4770209" y="2046363"/>
                  </a:lnTo>
                  <a:close/>
                </a:path>
                <a:path w="6102984" h="2055495">
                  <a:moveTo>
                    <a:pt x="4780889" y="0"/>
                  </a:moveTo>
                  <a:lnTo>
                    <a:pt x="4753724" y="0"/>
                  </a:lnTo>
                  <a:lnTo>
                    <a:pt x="4753724" y="9055"/>
                  </a:lnTo>
                  <a:lnTo>
                    <a:pt x="4780889" y="9055"/>
                  </a:lnTo>
                  <a:lnTo>
                    <a:pt x="4780889" y="0"/>
                  </a:lnTo>
                  <a:close/>
                </a:path>
                <a:path w="6102984" h="2055495">
                  <a:moveTo>
                    <a:pt x="4815484" y="2046363"/>
                  </a:moveTo>
                  <a:lnTo>
                    <a:pt x="4788319" y="2046363"/>
                  </a:lnTo>
                  <a:lnTo>
                    <a:pt x="4788319" y="2055418"/>
                  </a:lnTo>
                  <a:lnTo>
                    <a:pt x="4815484" y="2055418"/>
                  </a:lnTo>
                  <a:lnTo>
                    <a:pt x="4815484" y="2046363"/>
                  </a:lnTo>
                  <a:close/>
                </a:path>
                <a:path w="6102984" h="2055495">
                  <a:moveTo>
                    <a:pt x="4826165" y="0"/>
                  </a:moveTo>
                  <a:lnTo>
                    <a:pt x="4799000" y="0"/>
                  </a:lnTo>
                  <a:lnTo>
                    <a:pt x="4799000" y="9055"/>
                  </a:lnTo>
                  <a:lnTo>
                    <a:pt x="4826165" y="9055"/>
                  </a:lnTo>
                  <a:lnTo>
                    <a:pt x="4826165" y="0"/>
                  </a:lnTo>
                  <a:close/>
                </a:path>
                <a:path w="6102984" h="2055495">
                  <a:moveTo>
                    <a:pt x="4860760" y="2046363"/>
                  </a:moveTo>
                  <a:lnTo>
                    <a:pt x="4833594" y="2046363"/>
                  </a:lnTo>
                  <a:lnTo>
                    <a:pt x="4833594" y="2055418"/>
                  </a:lnTo>
                  <a:lnTo>
                    <a:pt x="4860760" y="2055418"/>
                  </a:lnTo>
                  <a:lnTo>
                    <a:pt x="4860760" y="2046363"/>
                  </a:lnTo>
                  <a:close/>
                </a:path>
                <a:path w="6102984" h="2055495">
                  <a:moveTo>
                    <a:pt x="4871440" y="0"/>
                  </a:moveTo>
                  <a:lnTo>
                    <a:pt x="4844275" y="0"/>
                  </a:lnTo>
                  <a:lnTo>
                    <a:pt x="4844275" y="9055"/>
                  </a:lnTo>
                  <a:lnTo>
                    <a:pt x="4871440" y="9055"/>
                  </a:lnTo>
                  <a:lnTo>
                    <a:pt x="4871440" y="0"/>
                  </a:lnTo>
                  <a:close/>
                </a:path>
                <a:path w="6102984" h="2055495">
                  <a:moveTo>
                    <a:pt x="4906022" y="2046363"/>
                  </a:moveTo>
                  <a:lnTo>
                    <a:pt x="4878870" y="2046363"/>
                  </a:lnTo>
                  <a:lnTo>
                    <a:pt x="4878870" y="2055418"/>
                  </a:lnTo>
                  <a:lnTo>
                    <a:pt x="4906022" y="2055418"/>
                  </a:lnTo>
                  <a:lnTo>
                    <a:pt x="4906022" y="2046363"/>
                  </a:lnTo>
                  <a:close/>
                </a:path>
                <a:path w="6102984" h="2055495">
                  <a:moveTo>
                    <a:pt x="4916716" y="0"/>
                  </a:moveTo>
                  <a:lnTo>
                    <a:pt x="4889551" y="0"/>
                  </a:lnTo>
                  <a:lnTo>
                    <a:pt x="4889551" y="9055"/>
                  </a:lnTo>
                  <a:lnTo>
                    <a:pt x="4916716" y="9055"/>
                  </a:lnTo>
                  <a:lnTo>
                    <a:pt x="4916716" y="0"/>
                  </a:lnTo>
                  <a:close/>
                </a:path>
                <a:path w="6102984" h="2055495">
                  <a:moveTo>
                    <a:pt x="4951298" y="2046363"/>
                  </a:moveTo>
                  <a:lnTo>
                    <a:pt x="4924133" y="2046363"/>
                  </a:lnTo>
                  <a:lnTo>
                    <a:pt x="4924133" y="2055418"/>
                  </a:lnTo>
                  <a:lnTo>
                    <a:pt x="4951298" y="2055418"/>
                  </a:lnTo>
                  <a:lnTo>
                    <a:pt x="4951298" y="2046363"/>
                  </a:lnTo>
                  <a:close/>
                </a:path>
                <a:path w="6102984" h="2055495">
                  <a:moveTo>
                    <a:pt x="4961991" y="0"/>
                  </a:moveTo>
                  <a:lnTo>
                    <a:pt x="4934826" y="0"/>
                  </a:lnTo>
                  <a:lnTo>
                    <a:pt x="4934826" y="9055"/>
                  </a:lnTo>
                  <a:lnTo>
                    <a:pt x="4961991" y="9055"/>
                  </a:lnTo>
                  <a:lnTo>
                    <a:pt x="4961991" y="0"/>
                  </a:lnTo>
                  <a:close/>
                </a:path>
                <a:path w="6102984" h="2055495">
                  <a:moveTo>
                    <a:pt x="4996573" y="2046363"/>
                  </a:moveTo>
                  <a:lnTo>
                    <a:pt x="4969408" y="2046363"/>
                  </a:lnTo>
                  <a:lnTo>
                    <a:pt x="4969408" y="2055418"/>
                  </a:lnTo>
                  <a:lnTo>
                    <a:pt x="4996573" y="2055418"/>
                  </a:lnTo>
                  <a:lnTo>
                    <a:pt x="4996573" y="2046363"/>
                  </a:lnTo>
                  <a:close/>
                </a:path>
                <a:path w="6102984" h="2055495">
                  <a:moveTo>
                    <a:pt x="5007254" y="0"/>
                  </a:moveTo>
                  <a:lnTo>
                    <a:pt x="4980089" y="0"/>
                  </a:lnTo>
                  <a:lnTo>
                    <a:pt x="4980089" y="9055"/>
                  </a:lnTo>
                  <a:lnTo>
                    <a:pt x="5007254" y="9055"/>
                  </a:lnTo>
                  <a:lnTo>
                    <a:pt x="5007254" y="0"/>
                  </a:lnTo>
                  <a:close/>
                </a:path>
                <a:path w="6102984" h="2055495">
                  <a:moveTo>
                    <a:pt x="5041849" y="2046363"/>
                  </a:moveTo>
                  <a:lnTo>
                    <a:pt x="5014684" y="2046363"/>
                  </a:lnTo>
                  <a:lnTo>
                    <a:pt x="5014684" y="2055418"/>
                  </a:lnTo>
                  <a:lnTo>
                    <a:pt x="5041849" y="2055418"/>
                  </a:lnTo>
                  <a:lnTo>
                    <a:pt x="5041849" y="2046363"/>
                  </a:lnTo>
                  <a:close/>
                </a:path>
                <a:path w="6102984" h="2055495">
                  <a:moveTo>
                    <a:pt x="5052530" y="0"/>
                  </a:moveTo>
                  <a:lnTo>
                    <a:pt x="5025364" y="0"/>
                  </a:lnTo>
                  <a:lnTo>
                    <a:pt x="5025364" y="9055"/>
                  </a:lnTo>
                  <a:lnTo>
                    <a:pt x="5052530" y="9055"/>
                  </a:lnTo>
                  <a:lnTo>
                    <a:pt x="5052530" y="0"/>
                  </a:lnTo>
                  <a:close/>
                </a:path>
                <a:path w="6102984" h="2055495">
                  <a:moveTo>
                    <a:pt x="5087124" y="2046363"/>
                  </a:moveTo>
                  <a:lnTo>
                    <a:pt x="5059959" y="2046363"/>
                  </a:lnTo>
                  <a:lnTo>
                    <a:pt x="5059959" y="2055418"/>
                  </a:lnTo>
                  <a:lnTo>
                    <a:pt x="5087124" y="2055418"/>
                  </a:lnTo>
                  <a:lnTo>
                    <a:pt x="5087124" y="2046363"/>
                  </a:lnTo>
                  <a:close/>
                </a:path>
                <a:path w="6102984" h="2055495">
                  <a:moveTo>
                    <a:pt x="5097805" y="0"/>
                  </a:moveTo>
                  <a:lnTo>
                    <a:pt x="5070640" y="0"/>
                  </a:lnTo>
                  <a:lnTo>
                    <a:pt x="5070640" y="9055"/>
                  </a:lnTo>
                  <a:lnTo>
                    <a:pt x="5097805" y="9055"/>
                  </a:lnTo>
                  <a:lnTo>
                    <a:pt x="5097805" y="0"/>
                  </a:lnTo>
                  <a:close/>
                </a:path>
                <a:path w="6102984" h="2055495">
                  <a:moveTo>
                    <a:pt x="5132400" y="2046363"/>
                  </a:moveTo>
                  <a:lnTo>
                    <a:pt x="5105235" y="2046363"/>
                  </a:lnTo>
                  <a:lnTo>
                    <a:pt x="5105235" y="2055418"/>
                  </a:lnTo>
                  <a:lnTo>
                    <a:pt x="5132400" y="2055418"/>
                  </a:lnTo>
                  <a:lnTo>
                    <a:pt x="5132400" y="2046363"/>
                  </a:lnTo>
                  <a:close/>
                </a:path>
                <a:path w="6102984" h="2055495">
                  <a:moveTo>
                    <a:pt x="5143081" y="0"/>
                  </a:moveTo>
                  <a:lnTo>
                    <a:pt x="5115915" y="0"/>
                  </a:lnTo>
                  <a:lnTo>
                    <a:pt x="5115915" y="9055"/>
                  </a:lnTo>
                  <a:lnTo>
                    <a:pt x="5143081" y="9055"/>
                  </a:lnTo>
                  <a:lnTo>
                    <a:pt x="5143081" y="0"/>
                  </a:lnTo>
                  <a:close/>
                </a:path>
                <a:path w="6102984" h="2055495">
                  <a:moveTo>
                    <a:pt x="5177663" y="2046363"/>
                  </a:moveTo>
                  <a:lnTo>
                    <a:pt x="5150510" y="2046363"/>
                  </a:lnTo>
                  <a:lnTo>
                    <a:pt x="5150510" y="2055418"/>
                  </a:lnTo>
                  <a:lnTo>
                    <a:pt x="5177663" y="2055418"/>
                  </a:lnTo>
                  <a:lnTo>
                    <a:pt x="5177663" y="2046363"/>
                  </a:lnTo>
                  <a:close/>
                </a:path>
                <a:path w="6102984" h="2055495">
                  <a:moveTo>
                    <a:pt x="5188356" y="0"/>
                  </a:moveTo>
                  <a:lnTo>
                    <a:pt x="5161191" y="0"/>
                  </a:lnTo>
                  <a:lnTo>
                    <a:pt x="5161191" y="9055"/>
                  </a:lnTo>
                  <a:lnTo>
                    <a:pt x="5188356" y="9055"/>
                  </a:lnTo>
                  <a:lnTo>
                    <a:pt x="5188356" y="0"/>
                  </a:lnTo>
                  <a:close/>
                </a:path>
                <a:path w="6102984" h="2055495">
                  <a:moveTo>
                    <a:pt x="5222938" y="2046363"/>
                  </a:moveTo>
                  <a:lnTo>
                    <a:pt x="5195773" y="2046363"/>
                  </a:lnTo>
                  <a:lnTo>
                    <a:pt x="5195773" y="2055418"/>
                  </a:lnTo>
                  <a:lnTo>
                    <a:pt x="5222938" y="2055418"/>
                  </a:lnTo>
                  <a:lnTo>
                    <a:pt x="5222938" y="2046363"/>
                  </a:lnTo>
                  <a:close/>
                </a:path>
                <a:path w="6102984" h="2055495">
                  <a:moveTo>
                    <a:pt x="5233632" y="0"/>
                  </a:moveTo>
                  <a:lnTo>
                    <a:pt x="5206466" y="0"/>
                  </a:lnTo>
                  <a:lnTo>
                    <a:pt x="5206466" y="9055"/>
                  </a:lnTo>
                  <a:lnTo>
                    <a:pt x="5233632" y="9055"/>
                  </a:lnTo>
                  <a:lnTo>
                    <a:pt x="5233632" y="0"/>
                  </a:lnTo>
                  <a:close/>
                </a:path>
                <a:path w="6102984" h="2055495">
                  <a:moveTo>
                    <a:pt x="5268214" y="2046363"/>
                  </a:moveTo>
                  <a:lnTo>
                    <a:pt x="5241048" y="2046363"/>
                  </a:lnTo>
                  <a:lnTo>
                    <a:pt x="5241048" y="2055418"/>
                  </a:lnTo>
                  <a:lnTo>
                    <a:pt x="5268214" y="2055418"/>
                  </a:lnTo>
                  <a:lnTo>
                    <a:pt x="5268214" y="2046363"/>
                  </a:lnTo>
                  <a:close/>
                </a:path>
                <a:path w="6102984" h="2055495">
                  <a:moveTo>
                    <a:pt x="5278894" y="0"/>
                  </a:moveTo>
                  <a:lnTo>
                    <a:pt x="5251742" y="0"/>
                  </a:lnTo>
                  <a:lnTo>
                    <a:pt x="5251742" y="9055"/>
                  </a:lnTo>
                  <a:lnTo>
                    <a:pt x="5278894" y="9055"/>
                  </a:lnTo>
                  <a:lnTo>
                    <a:pt x="5278894" y="0"/>
                  </a:lnTo>
                  <a:close/>
                </a:path>
                <a:path w="6102984" h="2055495">
                  <a:moveTo>
                    <a:pt x="5313489" y="2046363"/>
                  </a:moveTo>
                  <a:lnTo>
                    <a:pt x="5286324" y="2046363"/>
                  </a:lnTo>
                  <a:lnTo>
                    <a:pt x="5286324" y="2055418"/>
                  </a:lnTo>
                  <a:lnTo>
                    <a:pt x="5313489" y="2055418"/>
                  </a:lnTo>
                  <a:lnTo>
                    <a:pt x="5313489" y="2046363"/>
                  </a:lnTo>
                  <a:close/>
                </a:path>
                <a:path w="6102984" h="2055495">
                  <a:moveTo>
                    <a:pt x="5324170" y="0"/>
                  </a:moveTo>
                  <a:lnTo>
                    <a:pt x="5297005" y="0"/>
                  </a:lnTo>
                  <a:lnTo>
                    <a:pt x="5297005" y="9055"/>
                  </a:lnTo>
                  <a:lnTo>
                    <a:pt x="5324170" y="9055"/>
                  </a:lnTo>
                  <a:lnTo>
                    <a:pt x="5324170" y="0"/>
                  </a:lnTo>
                  <a:close/>
                </a:path>
                <a:path w="6102984" h="2055495">
                  <a:moveTo>
                    <a:pt x="5358765" y="2046363"/>
                  </a:moveTo>
                  <a:lnTo>
                    <a:pt x="5331599" y="2046363"/>
                  </a:lnTo>
                  <a:lnTo>
                    <a:pt x="5331599" y="2055418"/>
                  </a:lnTo>
                  <a:lnTo>
                    <a:pt x="5358765" y="2055418"/>
                  </a:lnTo>
                  <a:lnTo>
                    <a:pt x="5358765" y="2046363"/>
                  </a:lnTo>
                  <a:close/>
                </a:path>
                <a:path w="6102984" h="2055495">
                  <a:moveTo>
                    <a:pt x="5369445" y="0"/>
                  </a:moveTo>
                  <a:lnTo>
                    <a:pt x="5342280" y="0"/>
                  </a:lnTo>
                  <a:lnTo>
                    <a:pt x="5342280" y="9055"/>
                  </a:lnTo>
                  <a:lnTo>
                    <a:pt x="5369445" y="9055"/>
                  </a:lnTo>
                  <a:lnTo>
                    <a:pt x="5369445" y="0"/>
                  </a:lnTo>
                  <a:close/>
                </a:path>
                <a:path w="6102984" h="2055495">
                  <a:moveTo>
                    <a:pt x="5404040" y="2046363"/>
                  </a:moveTo>
                  <a:lnTo>
                    <a:pt x="5376875" y="2046363"/>
                  </a:lnTo>
                  <a:lnTo>
                    <a:pt x="5376875" y="2055418"/>
                  </a:lnTo>
                  <a:lnTo>
                    <a:pt x="5404040" y="2055418"/>
                  </a:lnTo>
                  <a:lnTo>
                    <a:pt x="5404040" y="2046363"/>
                  </a:lnTo>
                  <a:close/>
                </a:path>
                <a:path w="6102984" h="2055495">
                  <a:moveTo>
                    <a:pt x="5414721" y="0"/>
                  </a:moveTo>
                  <a:lnTo>
                    <a:pt x="5387556" y="0"/>
                  </a:lnTo>
                  <a:lnTo>
                    <a:pt x="5387556" y="9055"/>
                  </a:lnTo>
                  <a:lnTo>
                    <a:pt x="5414721" y="9055"/>
                  </a:lnTo>
                  <a:lnTo>
                    <a:pt x="5414721" y="0"/>
                  </a:lnTo>
                  <a:close/>
                </a:path>
                <a:path w="6102984" h="2055495">
                  <a:moveTo>
                    <a:pt x="5449316" y="2046363"/>
                  </a:moveTo>
                  <a:lnTo>
                    <a:pt x="5422150" y="2046363"/>
                  </a:lnTo>
                  <a:lnTo>
                    <a:pt x="5422150" y="2055418"/>
                  </a:lnTo>
                  <a:lnTo>
                    <a:pt x="5449316" y="2055418"/>
                  </a:lnTo>
                  <a:lnTo>
                    <a:pt x="5449316" y="2046363"/>
                  </a:lnTo>
                  <a:close/>
                </a:path>
                <a:path w="6102984" h="2055495">
                  <a:moveTo>
                    <a:pt x="5459996" y="0"/>
                  </a:moveTo>
                  <a:lnTo>
                    <a:pt x="5432831" y="0"/>
                  </a:lnTo>
                  <a:lnTo>
                    <a:pt x="5432831" y="9055"/>
                  </a:lnTo>
                  <a:lnTo>
                    <a:pt x="5459996" y="9055"/>
                  </a:lnTo>
                  <a:lnTo>
                    <a:pt x="5459996" y="0"/>
                  </a:lnTo>
                  <a:close/>
                </a:path>
                <a:path w="6102984" h="2055495">
                  <a:moveTo>
                    <a:pt x="5494579" y="2046363"/>
                  </a:moveTo>
                  <a:lnTo>
                    <a:pt x="5467426" y="2046363"/>
                  </a:lnTo>
                  <a:lnTo>
                    <a:pt x="5467426" y="2055418"/>
                  </a:lnTo>
                  <a:lnTo>
                    <a:pt x="5494579" y="2055418"/>
                  </a:lnTo>
                  <a:lnTo>
                    <a:pt x="5494579" y="2046363"/>
                  </a:lnTo>
                  <a:close/>
                </a:path>
                <a:path w="6102984" h="2055495">
                  <a:moveTo>
                    <a:pt x="5505272" y="0"/>
                  </a:moveTo>
                  <a:lnTo>
                    <a:pt x="5478107" y="0"/>
                  </a:lnTo>
                  <a:lnTo>
                    <a:pt x="5478107" y="9055"/>
                  </a:lnTo>
                  <a:lnTo>
                    <a:pt x="5505272" y="9055"/>
                  </a:lnTo>
                  <a:lnTo>
                    <a:pt x="5505272" y="0"/>
                  </a:lnTo>
                  <a:close/>
                </a:path>
                <a:path w="6102984" h="2055495">
                  <a:moveTo>
                    <a:pt x="5539854" y="2046363"/>
                  </a:moveTo>
                  <a:lnTo>
                    <a:pt x="5512689" y="2046363"/>
                  </a:lnTo>
                  <a:lnTo>
                    <a:pt x="5512689" y="2055418"/>
                  </a:lnTo>
                  <a:lnTo>
                    <a:pt x="5539854" y="2055418"/>
                  </a:lnTo>
                  <a:lnTo>
                    <a:pt x="5539854" y="2046363"/>
                  </a:lnTo>
                  <a:close/>
                </a:path>
                <a:path w="6102984" h="2055495">
                  <a:moveTo>
                    <a:pt x="5550547" y="0"/>
                  </a:moveTo>
                  <a:lnTo>
                    <a:pt x="5523382" y="0"/>
                  </a:lnTo>
                  <a:lnTo>
                    <a:pt x="5523382" y="9055"/>
                  </a:lnTo>
                  <a:lnTo>
                    <a:pt x="5550547" y="9055"/>
                  </a:lnTo>
                  <a:lnTo>
                    <a:pt x="5550547" y="0"/>
                  </a:lnTo>
                  <a:close/>
                </a:path>
                <a:path w="6102984" h="2055495">
                  <a:moveTo>
                    <a:pt x="5585130" y="2046363"/>
                  </a:moveTo>
                  <a:lnTo>
                    <a:pt x="5557964" y="2046363"/>
                  </a:lnTo>
                  <a:lnTo>
                    <a:pt x="5557964" y="2055418"/>
                  </a:lnTo>
                  <a:lnTo>
                    <a:pt x="5585130" y="2055418"/>
                  </a:lnTo>
                  <a:lnTo>
                    <a:pt x="5585130" y="2046363"/>
                  </a:lnTo>
                  <a:close/>
                </a:path>
                <a:path w="6102984" h="2055495">
                  <a:moveTo>
                    <a:pt x="5595810" y="0"/>
                  </a:moveTo>
                  <a:lnTo>
                    <a:pt x="5568645" y="0"/>
                  </a:lnTo>
                  <a:lnTo>
                    <a:pt x="5568645" y="9055"/>
                  </a:lnTo>
                  <a:lnTo>
                    <a:pt x="5595810" y="9055"/>
                  </a:lnTo>
                  <a:lnTo>
                    <a:pt x="5595810" y="0"/>
                  </a:lnTo>
                  <a:close/>
                </a:path>
                <a:path w="6102984" h="2055495">
                  <a:moveTo>
                    <a:pt x="5630405" y="2046363"/>
                  </a:moveTo>
                  <a:lnTo>
                    <a:pt x="5603240" y="2046363"/>
                  </a:lnTo>
                  <a:lnTo>
                    <a:pt x="5603240" y="2055418"/>
                  </a:lnTo>
                  <a:lnTo>
                    <a:pt x="5630405" y="2055418"/>
                  </a:lnTo>
                  <a:lnTo>
                    <a:pt x="5630405" y="2046363"/>
                  </a:lnTo>
                  <a:close/>
                </a:path>
                <a:path w="6102984" h="2055495">
                  <a:moveTo>
                    <a:pt x="5641086" y="0"/>
                  </a:moveTo>
                  <a:lnTo>
                    <a:pt x="5613920" y="0"/>
                  </a:lnTo>
                  <a:lnTo>
                    <a:pt x="5613920" y="9055"/>
                  </a:lnTo>
                  <a:lnTo>
                    <a:pt x="5641086" y="9055"/>
                  </a:lnTo>
                  <a:lnTo>
                    <a:pt x="5641086" y="0"/>
                  </a:lnTo>
                  <a:close/>
                </a:path>
                <a:path w="6102984" h="2055495">
                  <a:moveTo>
                    <a:pt x="5675681" y="2046363"/>
                  </a:moveTo>
                  <a:lnTo>
                    <a:pt x="5648515" y="2046363"/>
                  </a:lnTo>
                  <a:lnTo>
                    <a:pt x="5648515" y="2055418"/>
                  </a:lnTo>
                  <a:lnTo>
                    <a:pt x="5675681" y="2055418"/>
                  </a:lnTo>
                  <a:lnTo>
                    <a:pt x="5675681" y="2046363"/>
                  </a:lnTo>
                  <a:close/>
                </a:path>
                <a:path w="6102984" h="2055495">
                  <a:moveTo>
                    <a:pt x="5686361" y="0"/>
                  </a:moveTo>
                  <a:lnTo>
                    <a:pt x="5659196" y="0"/>
                  </a:lnTo>
                  <a:lnTo>
                    <a:pt x="5659196" y="9055"/>
                  </a:lnTo>
                  <a:lnTo>
                    <a:pt x="5686361" y="9055"/>
                  </a:lnTo>
                  <a:lnTo>
                    <a:pt x="5686361" y="0"/>
                  </a:lnTo>
                  <a:close/>
                </a:path>
                <a:path w="6102984" h="2055495">
                  <a:moveTo>
                    <a:pt x="5720956" y="2046363"/>
                  </a:moveTo>
                  <a:lnTo>
                    <a:pt x="5693791" y="2046363"/>
                  </a:lnTo>
                  <a:lnTo>
                    <a:pt x="5693791" y="2055418"/>
                  </a:lnTo>
                  <a:lnTo>
                    <a:pt x="5720956" y="2055418"/>
                  </a:lnTo>
                  <a:lnTo>
                    <a:pt x="5720956" y="2046363"/>
                  </a:lnTo>
                  <a:close/>
                </a:path>
                <a:path w="6102984" h="2055495">
                  <a:moveTo>
                    <a:pt x="5731637" y="0"/>
                  </a:moveTo>
                  <a:lnTo>
                    <a:pt x="5704471" y="0"/>
                  </a:lnTo>
                  <a:lnTo>
                    <a:pt x="5704471" y="9055"/>
                  </a:lnTo>
                  <a:lnTo>
                    <a:pt x="5731637" y="9055"/>
                  </a:lnTo>
                  <a:lnTo>
                    <a:pt x="5731637" y="0"/>
                  </a:lnTo>
                  <a:close/>
                </a:path>
                <a:path w="6102984" h="2055495">
                  <a:moveTo>
                    <a:pt x="5766232" y="2046363"/>
                  </a:moveTo>
                  <a:lnTo>
                    <a:pt x="5739066" y="2046363"/>
                  </a:lnTo>
                  <a:lnTo>
                    <a:pt x="5739066" y="2055418"/>
                  </a:lnTo>
                  <a:lnTo>
                    <a:pt x="5766232" y="2055418"/>
                  </a:lnTo>
                  <a:lnTo>
                    <a:pt x="5766232" y="2046363"/>
                  </a:lnTo>
                  <a:close/>
                </a:path>
                <a:path w="6102984" h="2055495">
                  <a:moveTo>
                    <a:pt x="5776912" y="0"/>
                  </a:moveTo>
                  <a:lnTo>
                    <a:pt x="5749747" y="0"/>
                  </a:lnTo>
                  <a:lnTo>
                    <a:pt x="5749747" y="9055"/>
                  </a:lnTo>
                  <a:lnTo>
                    <a:pt x="5776912" y="9055"/>
                  </a:lnTo>
                  <a:lnTo>
                    <a:pt x="5776912" y="0"/>
                  </a:lnTo>
                  <a:close/>
                </a:path>
                <a:path w="6102984" h="2055495">
                  <a:moveTo>
                    <a:pt x="5811494" y="2046363"/>
                  </a:moveTo>
                  <a:lnTo>
                    <a:pt x="5784329" y="2046363"/>
                  </a:lnTo>
                  <a:lnTo>
                    <a:pt x="5784329" y="2055418"/>
                  </a:lnTo>
                  <a:lnTo>
                    <a:pt x="5811494" y="2055418"/>
                  </a:lnTo>
                  <a:lnTo>
                    <a:pt x="5811494" y="2046363"/>
                  </a:lnTo>
                  <a:close/>
                </a:path>
                <a:path w="6102984" h="2055495">
                  <a:moveTo>
                    <a:pt x="5822188" y="0"/>
                  </a:moveTo>
                  <a:lnTo>
                    <a:pt x="5795022" y="0"/>
                  </a:lnTo>
                  <a:lnTo>
                    <a:pt x="5795022" y="9055"/>
                  </a:lnTo>
                  <a:lnTo>
                    <a:pt x="5822188" y="9055"/>
                  </a:lnTo>
                  <a:lnTo>
                    <a:pt x="5822188" y="0"/>
                  </a:lnTo>
                  <a:close/>
                </a:path>
                <a:path w="6102984" h="2055495">
                  <a:moveTo>
                    <a:pt x="5856770" y="2046363"/>
                  </a:moveTo>
                  <a:lnTo>
                    <a:pt x="5829605" y="2046363"/>
                  </a:lnTo>
                  <a:lnTo>
                    <a:pt x="5829605" y="2055418"/>
                  </a:lnTo>
                  <a:lnTo>
                    <a:pt x="5856770" y="2055418"/>
                  </a:lnTo>
                  <a:lnTo>
                    <a:pt x="5856770" y="2046363"/>
                  </a:lnTo>
                  <a:close/>
                </a:path>
                <a:path w="6102984" h="2055495">
                  <a:moveTo>
                    <a:pt x="5867451" y="0"/>
                  </a:moveTo>
                  <a:lnTo>
                    <a:pt x="5840298" y="0"/>
                  </a:lnTo>
                  <a:lnTo>
                    <a:pt x="5840298" y="9055"/>
                  </a:lnTo>
                  <a:lnTo>
                    <a:pt x="5867451" y="9055"/>
                  </a:lnTo>
                  <a:lnTo>
                    <a:pt x="5867451" y="0"/>
                  </a:lnTo>
                  <a:close/>
                </a:path>
                <a:path w="6102984" h="2055495">
                  <a:moveTo>
                    <a:pt x="5902045" y="2046363"/>
                  </a:moveTo>
                  <a:lnTo>
                    <a:pt x="5874880" y="2046363"/>
                  </a:lnTo>
                  <a:lnTo>
                    <a:pt x="5874880" y="2055418"/>
                  </a:lnTo>
                  <a:lnTo>
                    <a:pt x="5902045" y="2055418"/>
                  </a:lnTo>
                  <a:lnTo>
                    <a:pt x="5902045" y="2046363"/>
                  </a:lnTo>
                  <a:close/>
                </a:path>
                <a:path w="6102984" h="2055495">
                  <a:moveTo>
                    <a:pt x="5912726" y="0"/>
                  </a:moveTo>
                  <a:lnTo>
                    <a:pt x="5885561" y="0"/>
                  </a:lnTo>
                  <a:lnTo>
                    <a:pt x="5885561" y="9055"/>
                  </a:lnTo>
                  <a:lnTo>
                    <a:pt x="5912726" y="9055"/>
                  </a:lnTo>
                  <a:lnTo>
                    <a:pt x="5912726" y="0"/>
                  </a:lnTo>
                  <a:close/>
                </a:path>
                <a:path w="6102984" h="2055495">
                  <a:moveTo>
                    <a:pt x="5947321" y="2046363"/>
                  </a:moveTo>
                  <a:lnTo>
                    <a:pt x="5920156" y="2046363"/>
                  </a:lnTo>
                  <a:lnTo>
                    <a:pt x="5920156" y="2055418"/>
                  </a:lnTo>
                  <a:lnTo>
                    <a:pt x="5947321" y="2055418"/>
                  </a:lnTo>
                  <a:lnTo>
                    <a:pt x="5947321" y="2046363"/>
                  </a:lnTo>
                  <a:close/>
                </a:path>
                <a:path w="6102984" h="2055495">
                  <a:moveTo>
                    <a:pt x="5958002" y="0"/>
                  </a:moveTo>
                  <a:lnTo>
                    <a:pt x="5930836" y="0"/>
                  </a:lnTo>
                  <a:lnTo>
                    <a:pt x="5930836" y="9055"/>
                  </a:lnTo>
                  <a:lnTo>
                    <a:pt x="5958002" y="9055"/>
                  </a:lnTo>
                  <a:lnTo>
                    <a:pt x="5958002" y="0"/>
                  </a:lnTo>
                  <a:close/>
                </a:path>
                <a:path w="6102984" h="2055495">
                  <a:moveTo>
                    <a:pt x="5991847" y="2053082"/>
                  </a:moveTo>
                  <a:lnTo>
                    <a:pt x="5990196" y="2044179"/>
                  </a:lnTo>
                  <a:lnTo>
                    <a:pt x="5979541" y="2045754"/>
                  </a:lnTo>
                  <a:lnTo>
                    <a:pt x="5967057" y="2046363"/>
                  </a:lnTo>
                  <a:lnTo>
                    <a:pt x="5965431" y="2046363"/>
                  </a:lnTo>
                  <a:lnTo>
                    <a:pt x="5965431" y="2055418"/>
                  </a:lnTo>
                  <a:lnTo>
                    <a:pt x="5967057" y="2055418"/>
                  </a:lnTo>
                  <a:lnTo>
                    <a:pt x="5980442" y="2054771"/>
                  </a:lnTo>
                  <a:lnTo>
                    <a:pt x="5991847" y="2053082"/>
                  </a:lnTo>
                  <a:close/>
                </a:path>
                <a:path w="6102984" h="2055495">
                  <a:moveTo>
                    <a:pt x="6002452" y="4813"/>
                  </a:moveTo>
                  <a:lnTo>
                    <a:pt x="5993562" y="2578"/>
                  </a:lnTo>
                  <a:lnTo>
                    <a:pt x="5980442" y="647"/>
                  </a:lnTo>
                  <a:lnTo>
                    <a:pt x="5975693" y="419"/>
                  </a:lnTo>
                  <a:lnTo>
                    <a:pt x="5975121" y="9436"/>
                  </a:lnTo>
                  <a:lnTo>
                    <a:pt x="5979541" y="9652"/>
                  </a:lnTo>
                  <a:lnTo>
                    <a:pt x="5991796" y="11468"/>
                  </a:lnTo>
                  <a:lnTo>
                    <a:pt x="6000089" y="13550"/>
                  </a:lnTo>
                  <a:lnTo>
                    <a:pt x="6002452" y="4813"/>
                  </a:lnTo>
                  <a:close/>
                </a:path>
                <a:path w="6102984" h="2055495">
                  <a:moveTo>
                    <a:pt x="6034773" y="2037194"/>
                  </a:moveTo>
                  <a:lnTo>
                    <a:pt x="6030252" y="2029358"/>
                  </a:lnTo>
                  <a:lnTo>
                    <a:pt x="6026874" y="2031377"/>
                  </a:lnTo>
                  <a:lnTo>
                    <a:pt x="6015571" y="2036711"/>
                  </a:lnTo>
                  <a:lnTo>
                    <a:pt x="6006985" y="2039785"/>
                  </a:lnTo>
                  <a:lnTo>
                    <a:pt x="6009830" y="2048370"/>
                  </a:lnTo>
                  <a:lnTo>
                    <a:pt x="6019038" y="2045081"/>
                  </a:lnTo>
                  <a:lnTo>
                    <a:pt x="6031154" y="2039353"/>
                  </a:lnTo>
                  <a:lnTo>
                    <a:pt x="6034773" y="2037194"/>
                  </a:lnTo>
                  <a:close/>
                </a:path>
                <a:path w="6102984" h="2055495">
                  <a:moveTo>
                    <a:pt x="6043917" y="23888"/>
                  </a:moveTo>
                  <a:lnTo>
                    <a:pt x="6042533" y="22860"/>
                  </a:lnTo>
                  <a:lnTo>
                    <a:pt x="6031154" y="16052"/>
                  </a:lnTo>
                  <a:lnTo>
                    <a:pt x="6020143" y="10858"/>
                  </a:lnTo>
                  <a:lnTo>
                    <a:pt x="6016612" y="19189"/>
                  </a:lnTo>
                  <a:lnTo>
                    <a:pt x="6026874" y="24041"/>
                  </a:lnTo>
                  <a:lnTo>
                    <a:pt x="6037504" y="30391"/>
                  </a:lnTo>
                  <a:lnTo>
                    <a:pt x="6038786" y="31356"/>
                  </a:lnTo>
                  <a:lnTo>
                    <a:pt x="6043917" y="23888"/>
                  </a:lnTo>
                  <a:close/>
                </a:path>
                <a:path w="6102984" h="2055495">
                  <a:moveTo>
                    <a:pt x="6070016" y="2008009"/>
                  </a:moveTo>
                  <a:lnTo>
                    <a:pt x="6063158" y="2002116"/>
                  </a:lnTo>
                  <a:lnTo>
                    <a:pt x="6056693" y="2009228"/>
                  </a:lnTo>
                  <a:lnTo>
                    <a:pt x="6047435" y="2017636"/>
                  </a:lnTo>
                  <a:lnTo>
                    <a:pt x="6044438" y="2019858"/>
                  </a:lnTo>
                  <a:lnTo>
                    <a:pt x="6049962" y="2027021"/>
                  </a:lnTo>
                  <a:lnTo>
                    <a:pt x="6053175" y="2024634"/>
                  </a:lnTo>
                  <a:lnTo>
                    <a:pt x="6063094" y="2015629"/>
                  </a:lnTo>
                  <a:lnTo>
                    <a:pt x="6070016" y="2008009"/>
                  </a:lnTo>
                  <a:close/>
                </a:path>
                <a:path w="6102984" h="2055495">
                  <a:moveTo>
                    <a:pt x="6076734" y="55930"/>
                  </a:moveTo>
                  <a:lnTo>
                    <a:pt x="6072098" y="49695"/>
                  </a:lnTo>
                  <a:lnTo>
                    <a:pt x="6063094" y="39776"/>
                  </a:lnTo>
                  <a:lnTo>
                    <a:pt x="6058268" y="35394"/>
                  </a:lnTo>
                  <a:lnTo>
                    <a:pt x="6052197" y="42100"/>
                  </a:lnTo>
                  <a:lnTo>
                    <a:pt x="6056693" y="46177"/>
                  </a:lnTo>
                  <a:lnTo>
                    <a:pt x="6065101" y="55435"/>
                  </a:lnTo>
                  <a:lnTo>
                    <a:pt x="6069419" y="61264"/>
                  </a:lnTo>
                  <a:lnTo>
                    <a:pt x="6076734" y="55930"/>
                  </a:lnTo>
                  <a:close/>
                </a:path>
                <a:path w="6102984" h="2055495">
                  <a:moveTo>
                    <a:pt x="6093358" y="1969274"/>
                  </a:moveTo>
                  <a:lnTo>
                    <a:pt x="6084938" y="1965972"/>
                  </a:lnTo>
                  <a:lnTo>
                    <a:pt x="6084176" y="1968106"/>
                  </a:lnTo>
                  <a:lnTo>
                    <a:pt x="6078842" y="1979409"/>
                  </a:lnTo>
                  <a:lnTo>
                    <a:pt x="6073457" y="1988400"/>
                  </a:lnTo>
                  <a:lnTo>
                    <a:pt x="6081052" y="1993328"/>
                  </a:lnTo>
                  <a:lnTo>
                    <a:pt x="6086818" y="1983689"/>
                  </a:lnTo>
                  <a:lnTo>
                    <a:pt x="6092545" y="1971573"/>
                  </a:lnTo>
                  <a:lnTo>
                    <a:pt x="6093358" y="1969274"/>
                  </a:lnTo>
                  <a:close/>
                </a:path>
                <a:path w="6102984" h="2055495">
                  <a:moveTo>
                    <a:pt x="6097130" y="96697"/>
                  </a:moveTo>
                  <a:lnTo>
                    <a:pt x="6097067" y="96443"/>
                  </a:lnTo>
                  <a:lnTo>
                    <a:pt x="6092545" y="83845"/>
                  </a:lnTo>
                  <a:lnTo>
                    <a:pt x="6086818" y="71729"/>
                  </a:lnTo>
                  <a:lnTo>
                    <a:pt x="6086564" y="71297"/>
                  </a:lnTo>
                  <a:lnTo>
                    <a:pt x="6078601" y="75603"/>
                  </a:lnTo>
                  <a:lnTo>
                    <a:pt x="6078842" y="75996"/>
                  </a:lnTo>
                  <a:lnTo>
                    <a:pt x="6084176" y="87312"/>
                  </a:lnTo>
                  <a:lnTo>
                    <a:pt x="6088392" y="99072"/>
                  </a:lnTo>
                  <a:lnTo>
                    <a:pt x="6088456" y="99301"/>
                  </a:lnTo>
                  <a:lnTo>
                    <a:pt x="6097130" y="96697"/>
                  </a:lnTo>
                  <a:close/>
                </a:path>
                <a:path w="6102984" h="2055495">
                  <a:moveTo>
                    <a:pt x="6102629" y="1924659"/>
                  </a:moveTo>
                  <a:lnTo>
                    <a:pt x="6093599" y="1924329"/>
                  </a:lnTo>
                  <a:lnTo>
                    <a:pt x="6093218" y="1932076"/>
                  </a:lnTo>
                  <a:lnTo>
                    <a:pt x="6091415" y="1944331"/>
                  </a:lnTo>
                  <a:lnTo>
                    <a:pt x="6090196" y="1949183"/>
                  </a:lnTo>
                  <a:lnTo>
                    <a:pt x="6098984" y="1951291"/>
                  </a:lnTo>
                  <a:lnTo>
                    <a:pt x="6100292" y="1946097"/>
                  </a:lnTo>
                  <a:lnTo>
                    <a:pt x="6102235" y="1932978"/>
                  </a:lnTo>
                  <a:lnTo>
                    <a:pt x="6102629" y="1924659"/>
                  </a:lnTo>
                  <a:close/>
                </a:path>
                <a:path w="6102984" h="2055495">
                  <a:moveTo>
                    <a:pt x="6102883" y="1879663"/>
                  </a:moveTo>
                  <a:lnTo>
                    <a:pt x="6093828" y="1879663"/>
                  </a:lnTo>
                  <a:lnTo>
                    <a:pt x="6093828" y="1906828"/>
                  </a:lnTo>
                  <a:lnTo>
                    <a:pt x="6102883" y="1906828"/>
                  </a:lnTo>
                  <a:lnTo>
                    <a:pt x="6102883" y="1879663"/>
                  </a:lnTo>
                  <a:close/>
                </a:path>
                <a:path w="6102984" h="2055495">
                  <a:moveTo>
                    <a:pt x="6102883" y="1834388"/>
                  </a:moveTo>
                  <a:lnTo>
                    <a:pt x="6093828" y="1834388"/>
                  </a:lnTo>
                  <a:lnTo>
                    <a:pt x="6093828" y="1861553"/>
                  </a:lnTo>
                  <a:lnTo>
                    <a:pt x="6102883" y="1861553"/>
                  </a:lnTo>
                  <a:lnTo>
                    <a:pt x="6102883" y="1834388"/>
                  </a:lnTo>
                  <a:close/>
                </a:path>
                <a:path w="6102984" h="2055495">
                  <a:moveTo>
                    <a:pt x="6102883" y="1789112"/>
                  </a:moveTo>
                  <a:lnTo>
                    <a:pt x="6093828" y="1789112"/>
                  </a:lnTo>
                  <a:lnTo>
                    <a:pt x="6093828" y="1816277"/>
                  </a:lnTo>
                  <a:lnTo>
                    <a:pt x="6102883" y="1816277"/>
                  </a:lnTo>
                  <a:lnTo>
                    <a:pt x="6102883" y="1789112"/>
                  </a:lnTo>
                  <a:close/>
                </a:path>
                <a:path w="6102984" h="2055495">
                  <a:moveTo>
                    <a:pt x="6102883" y="1743837"/>
                  </a:moveTo>
                  <a:lnTo>
                    <a:pt x="6093828" y="1743837"/>
                  </a:lnTo>
                  <a:lnTo>
                    <a:pt x="6093828" y="1771002"/>
                  </a:lnTo>
                  <a:lnTo>
                    <a:pt x="6102883" y="1771002"/>
                  </a:lnTo>
                  <a:lnTo>
                    <a:pt x="6102883" y="1743837"/>
                  </a:lnTo>
                  <a:close/>
                </a:path>
                <a:path w="6102984" h="2055495">
                  <a:moveTo>
                    <a:pt x="6102883" y="1698561"/>
                  </a:moveTo>
                  <a:lnTo>
                    <a:pt x="6093828" y="1698561"/>
                  </a:lnTo>
                  <a:lnTo>
                    <a:pt x="6093828" y="1725726"/>
                  </a:lnTo>
                  <a:lnTo>
                    <a:pt x="6102883" y="1725726"/>
                  </a:lnTo>
                  <a:lnTo>
                    <a:pt x="6102883" y="1698561"/>
                  </a:lnTo>
                  <a:close/>
                </a:path>
                <a:path w="6102984" h="2055495">
                  <a:moveTo>
                    <a:pt x="6102883" y="1653298"/>
                  </a:moveTo>
                  <a:lnTo>
                    <a:pt x="6093828" y="1653298"/>
                  </a:lnTo>
                  <a:lnTo>
                    <a:pt x="6093828" y="1680464"/>
                  </a:lnTo>
                  <a:lnTo>
                    <a:pt x="6102883" y="1680464"/>
                  </a:lnTo>
                  <a:lnTo>
                    <a:pt x="6102883" y="1653298"/>
                  </a:lnTo>
                  <a:close/>
                </a:path>
                <a:path w="6102984" h="2055495">
                  <a:moveTo>
                    <a:pt x="6102883" y="1608023"/>
                  </a:moveTo>
                  <a:lnTo>
                    <a:pt x="6093828" y="1608023"/>
                  </a:lnTo>
                  <a:lnTo>
                    <a:pt x="6093828" y="1635188"/>
                  </a:lnTo>
                  <a:lnTo>
                    <a:pt x="6102883" y="1635188"/>
                  </a:lnTo>
                  <a:lnTo>
                    <a:pt x="6102883" y="1608023"/>
                  </a:lnTo>
                  <a:close/>
                </a:path>
                <a:path w="6102984" h="2055495">
                  <a:moveTo>
                    <a:pt x="6102883" y="1562747"/>
                  </a:moveTo>
                  <a:lnTo>
                    <a:pt x="6093828" y="1562747"/>
                  </a:lnTo>
                  <a:lnTo>
                    <a:pt x="6093828" y="1589913"/>
                  </a:lnTo>
                  <a:lnTo>
                    <a:pt x="6102883" y="1589913"/>
                  </a:lnTo>
                  <a:lnTo>
                    <a:pt x="6102883" y="1562747"/>
                  </a:lnTo>
                  <a:close/>
                </a:path>
                <a:path w="6102984" h="2055495">
                  <a:moveTo>
                    <a:pt x="6102883" y="1517472"/>
                  </a:moveTo>
                  <a:lnTo>
                    <a:pt x="6093828" y="1517472"/>
                  </a:lnTo>
                  <a:lnTo>
                    <a:pt x="6093828" y="1544637"/>
                  </a:lnTo>
                  <a:lnTo>
                    <a:pt x="6102883" y="1544637"/>
                  </a:lnTo>
                  <a:lnTo>
                    <a:pt x="6102883" y="1517472"/>
                  </a:lnTo>
                  <a:close/>
                </a:path>
                <a:path w="6102984" h="2055495">
                  <a:moveTo>
                    <a:pt x="6102883" y="1472196"/>
                  </a:moveTo>
                  <a:lnTo>
                    <a:pt x="6093828" y="1472196"/>
                  </a:lnTo>
                  <a:lnTo>
                    <a:pt x="6093828" y="1499362"/>
                  </a:lnTo>
                  <a:lnTo>
                    <a:pt x="6102883" y="1499362"/>
                  </a:lnTo>
                  <a:lnTo>
                    <a:pt x="6102883" y="1472196"/>
                  </a:lnTo>
                  <a:close/>
                </a:path>
                <a:path w="6102984" h="2055495">
                  <a:moveTo>
                    <a:pt x="6102883" y="1426921"/>
                  </a:moveTo>
                  <a:lnTo>
                    <a:pt x="6093828" y="1426921"/>
                  </a:lnTo>
                  <a:lnTo>
                    <a:pt x="6093828" y="1454086"/>
                  </a:lnTo>
                  <a:lnTo>
                    <a:pt x="6102883" y="1454086"/>
                  </a:lnTo>
                  <a:lnTo>
                    <a:pt x="6102883" y="1426921"/>
                  </a:lnTo>
                  <a:close/>
                </a:path>
                <a:path w="6102984" h="2055495">
                  <a:moveTo>
                    <a:pt x="6102883" y="1381658"/>
                  </a:moveTo>
                  <a:lnTo>
                    <a:pt x="6093828" y="1381658"/>
                  </a:lnTo>
                  <a:lnTo>
                    <a:pt x="6093828" y="1408811"/>
                  </a:lnTo>
                  <a:lnTo>
                    <a:pt x="6102883" y="1408811"/>
                  </a:lnTo>
                  <a:lnTo>
                    <a:pt x="6102883" y="1381658"/>
                  </a:lnTo>
                  <a:close/>
                </a:path>
                <a:path w="6102984" h="2055495">
                  <a:moveTo>
                    <a:pt x="6102883" y="1336382"/>
                  </a:moveTo>
                  <a:lnTo>
                    <a:pt x="6093828" y="1336382"/>
                  </a:lnTo>
                  <a:lnTo>
                    <a:pt x="6093828" y="1363548"/>
                  </a:lnTo>
                  <a:lnTo>
                    <a:pt x="6102883" y="1363548"/>
                  </a:lnTo>
                  <a:lnTo>
                    <a:pt x="6102883" y="1336382"/>
                  </a:lnTo>
                  <a:close/>
                </a:path>
                <a:path w="6102984" h="2055495">
                  <a:moveTo>
                    <a:pt x="6102883" y="1291107"/>
                  </a:moveTo>
                  <a:lnTo>
                    <a:pt x="6093828" y="1291107"/>
                  </a:lnTo>
                  <a:lnTo>
                    <a:pt x="6093828" y="1318272"/>
                  </a:lnTo>
                  <a:lnTo>
                    <a:pt x="6102883" y="1318272"/>
                  </a:lnTo>
                  <a:lnTo>
                    <a:pt x="6102883" y="1291107"/>
                  </a:lnTo>
                  <a:close/>
                </a:path>
                <a:path w="6102984" h="2055495">
                  <a:moveTo>
                    <a:pt x="6102883" y="1245831"/>
                  </a:moveTo>
                  <a:lnTo>
                    <a:pt x="6093828" y="1245831"/>
                  </a:lnTo>
                  <a:lnTo>
                    <a:pt x="6093828" y="1272997"/>
                  </a:lnTo>
                  <a:lnTo>
                    <a:pt x="6102883" y="1272997"/>
                  </a:lnTo>
                  <a:lnTo>
                    <a:pt x="6102883" y="1245831"/>
                  </a:lnTo>
                  <a:close/>
                </a:path>
                <a:path w="6102984" h="2055495">
                  <a:moveTo>
                    <a:pt x="6102883" y="1200556"/>
                  </a:moveTo>
                  <a:lnTo>
                    <a:pt x="6093828" y="1200556"/>
                  </a:lnTo>
                  <a:lnTo>
                    <a:pt x="6093828" y="1227721"/>
                  </a:lnTo>
                  <a:lnTo>
                    <a:pt x="6102883" y="1227721"/>
                  </a:lnTo>
                  <a:lnTo>
                    <a:pt x="6102883" y="1200556"/>
                  </a:lnTo>
                  <a:close/>
                </a:path>
                <a:path w="6102984" h="2055495">
                  <a:moveTo>
                    <a:pt x="6102883" y="1155280"/>
                  </a:moveTo>
                  <a:lnTo>
                    <a:pt x="6093828" y="1155280"/>
                  </a:lnTo>
                  <a:lnTo>
                    <a:pt x="6093828" y="1182446"/>
                  </a:lnTo>
                  <a:lnTo>
                    <a:pt x="6102883" y="1182446"/>
                  </a:lnTo>
                  <a:lnTo>
                    <a:pt x="6102883" y="1155280"/>
                  </a:lnTo>
                  <a:close/>
                </a:path>
                <a:path w="6102984" h="2055495">
                  <a:moveTo>
                    <a:pt x="6102883" y="1110005"/>
                  </a:moveTo>
                  <a:lnTo>
                    <a:pt x="6093828" y="1110005"/>
                  </a:lnTo>
                  <a:lnTo>
                    <a:pt x="6093828" y="1137170"/>
                  </a:lnTo>
                  <a:lnTo>
                    <a:pt x="6102883" y="1137170"/>
                  </a:lnTo>
                  <a:lnTo>
                    <a:pt x="6102883" y="1110005"/>
                  </a:lnTo>
                  <a:close/>
                </a:path>
                <a:path w="6102984" h="2055495">
                  <a:moveTo>
                    <a:pt x="6102883" y="1064742"/>
                  </a:moveTo>
                  <a:lnTo>
                    <a:pt x="6093828" y="1064742"/>
                  </a:lnTo>
                  <a:lnTo>
                    <a:pt x="6093828" y="1091895"/>
                  </a:lnTo>
                  <a:lnTo>
                    <a:pt x="6102883" y="1091895"/>
                  </a:lnTo>
                  <a:lnTo>
                    <a:pt x="6102883" y="1064742"/>
                  </a:lnTo>
                  <a:close/>
                </a:path>
                <a:path w="6102984" h="2055495">
                  <a:moveTo>
                    <a:pt x="6102883" y="1019467"/>
                  </a:moveTo>
                  <a:lnTo>
                    <a:pt x="6093828" y="1019467"/>
                  </a:lnTo>
                  <a:lnTo>
                    <a:pt x="6093828" y="1046632"/>
                  </a:lnTo>
                  <a:lnTo>
                    <a:pt x="6102883" y="1046632"/>
                  </a:lnTo>
                  <a:lnTo>
                    <a:pt x="6102883" y="1019467"/>
                  </a:lnTo>
                  <a:close/>
                </a:path>
                <a:path w="6102984" h="2055495">
                  <a:moveTo>
                    <a:pt x="6102883" y="974191"/>
                  </a:moveTo>
                  <a:lnTo>
                    <a:pt x="6093828" y="974191"/>
                  </a:lnTo>
                  <a:lnTo>
                    <a:pt x="6093828" y="1001356"/>
                  </a:lnTo>
                  <a:lnTo>
                    <a:pt x="6102883" y="1001356"/>
                  </a:lnTo>
                  <a:lnTo>
                    <a:pt x="6102883" y="974191"/>
                  </a:lnTo>
                  <a:close/>
                </a:path>
                <a:path w="6102984" h="2055495">
                  <a:moveTo>
                    <a:pt x="6102883" y="928916"/>
                  </a:moveTo>
                  <a:lnTo>
                    <a:pt x="6093828" y="928916"/>
                  </a:lnTo>
                  <a:lnTo>
                    <a:pt x="6093828" y="956081"/>
                  </a:lnTo>
                  <a:lnTo>
                    <a:pt x="6102883" y="956081"/>
                  </a:lnTo>
                  <a:lnTo>
                    <a:pt x="6102883" y="928916"/>
                  </a:lnTo>
                  <a:close/>
                </a:path>
                <a:path w="6102984" h="2055495">
                  <a:moveTo>
                    <a:pt x="6102883" y="883640"/>
                  </a:moveTo>
                  <a:lnTo>
                    <a:pt x="6093828" y="883640"/>
                  </a:lnTo>
                  <a:lnTo>
                    <a:pt x="6093828" y="910805"/>
                  </a:lnTo>
                  <a:lnTo>
                    <a:pt x="6102883" y="910805"/>
                  </a:lnTo>
                  <a:lnTo>
                    <a:pt x="6102883" y="883640"/>
                  </a:lnTo>
                  <a:close/>
                </a:path>
                <a:path w="6102984" h="2055495">
                  <a:moveTo>
                    <a:pt x="6102883" y="838365"/>
                  </a:moveTo>
                  <a:lnTo>
                    <a:pt x="6093828" y="838365"/>
                  </a:lnTo>
                  <a:lnTo>
                    <a:pt x="6093828" y="865530"/>
                  </a:lnTo>
                  <a:lnTo>
                    <a:pt x="6102883" y="865530"/>
                  </a:lnTo>
                  <a:lnTo>
                    <a:pt x="6102883" y="838365"/>
                  </a:lnTo>
                  <a:close/>
                </a:path>
                <a:path w="6102984" h="2055495">
                  <a:moveTo>
                    <a:pt x="6102883" y="793102"/>
                  </a:moveTo>
                  <a:lnTo>
                    <a:pt x="6093828" y="793102"/>
                  </a:lnTo>
                  <a:lnTo>
                    <a:pt x="6093828" y="820254"/>
                  </a:lnTo>
                  <a:lnTo>
                    <a:pt x="6102883" y="820254"/>
                  </a:lnTo>
                  <a:lnTo>
                    <a:pt x="6102883" y="793102"/>
                  </a:lnTo>
                  <a:close/>
                </a:path>
                <a:path w="6102984" h="2055495">
                  <a:moveTo>
                    <a:pt x="6102883" y="747826"/>
                  </a:moveTo>
                  <a:lnTo>
                    <a:pt x="6093828" y="747826"/>
                  </a:lnTo>
                  <a:lnTo>
                    <a:pt x="6093828" y="774992"/>
                  </a:lnTo>
                  <a:lnTo>
                    <a:pt x="6102883" y="774992"/>
                  </a:lnTo>
                  <a:lnTo>
                    <a:pt x="6102883" y="747826"/>
                  </a:lnTo>
                  <a:close/>
                </a:path>
                <a:path w="6102984" h="2055495">
                  <a:moveTo>
                    <a:pt x="6102883" y="702551"/>
                  </a:moveTo>
                  <a:lnTo>
                    <a:pt x="6093828" y="702551"/>
                  </a:lnTo>
                  <a:lnTo>
                    <a:pt x="6093828" y="729716"/>
                  </a:lnTo>
                  <a:lnTo>
                    <a:pt x="6102883" y="729716"/>
                  </a:lnTo>
                  <a:lnTo>
                    <a:pt x="6102883" y="702551"/>
                  </a:lnTo>
                  <a:close/>
                </a:path>
                <a:path w="6102984" h="2055495">
                  <a:moveTo>
                    <a:pt x="6102883" y="657275"/>
                  </a:moveTo>
                  <a:lnTo>
                    <a:pt x="6093828" y="657275"/>
                  </a:lnTo>
                  <a:lnTo>
                    <a:pt x="6093828" y="684441"/>
                  </a:lnTo>
                  <a:lnTo>
                    <a:pt x="6102883" y="684441"/>
                  </a:lnTo>
                  <a:lnTo>
                    <a:pt x="6102883" y="657275"/>
                  </a:lnTo>
                  <a:close/>
                </a:path>
                <a:path w="6102984" h="2055495">
                  <a:moveTo>
                    <a:pt x="6102883" y="612000"/>
                  </a:moveTo>
                  <a:lnTo>
                    <a:pt x="6093828" y="612000"/>
                  </a:lnTo>
                  <a:lnTo>
                    <a:pt x="6093828" y="639165"/>
                  </a:lnTo>
                  <a:lnTo>
                    <a:pt x="6102883" y="639165"/>
                  </a:lnTo>
                  <a:lnTo>
                    <a:pt x="6102883" y="612000"/>
                  </a:lnTo>
                  <a:close/>
                </a:path>
                <a:path w="6102984" h="2055495">
                  <a:moveTo>
                    <a:pt x="6102883" y="566724"/>
                  </a:moveTo>
                  <a:lnTo>
                    <a:pt x="6093828" y="566724"/>
                  </a:lnTo>
                  <a:lnTo>
                    <a:pt x="6093828" y="593890"/>
                  </a:lnTo>
                  <a:lnTo>
                    <a:pt x="6102883" y="593890"/>
                  </a:lnTo>
                  <a:lnTo>
                    <a:pt x="6102883" y="566724"/>
                  </a:lnTo>
                  <a:close/>
                </a:path>
                <a:path w="6102984" h="2055495">
                  <a:moveTo>
                    <a:pt x="6102883" y="521449"/>
                  </a:moveTo>
                  <a:lnTo>
                    <a:pt x="6093828" y="521449"/>
                  </a:lnTo>
                  <a:lnTo>
                    <a:pt x="6093828" y="548614"/>
                  </a:lnTo>
                  <a:lnTo>
                    <a:pt x="6102883" y="548614"/>
                  </a:lnTo>
                  <a:lnTo>
                    <a:pt x="6102883" y="521449"/>
                  </a:lnTo>
                  <a:close/>
                </a:path>
                <a:path w="6102984" h="2055495">
                  <a:moveTo>
                    <a:pt x="6102883" y="476186"/>
                  </a:moveTo>
                  <a:lnTo>
                    <a:pt x="6093828" y="476186"/>
                  </a:lnTo>
                  <a:lnTo>
                    <a:pt x="6093828" y="503339"/>
                  </a:lnTo>
                  <a:lnTo>
                    <a:pt x="6102883" y="503339"/>
                  </a:lnTo>
                  <a:lnTo>
                    <a:pt x="6102883" y="476186"/>
                  </a:lnTo>
                  <a:close/>
                </a:path>
                <a:path w="6102984" h="2055495">
                  <a:moveTo>
                    <a:pt x="6102883" y="430911"/>
                  </a:moveTo>
                  <a:lnTo>
                    <a:pt x="6093828" y="430911"/>
                  </a:lnTo>
                  <a:lnTo>
                    <a:pt x="6093828" y="458076"/>
                  </a:lnTo>
                  <a:lnTo>
                    <a:pt x="6102883" y="458076"/>
                  </a:lnTo>
                  <a:lnTo>
                    <a:pt x="6102883" y="430911"/>
                  </a:lnTo>
                  <a:close/>
                </a:path>
                <a:path w="6102984" h="2055495">
                  <a:moveTo>
                    <a:pt x="6102883" y="385635"/>
                  </a:moveTo>
                  <a:lnTo>
                    <a:pt x="6093828" y="385635"/>
                  </a:lnTo>
                  <a:lnTo>
                    <a:pt x="6093828" y="412800"/>
                  </a:lnTo>
                  <a:lnTo>
                    <a:pt x="6102883" y="412800"/>
                  </a:lnTo>
                  <a:lnTo>
                    <a:pt x="6102883" y="385635"/>
                  </a:lnTo>
                  <a:close/>
                </a:path>
                <a:path w="6102984" h="2055495">
                  <a:moveTo>
                    <a:pt x="6102883" y="340360"/>
                  </a:moveTo>
                  <a:lnTo>
                    <a:pt x="6093828" y="340360"/>
                  </a:lnTo>
                  <a:lnTo>
                    <a:pt x="6093828" y="367525"/>
                  </a:lnTo>
                  <a:lnTo>
                    <a:pt x="6102883" y="367525"/>
                  </a:lnTo>
                  <a:lnTo>
                    <a:pt x="6102883" y="340360"/>
                  </a:lnTo>
                  <a:close/>
                </a:path>
                <a:path w="6102984" h="2055495">
                  <a:moveTo>
                    <a:pt x="6102883" y="295084"/>
                  </a:moveTo>
                  <a:lnTo>
                    <a:pt x="6093828" y="295084"/>
                  </a:lnTo>
                  <a:lnTo>
                    <a:pt x="6093828" y="322249"/>
                  </a:lnTo>
                  <a:lnTo>
                    <a:pt x="6102883" y="322249"/>
                  </a:lnTo>
                  <a:lnTo>
                    <a:pt x="6102883" y="295084"/>
                  </a:lnTo>
                  <a:close/>
                </a:path>
                <a:path w="6102984" h="2055495">
                  <a:moveTo>
                    <a:pt x="6102883" y="249809"/>
                  </a:moveTo>
                  <a:lnTo>
                    <a:pt x="6093828" y="249809"/>
                  </a:lnTo>
                  <a:lnTo>
                    <a:pt x="6093828" y="276974"/>
                  </a:lnTo>
                  <a:lnTo>
                    <a:pt x="6102883" y="276974"/>
                  </a:lnTo>
                  <a:lnTo>
                    <a:pt x="6102883" y="249809"/>
                  </a:lnTo>
                  <a:close/>
                </a:path>
                <a:path w="6102984" h="2055495">
                  <a:moveTo>
                    <a:pt x="6102883" y="204533"/>
                  </a:moveTo>
                  <a:lnTo>
                    <a:pt x="6093828" y="204533"/>
                  </a:lnTo>
                  <a:lnTo>
                    <a:pt x="6093828" y="231698"/>
                  </a:lnTo>
                  <a:lnTo>
                    <a:pt x="6102883" y="231698"/>
                  </a:lnTo>
                  <a:lnTo>
                    <a:pt x="6102883" y="204533"/>
                  </a:lnTo>
                  <a:close/>
                </a:path>
                <a:path w="6102984" h="2055495">
                  <a:moveTo>
                    <a:pt x="6102883" y="159270"/>
                  </a:moveTo>
                  <a:lnTo>
                    <a:pt x="6093828" y="159270"/>
                  </a:lnTo>
                  <a:lnTo>
                    <a:pt x="6093828" y="186436"/>
                  </a:lnTo>
                  <a:lnTo>
                    <a:pt x="6102883" y="186436"/>
                  </a:lnTo>
                  <a:lnTo>
                    <a:pt x="6102883" y="159270"/>
                  </a:lnTo>
                  <a:close/>
                </a:path>
                <a:path w="6102984" h="2055495">
                  <a:moveTo>
                    <a:pt x="6102883" y="135813"/>
                  </a:moveTo>
                  <a:lnTo>
                    <a:pt x="6102235" y="122440"/>
                  </a:lnTo>
                  <a:lnTo>
                    <a:pt x="6101092" y="114706"/>
                  </a:lnTo>
                  <a:lnTo>
                    <a:pt x="6092152" y="116116"/>
                  </a:lnTo>
                  <a:lnTo>
                    <a:pt x="6093218" y="123329"/>
                  </a:lnTo>
                  <a:lnTo>
                    <a:pt x="6093828" y="135813"/>
                  </a:lnTo>
                  <a:lnTo>
                    <a:pt x="6093828" y="141160"/>
                  </a:lnTo>
                  <a:lnTo>
                    <a:pt x="6102883" y="141160"/>
                  </a:lnTo>
                  <a:lnTo>
                    <a:pt x="6102883" y="135813"/>
                  </a:lnTo>
                  <a:close/>
                </a:path>
              </a:pathLst>
            </a:custGeom>
            <a:solidFill>
              <a:srgbClr val="FF8B00"/>
            </a:solidFill>
          </p:spPr>
          <p:txBody>
            <a:bodyPr wrap="square" lIns="0" tIns="0" rIns="0" bIns="0" rtlCol="0"/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23" name="object 31">
            <a:extLst>
              <a:ext uri="{FF2B5EF4-FFF2-40B4-BE49-F238E27FC236}">
                <a16:creationId xmlns:a16="http://schemas.microsoft.com/office/drawing/2014/main" id="{11E7079A-5324-4BC9-89D9-6FF618CFAB4D}"/>
              </a:ext>
            </a:extLst>
          </p:cNvPr>
          <p:cNvSpPr txBox="1"/>
          <p:nvPr/>
        </p:nvSpPr>
        <p:spPr>
          <a:xfrm>
            <a:off x="616422" y="8126601"/>
            <a:ext cx="5647689" cy="720582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1400" spc="30" dirty="0">
                <a:solidFill>
                  <a:srgbClr val="993312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此專題不僅展示了我對冷凍循環的理解，更證明了我具備數位邏 輯控制應用於傳統熱交換設備的創新實力。</a:t>
            </a:r>
          </a:p>
        </p:txBody>
      </p:sp>
    </p:spTree>
    <p:extLst>
      <p:ext uri="{BB962C8B-B14F-4D97-AF65-F5344CB8AC3E}">
        <p14:creationId xmlns:p14="http://schemas.microsoft.com/office/powerpoint/2010/main" val="291580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CD8E3C-DED7-45DD-9C87-8B87EAB294AE}"/>
              </a:ext>
            </a:extLst>
          </p:cNvPr>
          <p:cNvSpPr txBox="1"/>
          <p:nvPr/>
        </p:nvSpPr>
        <p:spPr>
          <a:xfrm>
            <a:off x="372658" y="942513"/>
            <a:ext cx="3058795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38150" algn="l"/>
              </a:tabLst>
            </a:pPr>
            <a:r>
              <a:rPr lang="zh-TW" altLang="en-US" sz="20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動機</a:t>
            </a: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53F4359-8FB1-4577-8FDC-3AB6FC9350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092" y="1109146"/>
            <a:ext cx="2933726" cy="18109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7A8C4EE7-A91B-438D-8364-360ADDB1DA07}"/>
              </a:ext>
            </a:extLst>
          </p:cNvPr>
          <p:cNvGrpSpPr/>
          <p:nvPr/>
        </p:nvGrpSpPr>
        <p:grpSpPr>
          <a:xfrm>
            <a:off x="383944" y="1598100"/>
            <a:ext cx="6102985" cy="1295400"/>
            <a:chOff x="733193" y="1991800"/>
            <a:chExt cx="6102985" cy="12954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41035C-0223-4676-AF99-9669946A20A0}"/>
                </a:ext>
              </a:extLst>
            </p:cNvPr>
            <p:cNvSpPr/>
            <p:nvPr/>
          </p:nvSpPr>
          <p:spPr>
            <a:xfrm>
              <a:off x="760357" y="1991800"/>
              <a:ext cx="6076315" cy="1295400"/>
            </a:xfrm>
            <a:custGeom>
              <a:avLst/>
              <a:gdLst/>
              <a:ahLst/>
              <a:cxnLst/>
              <a:rect l="l" t="t" r="r" b="b"/>
              <a:pathLst>
                <a:path w="6076315" h="1295400">
                  <a:moveTo>
                    <a:pt x="5974189" y="1294814"/>
                  </a:moveTo>
                  <a:lnTo>
                    <a:pt x="76141" y="1294814"/>
                  </a:lnTo>
                  <a:lnTo>
                    <a:pt x="70842" y="1294116"/>
                  </a:lnTo>
                  <a:lnTo>
                    <a:pt x="31768" y="1272523"/>
                  </a:lnTo>
                  <a:lnTo>
                    <a:pt x="10761" y="1240584"/>
                  </a:lnTo>
                  <a:lnTo>
                    <a:pt x="521" y="1200368"/>
                  </a:lnTo>
                  <a:lnTo>
                    <a:pt x="0" y="1193303"/>
                  </a:lnTo>
                  <a:lnTo>
                    <a:pt x="0" y="1186167"/>
                  </a:lnTo>
                  <a:lnTo>
                    <a:pt x="0" y="101520"/>
                  </a:lnTo>
                  <a:lnTo>
                    <a:pt x="8250" y="60482"/>
                  </a:lnTo>
                  <a:lnTo>
                    <a:pt x="27652" y="26774"/>
                  </a:lnTo>
                  <a:lnTo>
                    <a:pt x="60346" y="3475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1"/>
                  </a:lnTo>
                  <a:lnTo>
                    <a:pt x="6048931" y="36873"/>
                  </a:lnTo>
                  <a:lnTo>
                    <a:pt x="6070170" y="73666"/>
                  </a:lnTo>
                  <a:lnTo>
                    <a:pt x="6075712" y="101520"/>
                  </a:lnTo>
                  <a:lnTo>
                    <a:pt x="6075712" y="1193303"/>
                  </a:lnTo>
                  <a:lnTo>
                    <a:pt x="6064710" y="1234323"/>
                  </a:lnTo>
                  <a:lnTo>
                    <a:pt x="6038841" y="1268021"/>
                  </a:lnTo>
                  <a:lnTo>
                    <a:pt x="6002044" y="1289270"/>
                  </a:lnTo>
                  <a:lnTo>
                    <a:pt x="5981255" y="1294116"/>
                  </a:lnTo>
                  <a:lnTo>
                    <a:pt x="5974189" y="12948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DC7B691-2516-4B11-AD64-11708B7B16E1}"/>
                </a:ext>
              </a:extLst>
            </p:cNvPr>
            <p:cNvSpPr/>
            <p:nvPr/>
          </p:nvSpPr>
          <p:spPr>
            <a:xfrm>
              <a:off x="733193" y="1992202"/>
              <a:ext cx="100965" cy="1294130"/>
            </a:xfrm>
            <a:custGeom>
              <a:avLst/>
              <a:gdLst/>
              <a:ahLst/>
              <a:cxnLst/>
              <a:rect l="l" t="t" r="r" b="b"/>
              <a:pathLst>
                <a:path w="100965" h="1294129">
                  <a:moveTo>
                    <a:pt x="100457" y="1294036"/>
                  </a:moveTo>
                  <a:lnTo>
                    <a:pt x="57384" y="1281587"/>
                  </a:lnTo>
                  <a:lnTo>
                    <a:pt x="24621" y="1254673"/>
                  </a:lnTo>
                  <a:lnTo>
                    <a:pt x="4652" y="1217270"/>
                  </a:lnTo>
                  <a:lnTo>
                    <a:pt x="0" y="1185776"/>
                  </a:lnTo>
                  <a:lnTo>
                    <a:pt x="0" y="108260"/>
                  </a:lnTo>
                  <a:lnTo>
                    <a:pt x="8270" y="66679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85776"/>
                  </a:lnTo>
                  <a:lnTo>
                    <a:pt x="58463" y="1227356"/>
                  </a:lnTo>
                  <a:lnTo>
                    <a:pt x="74207" y="1269810"/>
                  </a:lnTo>
                  <a:lnTo>
                    <a:pt x="94521" y="1291675"/>
                  </a:lnTo>
                  <a:lnTo>
                    <a:pt x="100457" y="1294036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BE6BF9C-2C25-45A7-AF99-CDDE39D75F1B}"/>
              </a:ext>
            </a:extLst>
          </p:cNvPr>
          <p:cNvSpPr txBox="1"/>
          <p:nvPr/>
        </p:nvSpPr>
        <p:spPr>
          <a:xfrm>
            <a:off x="653354" y="1823337"/>
            <a:ext cx="5530850" cy="8015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針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對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國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立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台科大</a:t>
            </a:r>
            <a:r>
              <a:rPr sz="1600" b="1" spc="-4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/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北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科大</a:t>
            </a:r>
            <a:r>
              <a:rPr sz="1500" b="1" spc="-19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(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冷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凍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與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電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機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)</a:t>
            </a:r>
            <a:endParaRPr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lnSpc>
                <a:spcPct val="134300"/>
              </a:lnSpc>
              <a:spcBef>
                <a:spcPts val="69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我具備最紮實的現場維修經驗，這能讓我在系上的實驗與實作課中成為領頭羊。我希望 研究更高效率的逆循環熱泵技術，並結合</a:t>
            </a:r>
            <a:r>
              <a:rPr sz="1150" spc="-32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 </a:t>
            </a:r>
            <a:r>
              <a:rPr sz="1150" spc="-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AI</a:t>
            </a:r>
            <a:r>
              <a:rPr sz="1150" spc="-9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o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T</a:t>
            </a:r>
            <a:r>
              <a:rPr sz="1150" spc="-5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 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達成建築能耗的精準管理。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C3FF50E2-E88C-44E4-B97F-2EA39CF4FEF9}"/>
              </a:ext>
            </a:extLst>
          </p:cNvPr>
          <p:cNvGrpSpPr/>
          <p:nvPr/>
        </p:nvGrpSpPr>
        <p:grpSpPr>
          <a:xfrm>
            <a:off x="383944" y="3119301"/>
            <a:ext cx="6102985" cy="1295400"/>
            <a:chOff x="733193" y="3513001"/>
            <a:chExt cx="6102985" cy="12954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F494F2C-D2DB-4AC9-9A23-3044779FA942}"/>
                </a:ext>
              </a:extLst>
            </p:cNvPr>
            <p:cNvSpPr/>
            <p:nvPr/>
          </p:nvSpPr>
          <p:spPr>
            <a:xfrm>
              <a:off x="760357" y="3513001"/>
              <a:ext cx="6076315" cy="1295400"/>
            </a:xfrm>
            <a:custGeom>
              <a:avLst/>
              <a:gdLst/>
              <a:ahLst/>
              <a:cxnLst/>
              <a:rect l="l" t="t" r="r" b="b"/>
              <a:pathLst>
                <a:path w="6076315" h="1295400">
                  <a:moveTo>
                    <a:pt x="5974189" y="1294805"/>
                  </a:moveTo>
                  <a:lnTo>
                    <a:pt x="76141" y="1294805"/>
                  </a:lnTo>
                  <a:lnTo>
                    <a:pt x="70842" y="1294107"/>
                  </a:lnTo>
                  <a:lnTo>
                    <a:pt x="31768" y="1272523"/>
                  </a:lnTo>
                  <a:lnTo>
                    <a:pt x="10761" y="1240566"/>
                  </a:lnTo>
                  <a:lnTo>
                    <a:pt x="521" y="1200350"/>
                  </a:lnTo>
                  <a:lnTo>
                    <a:pt x="0" y="1193285"/>
                  </a:lnTo>
                  <a:lnTo>
                    <a:pt x="0" y="1186158"/>
                  </a:lnTo>
                  <a:lnTo>
                    <a:pt x="0" y="101511"/>
                  </a:lnTo>
                  <a:lnTo>
                    <a:pt x="8250" y="60473"/>
                  </a:lnTo>
                  <a:lnTo>
                    <a:pt x="27652" y="26757"/>
                  </a:lnTo>
                  <a:lnTo>
                    <a:pt x="60346" y="3466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0"/>
                  </a:lnTo>
                  <a:lnTo>
                    <a:pt x="6048931" y="36846"/>
                  </a:lnTo>
                  <a:lnTo>
                    <a:pt x="6070170" y="73649"/>
                  </a:lnTo>
                  <a:lnTo>
                    <a:pt x="6075712" y="101511"/>
                  </a:lnTo>
                  <a:lnTo>
                    <a:pt x="6075712" y="1193285"/>
                  </a:lnTo>
                  <a:lnTo>
                    <a:pt x="6064710" y="1234305"/>
                  </a:lnTo>
                  <a:lnTo>
                    <a:pt x="6038841" y="1268021"/>
                  </a:lnTo>
                  <a:lnTo>
                    <a:pt x="6002044" y="1289270"/>
                  </a:lnTo>
                  <a:lnTo>
                    <a:pt x="5981255" y="1294107"/>
                  </a:lnTo>
                  <a:lnTo>
                    <a:pt x="5974189" y="129480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E7EAE86-C715-4E03-9AEE-C12505D3A486}"/>
                </a:ext>
              </a:extLst>
            </p:cNvPr>
            <p:cNvSpPr/>
            <p:nvPr/>
          </p:nvSpPr>
          <p:spPr>
            <a:xfrm>
              <a:off x="733193" y="3513398"/>
              <a:ext cx="100965" cy="1294130"/>
            </a:xfrm>
            <a:custGeom>
              <a:avLst/>
              <a:gdLst/>
              <a:ahLst/>
              <a:cxnLst/>
              <a:rect l="l" t="t" r="r" b="b"/>
              <a:pathLst>
                <a:path w="100965" h="1294129">
                  <a:moveTo>
                    <a:pt x="100457" y="1294030"/>
                  </a:moveTo>
                  <a:lnTo>
                    <a:pt x="57384" y="1281581"/>
                  </a:lnTo>
                  <a:lnTo>
                    <a:pt x="24621" y="1254667"/>
                  </a:lnTo>
                  <a:lnTo>
                    <a:pt x="4652" y="1217263"/>
                  </a:lnTo>
                  <a:lnTo>
                    <a:pt x="0" y="1185770"/>
                  </a:lnTo>
                  <a:lnTo>
                    <a:pt x="0" y="108260"/>
                  </a:lnTo>
                  <a:lnTo>
                    <a:pt x="8270" y="66679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85770"/>
                  </a:lnTo>
                  <a:lnTo>
                    <a:pt x="58463" y="1227350"/>
                  </a:lnTo>
                  <a:lnTo>
                    <a:pt x="74207" y="1269805"/>
                  </a:lnTo>
                  <a:lnTo>
                    <a:pt x="94521" y="1291669"/>
                  </a:lnTo>
                  <a:lnTo>
                    <a:pt x="100457" y="1294030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791D9A25-4C46-4199-959C-2963A06D6D54}"/>
              </a:ext>
            </a:extLst>
          </p:cNvPr>
          <p:cNvSpPr txBox="1"/>
          <p:nvPr/>
        </p:nvSpPr>
        <p:spPr>
          <a:xfrm>
            <a:off x="653354" y="3344528"/>
            <a:ext cx="5386070" cy="8015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針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對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國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立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雲林科技大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學</a:t>
            </a:r>
            <a:r>
              <a:rPr sz="1500" b="1" spc="-5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 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(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智慧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機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器人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)</a:t>
            </a:r>
            <a:endParaRPr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lnSpc>
                <a:spcPct val="134300"/>
              </a:lnSpc>
              <a:spcBef>
                <a:spcPts val="69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我將運用多次機器人競賽冠軍的思維，結合冷凍科訓練出的機構穩定度與熱學管理知 識，研發出能應對高溫與惡劣環境的工業型特種機器人。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2998CF96-2705-473E-8F6D-0DDB5121C593}"/>
              </a:ext>
            </a:extLst>
          </p:cNvPr>
          <p:cNvGrpSpPr/>
          <p:nvPr/>
        </p:nvGrpSpPr>
        <p:grpSpPr>
          <a:xfrm>
            <a:off x="383944" y="4640483"/>
            <a:ext cx="6102985" cy="1304290"/>
            <a:chOff x="733193" y="5034183"/>
            <a:chExt cx="6102985" cy="130429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8E38F0B-EF58-49F5-821F-F59CA59258C7}"/>
                </a:ext>
              </a:extLst>
            </p:cNvPr>
            <p:cNvSpPr/>
            <p:nvPr/>
          </p:nvSpPr>
          <p:spPr>
            <a:xfrm>
              <a:off x="760357" y="5034183"/>
              <a:ext cx="6076315" cy="1304290"/>
            </a:xfrm>
            <a:custGeom>
              <a:avLst/>
              <a:gdLst/>
              <a:ahLst/>
              <a:cxnLst/>
              <a:rect l="l" t="t" r="r" b="b"/>
              <a:pathLst>
                <a:path w="6076315" h="1304289">
                  <a:moveTo>
                    <a:pt x="5974189" y="1303878"/>
                  </a:moveTo>
                  <a:lnTo>
                    <a:pt x="76141" y="1303878"/>
                  </a:lnTo>
                  <a:lnTo>
                    <a:pt x="70842" y="1303180"/>
                  </a:lnTo>
                  <a:lnTo>
                    <a:pt x="31768" y="1281595"/>
                  </a:lnTo>
                  <a:lnTo>
                    <a:pt x="10761" y="1249647"/>
                  </a:lnTo>
                  <a:lnTo>
                    <a:pt x="521" y="1209414"/>
                  </a:lnTo>
                  <a:lnTo>
                    <a:pt x="0" y="1202358"/>
                  </a:lnTo>
                  <a:lnTo>
                    <a:pt x="0" y="1195222"/>
                  </a:lnTo>
                  <a:lnTo>
                    <a:pt x="0" y="101520"/>
                  </a:lnTo>
                  <a:lnTo>
                    <a:pt x="8250" y="60482"/>
                  </a:lnTo>
                  <a:lnTo>
                    <a:pt x="27652" y="26783"/>
                  </a:lnTo>
                  <a:lnTo>
                    <a:pt x="60346" y="3475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9"/>
                  </a:lnTo>
                  <a:lnTo>
                    <a:pt x="6048931" y="36864"/>
                  </a:lnTo>
                  <a:lnTo>
                    <a:pt x="6070170" y="73658"/>
                  </a:lnTo>
                  <a:lnTo>
                    <a:pt x="6075712" y="101520"/>
                  </a:lnTo>
                  <a:lnTo>
                    <a:pt x="6075712" y="1202358"/>
                  </a:lnTo>
                  <a:lnTo>
                    <a:pt x="6064710" y="1243378"/>
                  </a:lnTo>
                  <a:lnTo>
                    <a:pt x="6038841" y="1277094"/>
                  </a:lnTo>
                  <a:lnTo>
                    <a:pt x="6002044" y="1298325"/>
                  </a:lnTo>
                  <a:lnTo>
                    <a:pt x="5981255" y="1303180"/>
                  </a:lnTo>
                  <a:lnTo>
                    <a:pt x="5974189" y="130387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E88987E-6D2E-447B-A3D3-6541B19475E8}"/>
                </a:ext>
              </a:extLst>
            </p:cNvPr>
            <p:cNvSpPr/>
            <p:nvPr/>
          </p:nvSpPr>
          <p:spPr>
            <a:xfrm>
              <a:off x="733193" y="5034589"/>
              <a:ext cx="100965" cy="1303655"/>
            </a:xfrm>
            <a:custGeom>
              <a:avLst/>
              <a:gdLst/>
              <a:ahLst/>
              <a:cxnLst/>
              <a:rect l="l" t="t" r="r" b="b"/>
              <a:pathLst>
                <a:path w="100965" h="1303654">
                  <a:moveTo>
                    <a:pt x="100457" y="1303085"/>
                  </a:moveTo>
                  <a:lnTo>
                    <a:pt x="57384" y="1290635"/>
                  </a:lnTo>
                  <a:lnTo>
                    <a:pt x="24621" y="1263721"/>
                  </a:lnTo>
                  <a:lnTo>
                    <a:pt x="4652" y="1226318"/>
                  </a:lnTo>
                  <a:lnTo>
                    <a:pt x="0" y="1194824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94824"/>
                  </a:lnTo>
                  <a:lnTo>
                    <a:pt x="58463" y="1236405"/>
                  </a:lnTo>
                  <a:lnTo>
                    <a:pt x="74207" y="1278858"/>
                  </a:lnTo>
                  <a:lnTo>
                    <a:pt x="94521" y="1300723"/>
                  </a:lnTo>
                  <a:lnTo>
                    <a:pt x="100457" y="1303085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20C8D44C-1B73-4E65-B692-60FACAD01D59}"/>
              </a:ext>
            </a:extLst>
          </p:cNvPr>
          <p:cNvSpPr txBox="1"/>
          <p:nvPr/>
        </p:nvSpPr>
        <p:spPr>
          <a:xfrm>
            <a:off x="653354" y="4865720"/>
            <a:ext cx="5530850" cy="80156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針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對</a:t>
            </a:r>
            <a:r>
              <a:rPr sz="1500" b="1" spc="-5" dirty="0" err="1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台師大</a:t>
            </a:r>
            <a:r>
              <a:rPr sz="1500" b="1" spc="-19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(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車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輛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與能</a:t>
            </a:r>
            <a:r>
              <a:rPr sz="15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源</a:t>
            </a:r>
            <a:r>
              <a:rPr sz="1600" b="1" spc="-3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Noto Sans HK"/>
              </a:rPr>
              <a:t>)</a:t>
            </a:r>
            <a:endParaRPr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lnSpc>
                <a:spcPct val="134300"/>
              </a:lnSpc>
              <a:spcBef>
                <a:spcPts val="69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電動車電池的「熱管理」是冷凍科知識的最佳延伸。我將投入新能源車的電池散熱與能 源回收研發，成為一名綠能車輛工程師。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780960C8-4111-4A41-8FA3-049B7C3A16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9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  <p:sp>
        <p:nvSpPr>
          <p:cNvPr id="26" name="object 15">
            <a:extLst>
              <a:ext uri="{FF2B5EF4-FFF2-40B4-BE49-F238E27FC236}">
                <a16:creationId xmlns:a16="http://schemas.microsoft.com/office/drawing/2014/main" id="{583D6CCA-1906-4FBC-A1A8-A731B730AAEE}"/>
              </a:ext>
            </a:extLst>
          </p:cNvPr>
          <p:cNvSpPr txBox="1"/>
          <p:nvPr/>
        </p:nvSpPr>
        <p:spPr>
          <a:xfrm>
            <a:off x="683840" y="6858000"/>
            <a:ext cx="5530850" cy="60529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以上看哪個學校就留哪一個</a:t>
            </a:r>
            <a:endParaRPr lang="en-US" altLang="zh-TW" sz="2250" spc="742" baseline="1851" dirty="0">
              <a:solidFill>
                <a:srgbClr val="FF8B00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Arial"/>
            </a:endParaRPr>
          </a:p>
          <a:p>
            <a:pPr marL="12700">
              <a:spcBef>
                <a:spcPts val="120"/>
              </a:spcBef>
            </a:pPr>
            <a:r>
              <a:rPr lang="zh-TW" altLang="en-US" sz="2250" spc="742" baseline="1851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然後放他們系的圖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280100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CD8E3C-DED7-45DD-9C87-8B87EAB294AE}"/>
              </a:ext>
            </a:extLst>
          </p:cNvPr>
          <p:cNvSpPr txBox="1"/>
          <p:nvPr/>
        </p:nvSpPr>
        <p:spPr>
          <a:xfrm>
            <a:off x="372658" y="942513"/>
            <a:ext cx="3058795" cy="36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38150" algn="l"/>
              </a:tabLst>
            </a:pPr>
            <a:r>
              <a:rPr lang="zh-TW" altLang="en-US" sz="20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225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就讀計畫</a:t>
            </a:r>
            <a:endParaRPr sz="225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53F4359-8FB1-4577-8FDC-3AB6FC9350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092" y="1109146"/>
            <a:ext cx="2933726" cy="18109"/>
          </a:xfrm>
          <a:prstGeom prst="rect">
            <a:avLst/>
          </a:prstGeom>
        </p:spPr>
      </p:pic>
      <p:grpSp>
        <p:nvGrpSpPr>
          <p:cNvPr id="4" name="object 4">
            <a:extLst>
              <a:ext uri="{FF2B5EF4-FFF2-40B4-BE49-F238E27FC236}">
                <a16:creationId xmlns:a16="http://schemas.microsoft.com/office/drawing/2014/main" id="{7A8C4EE7-A91B-438D-8364-360ADDB1DA07}"/>
              </a:ext>
            </a:extLst>
          </p:cNvPr>
          <p:cNvGrpSpPr/>
          <p:nvPr/>
        </p:nvGrpSpPr>
        <p:grpSpPr>
          <a:xfrm>
            <a:off x="383944" y="1598099"/>
            <a:ext cx="6102985" cy="1618905"/>
            <a:chOff x="733193" y="1991800"/>
            <a:chExt cx="6102985" cy="12954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41035C-0223-4676-AF99-9669946A20A0}"/>
                </a:ext>
              </a:extLst>
            </p:cNvPr>
            <p:cNvSpPr/>
            <p:nvPr/>
          </p:nvSpPr>
          <p:spPr>
            <a:xfrm>
              <a:off x="760357" y="1991800"/>
              <a:ext cx="6076315" cy="1295400"/>
            </a:xfrm>
            <a:custGeom>
              <a:avLst/>
              <a:gdLst/>
              <a:ahLst/>
              <a:cxnLst/>
              <a:rect l="l" t="t" r="r" b="b"/>
              <a:pathLst>
                <a:path w="6076315" h="1295400">
                  <a:moveTo>
                    <a:pt x="5974189" y="1294814"/>
                  </a:moveTo>
                  <a:lnTo>
                    <a:pt x="76141" y="1294814"/>
                  </a:lnTo>
                  <a:lnTo>
                    <a:pt x="70842" y="1294116"/>
                  </a:lnTo>
                  <a:lnTo>
                    <a:pt x="31768" y="1272523"/>
                  </a:lnTo>
                  <a:lnTo>
                    <a:pt x="10761" y="1240584"/>
                  </a:lnTo>
                  <a:lnTo>
                    <a:pt x="521" y="1200368"/>
                  </a:lnTo>
                  <a:lnTo>
                    <a:pt x="0" y="1193303"/>
                  </a:lnTo>
                  <a:lnTo>
                    <a:pt x="0" y="1186167"/>
                  </a:lnTo>
                  <a:lnTo>
                    <a:pt x="0" y="101520"/>
                  </a:lnTo>
                  <a:lnTo>
                    <a:pt x="8250" y="60482"/>
                  </a:lnTo>
                  <a:lnTo>
                    <a:pt x="27652" y="26774"/>
                  </a:lnTo>
                  <a:lnTo>
                    <a:pt x="60346" y="3475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1"/>
                  </a:lnTo>
                  <a:lnTo>
                    <a:pt x="6048931" y="36873"/>
                  </a:lnTo>
                  <a:lnTo>
                    <a:pt x="6070170" y="73666"/>
                  </a:lnTo>
                  <a:lnTo>
                    <a:pt x="6075712" y="101520"/>
                  </a:lnTo>
                  <a:lnTo>
                    <a:pt x="6075712" y="1193303"/>
                  </a:lnTo>
                  <a:lnTo>
                    <a:pt x="6064710" y="1234323"/>
                  </a:lnTo>
                  <a:lnTo>
                    <a:pt x="6038841" y="1268021"/>
                  </a:lnTo>
                  <a:lnTo>
                    <a:pt x="6002044" y="1289270"/>
                  </a:lnTo>
                  <a:lnTo>
                    <a:pt x="5981255" y="1294116"/>
                  </a:lnTo>
                  <a:lnTo>
                    <a:pt x="5974189" y="1294814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DC7B691-2516-4B11-AD64-11708B7B16E1}"/>
                </a:ext>
              </a:extLst>
            </p:cNvPr>
            <p:cNvSpPr/>
            <p:nvPr/>
          </p:nvSpPr>
          <p:spPr>
            <a:xfrm>
              <a:off x="733193" y="1992202"/>
              <a:ext cx="100965" cy="1294130"/>
            </a:xfrm>
            <a:custGeom>
              <a:avLst/>
              <a:gdLst/>
              <a:ahLst/>
              <a:cxnLst/>
              <a:rect l="l" t="t" r="r" b="b"/>
              <a:pathLst>
                <a:path w="100965" h="1294129">
                  <a:moveTo>
                    <a:pt x="100457" y="1294036"/>
                  </a:moveTo>
                  <a:lnTo>
                    <a:pt x="57384" y="1281587"/>
                  </a:lnTo>
                  <a:lnTo>
                    <a:pt x="24621" y="1254673"/>
                  </a:lnTo>
                  <a:lnTo>
                    <a:pt x="4652" y="1217270"/>
                  </a:lnTo>
                  <a:lnTo>
                    <a:pt x="0" y="1185776"/>
                  </a:lnTo>
                  <a:lnTo>
                    <a:pt x="0" y="108260"/>
                  </a:lnTo>
                  <a:lnTo>
                    <a:pt x="8270" y="66679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85776"/>
                  </a:lnTo>
                  <a:lnTo>
                    <a:pt x="58463" y="1227356"/>
                  </a:lnTo>
                  <a:lnTo>
                    <a:pt x="74207" y="1269810"/>
                  </a:lnTo>
                  <a:lnTo>
                    <a:pt x="94521" y="1291675"/>
                  </a:lnTo>
                  <a:lnTo>
                    <a:pt x="100457" y="1294036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BE6BF9C-2C25-45A7-AF99-CDDE39D75F1B}"/>
              </a:ext>
            </a:extLst>
          </p:cNvPr>
          <p:cNvSpPr txBox="1"/>
          <p:nvPr/>
        </p:nvSpPr>
        <p:spPr>
          <a:xfrm>
            <a:off x="653354" y="1691176"/>
            <a:ext cx="5530850" cy="10618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</a:t>
            </a: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近程 </a:t>
            </a: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(</a:t>
            </a: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從錄取到開學</a:t>
            </a: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)</a:t>
            </a: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我補充專業知識。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英文能力。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程式語言。</a:t>
            </a:r>
            <a:endParaRPr lang="zh-TW" altLang="en-US"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C3FF50E2-E88C-44E4-B97F-2EA39CF4FEF9}"/>
              </a:ext>
            </a:extLst>
          </p:cNvPr>
          <p:cNvGrpSpPr/>
          <p:nvPr/>
        </p:nvGrpSpPr>
        <p:grpSpPr>
          <a:xfrm>
            <a:off x="383944" y="3364345"/>
            <a:ext cx="6102985" cy="2220626"/>
            <a:chOff x="733193" y="3513001"/>
            <a:chExt cx="6102985" cy="1295400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F494F2C-D2DB-4AC9-9A23-3044779FA942}"/>
                </a:ext>
              </a:extLst>
            </p:cNvPr>
            <p:cNvSpPr/>
            <p:nvPr/>
          </p:nvSpPr>
          <p:spPr>
            <a:xfrm>
              <a:off x="760357" y="3513001"/>
              <a:ext cx="6076315" cy="1295400"/>
            </a:xfrm>
            <a:custGeom>
              <a:avLst/>
              <a:gdLst/>
              <a:ahLst/>
              <a:cxnLst/>
              <a:rect l="l" t="t" r="r" b="b"/>
              <a:pathLst>
                <a:path w="6076315" h="1295400">
                  <a:moveTo>
                    <a:pt x="5974189" y="1294805"/>
                  </a:moveTo>
                  <a:lnTo>
                    <a:pt x="76141" y="1294805"/>
                  </a:lnTo>
                  <a:lnTo>
                    <a:pt x="70842" y="1294107"/>
                  </a:lnTo>
                  <a:lnTo>
                    <a:pt x="31768" y="1272523"/>
                  </a:lnTo>
                  <a:lnTo>
                    <a:pt x="10761" y="1240566"/>
                  </a:lnTo>
                  <a:lnTo>
                    <a:pt x="521" y="1200350"/>
                  </a:lnTo>
                  <a:lnTo>
                    <a:pt x="0" y="1193285"/>
                  </a:lnTo>
                  <a:lnTo>
                    <a:pt x="0" y="1186158"/>
                  </a:lnTo>
                  <a:lnTo>
                    <a:pt x="0" y="101511"/>
                  </a:lnTo>
                  <a:lnTo>
                    <a:pt x="8250" y="60473"/>
                  </a:lnTo>
                  <a:lnTo>
                    <a:pt x="27652" y="26757"/>
                  </a:lnTo>
                  <a:lnTo>
                    <a:pt x="60346" y="3466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0"/>
                  </a:lnTo>
                  <a:lnTo>
                    <a:pt x="6048931" y="36846"/>
                  </a:lnTo>
                  <a:lnTo>
                    <a:pt x="6070170" y="73649"/>
                  </a:lnTo>
                  <a:lnTo>
                    <a:pt x="6075712" y="101511"/>
                  </a:lnTo>
                  <a:lnTo>
                    <a:pt x="6075712" y="1193285"/>
                  </a:lnTo>
                  <a:lnTo>
                    <a:pt x="6064710" y="1234305"/>
                  </a:lnTo>
                  <a:lnTo>
                    <a:pt x="6038841" y="1268021"/>
                  </a:lnTo>
                  <a:lnTo>
                    <a:pt x="6002044" y="1289270"/>
                  </a:lnTo>
                  <a:lnTo>
                    <a:pt x="5981255" y="1294107"/>
                  </a:lnTo>
                  <a:lnTo>
                    <a:pt x="5974189" y="1294805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E7EAE86-C715-4E03-9AEE-C12505D3A486}"/>
                </a:ext>
              </a:extLst>
            </p:cNvPr>
            <p:cNvSpPr/>
            <p:nvPr/>
          </p:nvSpPr>
          <p:spPr>
            <a:xfrm>
              <a:off x="733193" y="3513398"/>
              <a:ext cx="100965" cy="1294130"/>
            </a:xfrm>
            <a:custGeom>
              <a:avLst/>
              <a:gdLst/>
              <a:ahLst/>
              <a:cxnLst/>
              <a:rect l="l" t="t" r="r" b="b"/>
              <a:pathLst>
                <a:path w="100965" h="1294129">
                  <a:moveTo>
                    <a:pt x="100457" y="1294030"/>
                  </a:moveTo>
                  <a:lnTo>
                    <a:pt x="57384" y="1281581"/>
                  </a:lnTo>
                  <a:lnTo>
                    <a:pt x="24621" y="1254667"/>
                  </a:lnTo>
                  <a:lnTo>
                    <a:pt x="4652" y="1217263"/>
                  </a:lnTo>
                  <a:lnTo>
                    <a:pt x="0" y="1185770"/>
                  </a:lnTo>
                  <a:lnTo>
                    <a:pt x="0" y="108260"/>
                  </a:lnTo>
                  <a:lnTo>
                    <a:pt x="8270" y="66679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85770"/>
                  </a:lnTo>
                  <a:lnTo>
                    <a:pt x="58463" y="1227350"/>
                  </a:lnTo>
                  <a:lnTo>
                    <a:pt x="74207" y="1269805"/>
                  </a:lnTo>
                  <a:lnTo>
                    <a:pt x="94521" y="1291669"/>
                  </a:lnTo>
                  <a:lnTo>
                    <a:pt x="100457" y="1294030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1" name="object 11">
            <a:extLst>
              <a:ext uri="{FF2B5EF4-FFF2-40B4-BE49-F238E27FC236}">
                <a16:creationId xmlns:a16="http://schemas.microsoft.com/office/drawing/2014/main" id="{791D9A25-4C46-4199-959C-2963A06D6D54}"/>
              </a:ext>
            </a:extLst>
          </p:cNvPr>
          <p:cNvSpPr txBox="1"/>
          <p:nvPr/>
        </p:nvSpPr>
        <p:spPr>
          <a:xfrm>
            <a:off x="659216" y="3495832"/>
            <a:ext cx="5386070" cy="106182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遠程 </a:t>
            </a: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(</a:t>
            </a: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大學四年）</a:t>
            </a:r>
            <a:endParaRPr lang="zh-TW" altLang="en-US"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spcBef>
                <a:spcPts val="695"/>
              </a:spcBef>
            </a:pP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我</a:t>
            </a: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基礎課程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實習機會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專題研究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grpSp>
        <p:nvGrpSpPr>
          <p:cNvPr id="12" name="object 12">
            <a:extLst>
              <a:ext uri="{FF2B5EF4-FFF2-40B4-BE49-F238E27FC236}">
                <a16:creationId xmlns:a16="http://schemas.microsoft.com/office/drawing/2014/main" id="{2998CF96-2705-473E-8F6D-0DDB5121C593}"/>
              </a:ext>
            </a:extLst>
          </p:cNvPr>
          <p:cNvGrpSpPr/>
          <p:nvPr/>
        </p:nvGrpSpPr>
        <p:grpSpPr>
          <a:xfrm>
            <a:off x="383944" y="5984640"/>
            <a:ext cx="6102985" cy="1337765"/>
            <a:chOff x="733193" y="5034183"/>
            <a:chExt cx="6102985" cy="1304290"/>
          </a:xfrm>
        </p:grpSpPr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8E38F0B-EF58-49F5-821F-F59CA59258C7}"/>
                </a:ext>
              </a:extLst>
            </p:cNvPr>
            <p:cNvSpPr/>
            <p:nvPr/>
          </p:nvSpPr>
          <p:spPr>
            <a:xfrm>
              <a:off x="760357" y="5034183"/>
              <a:ext cx="6076315" cy="1304290"/>
            </a:xfrm>
            <a:custGeom>
              <a:avLst/>
              <a:gdLst/>
              <a:ahLst/>
              <a:cxnLst/>
              <a:rect l="l" t="t" r="r" b="b"/>
              <a:pathLst>
                <a:path w="6076315" h="1304289">
                  <a:moveTo>
                    <a:pt x="5974189" y="1303878"/>
                  </a:moveTo>
                  <a:lnTo>
                    <a:pt x="76141" y="1303878"/>
                  </a:lnTo>
                  <a:lnTo>
                    <a:pt x="70842" y="1303180"/>
                  </a:lnTo>
                  <a:lnTo>
                    <a:pt x="31768" y="1281595"/>
                  </a:lnTo>
                  <a:lnTo>
                    <a:pt x="10761" y="1249647"/>
                  </a:lnTo>
                  <a:lnTo>
                    <a:pt x="521" y="1209414"/>
                  </a:lnTo>
                  <a:lnTo>
                    <a:pt x="0" y="1202358"/>
                  </a:lnTo>
                  <a:lnTo>
                    <a:pt x="0" y="1195222"/>
                  </a:lnTo>
                  <a:lnTo>
                    <a:pt x="0" y="101520"/>
                  </a:lnTo>
                  <a:lnTo>
                    <a:pt x="8250" y="60482"/>
                  </a:lnTo>
                  <a:lnTo>
                    <a:pt x="27652" y="26783"/>
                  </a:lnTo>
                  <a:lnTo>
                    <a:pt x="60346" y="3475"/>
                  </a:lnTo>
                  <a:lnTo>
                    <a:pt x="76141" y="0"/>
                  </a:lnTo>
                  <a:lnTo>
                    <a:pt x="5974189" y="0"/>
                  </a:lnTo>
                  <a:lnTo>
                    <a:pt x="6015227" y="10999"/>
                  </a:lnTo>
                  <a:lnTo>
                    <a:pt x="6048931" y="36864"/>
                  </a:lnTo>
                  <a:lnTo>
                    <a:pt x="6070170" y="73658"/>
                  </a:lnTo>
                  <a:lnTo>
                    <a:pt x="6075712" y="101520"/>
                  </a:lnTo>
                  <a:lnTo>
                    <a:pt x="6075712" y="1202358"/>
                  </a:lnTo>
                  <a:lnTo>
                    <a:pt x="6064710" y="1243378"/>
                  </a:lnTo>
                  <a:lnTo>
                    <a:pt x="6038841" y="1277094"/>
                  </a:lnTo>
                  <a:lnTo>
                    <a:pt x="6002044" y="1298325"/>
                  </a:lnTo>
                  <a:lnTo>
                    <a:pt x="5981255" y="1303180"/>
                  </a:lnTo>
                  <a:lnTo>
                    <a:pt x="5974189" y="1303878"/>
                  </a:lnTo>
                  <a:close/>
                </a:path>
              </a:pathLst>
            </a:custGeom>
            <a:solidFill>
              <a:srgbClr val="F7FAFB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E88987E-6D2E-447B-A3D3-6541B19475E8}"/>
                </a:ext>
              </a:extLst>
            </p:cNvPr>
            <p:cNvSpPr/>
            <p:nvPr/>
          </p:nvSpPr>
          <p:spPr>
            <a:xfrm>
              <a:off x="733193" y="5034589"/>
              <a:ext cx="100965" cy="1303655"/>
            </a:xfrm>
            <a:custGeom>
              <a:avLst/>
              <a:gdLst/>
              <a:ahLst/>
              <a:cxnLst/>
              <a:rect l="l" t="t" r="r" b="b"/>
              <a:pathLst>
                <a:path w="100965" h="1303654">
                  <a:moveTo>
                    <a:pt x="100457" y="1303085"/>
                  </a:moveTo>
                  <a:lnTo>
                    <a:pt x="57384" y="1290635"/>
                  </a:lnTo>
                  <a:lnTo>
                    <a:pt x="24621" y="1263721"/>
                  </a:lnTo>
                  <a:lnTo>
                    <a:pt x="4652" y="1226318"/>
                  </a:lnTo>
                  <a:lnTo>
                    <a:pt x="0" y="1194824"/>
                  </a:lnTo>
                  <a:lnTo>
                    <a:pt x="0" y="108260"/>
                  </a:lnTo>
                  <a:lnTo>
                    <a:pt x="8270" y="66678"/>
                  </a:lnTo>
                  <a:lnTo>
                    <a:pt x="31824" y="31428"/>
                  </a:lnTo>
                  <a:lnTo>
                    <a:pt x="67075" y="7874"/>
                  </a:lnTo>
                  <a:lnTo>
                    <a:pt x="100456" y="0"/>
                  </a:lnTo>
                  <a:lnTo>
                    <a:pt x="94521" y="2360"/>
                  </a:lnTo>
                  <a:lnTo>
                    <a:pt x="87865" y="7874"/>
                  </a:lnTo>
                  <a:lnTo>
                    <a:pt x="63475" y="47882"/>
                  </a:lnTo>
                  <a:lnTo>
                    <a:pt x="55362" y="87058"/>
                  </a:lnTo>
                  <a:lnTo>
                    <a:pt x="54328" y="108260"/>
                  </a:lnTo>
                  <a:lnTo>
                    <a:pt x="54328" y="1194824"/>
                  </a:lnTo>
                  <a:lnTo>
                    <a:pt x="58463" y="1236405"/>
                  </a:lnTo>
                  <a:lnTo>
                    <a:pt x="74207" y="1278858"/>
                  </a:lnTo>
                  <a:lnTo>
                    <a:pt x="94521" y="1300723"/>
                  </a:lnTo>
                  <a:lnTo>
                    <a:pt x="100457" y="1303085"/>
                  </a:lnTo>
                  <a:close/>
                </a:path>
              </a:pathLst>
            </a:custGeom>
            <a:solidFill>
              <a:srgbClr val="002D61"/>
            </a:solidFill>
          </p:spPr>
          <p:txBody>
            <a:bodyPr wrap="square" lIns="0" tIns="0" rIns="0" bIns="0" rtlCol="0"/>
            <a:lstStyle/>
            <a:p>
              <a:endParaRPr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20C8D44C-1B73-4E65-B692-60FACAD01D59}"/>
              </a:ext>
            </a:extLst>
          </p:cNvPr>
          <p:cNvSpPr txBox="1"/>
          <p:nvPr/>
        </p:nvSpPr>
        <p:spPr>
          <a:xfrm>
            <a:off x="653354" y="6120088"/>
            <a:ext cx="5530850" cy="7950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遠程 </a:t>
            </a: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(</a:t>
            </a: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畢業以後</a:t>
            </a:r>
            <a:r>
              <a:rPr lang="en-US" altLang="zh-TW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)</a:t>
            </a:r>
            <a:endParaRPr lang="zh-TW" altLang="en-US"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研究所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業界</a:t>
            </a:r>
            <a:r>
              <a:rPr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。</a:t>
            </a:r>
            <a:endParaRPr sz="1150" dirty="0"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5A4FCCB-43E1-4DDE-8113-12814FFCC518}"/>
              </a:ext>
            </a:extLst>
          </p:cNvPr>
          <p:cNvSpPr/>
          <p:nvPr/>
        </p:nvSpPr>
        <p:spPr>
          <a:xfrm>
            <a:off x="337489" y="7646336"/>
            <a:ext cx="6102985" cy="1656565"/>
          </a:xfrm>
          <a:custGeom>
            <a:avLst/>
            <a:gdLst/>
            <a:ahLst/>
            <a:cxnLst/>
            <a:rect l="l" t="t" r="r" b="b"/>
            <a:pathLst>
              <a:path w="6102984" h="1874520">
                <a:moveTo>
                  <a:pt x="5921781" y="1874325"/>
                </a:moveTo>
                <a:lnTo>
                  <a:pt x="181094" y="1874325"/>
                </a:lnTo>
                <a:lnTo>
                  <a:pt x="172197" y="1874108"/>
                </a:lnTo>
                <a:lnTo>
                  <a:pt x="128524" y="1866522"/>
                </a:lnTo>
                <a:lnTo>
                  <a:pt x="88001" y="1848561"/>
                </a:lnTo>
                <a:lnTo>
                  <a:pt x="53041" y="1821279"/>
                </a:lnTo>
                <a:lnTo>
                  <a:pt x="25757" y="1786315"/>
                </a:lnTo>
                <a:lnTo>
                  <a:pt x="7795" y="1745795"/>
                </a:lnTo>
                <a:lnTo>
                  <a:pt x="217" y="1702128"/>
                </a:lnTo>
                <a:lnTo>
                  <a:pt x="0" y="1693231"/>
                </a:lnTo>
                <a:lnTo>
                  <a:pt x="0" y="181094"/>
                </a:lnTo>
                <a:lnTo>
                  <a:pt x="5428" y="137075"/>
                </a:lnTo>
                <a:lnTo>
                  <a:pt x="21381" y="95716"/>
                </a:lnTo>
                <a:lnTo>
                  <a:pt x="46904" y="59481"/>
                </a:lnTo>
                <a:lnTo>
                  <a:pt x="80483" y="30515"/>
                </a:lnTo>
                <a:lnTo>
                  <a:pt x="120095" y="10567"/>
                </a:lnTo>
                <a:lnTo>
                  <a:pt x="163343" y="868"/>
                </a:lnTo>
                <a:lnTo>
                  <a:pt x="181094" y="0"/>
                </a:lnTo>
                <a:lnTo>
                  <a:pt x="5921781" y="0"/>
                </a:lnTo>
                <a:lnTo>
                  <a:pt x="5965794" y="5421"/>
                </a:lnTo>
                <a:lnTo>
                  <a:pt x="6007149" y="21367"/>
                </a:lnTo>
                <a:lnTo>
                  <a:pt x="6043389" y="46897"/>
                </a:lnTo>
                <a:lnTo>
                  <a:pt x="6072355" y="80475"/>
                </a:lnTo>
                <a:lnTo>
                  <a:pt x="6092294" y="120084"/>
                </a:lnTo>
                <a:lnTo>
                  <a:pt x="6102006" y="163340"/>
                </a:lnTo>
                <a:lnTo>
                  <a:pt x="6102876" y="181094"/>
                </a:lnTo>
                <a:lnTo>
                  <a:pt x="6102876" y="1693231"/>
                </a:lnTo>
                <a:lnTo>
                  <a:pt x="6097447" y="1737240"/>
                </a:lnTo>
                <a:lnTo>
                  <a:pt x="6081494" y="1778592"/>
                </a:lnTo>
                <a:lnTo>
                  <a:pt x="6055971" y="1814833"/>
                </a:lnTo>
                <a:lnTo>
                  <a:pt x="6022391" y="1843801"/>
                </a:lnTo>
                <a:lnTo>
                  <a:pt x="5982780" y="1863736"/>
                </a:lnTo>
                <a:lnTo>
                  <a:pt x="5939532" y="1873455"/>
                </a:lnTo>
                <a:lnTo>
                  <a:pt x="5921781" y="1874325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9C123EC-BD9C-4E33-A10A-6695D6AE0AD9}"/>
              </a:ext>
            </a:extLst>
          </p:cNvPr>
          <p:cNvSpPr txBox="1"/>
          <p:nvPr/>
        </p:nvSpPr>
        <p:spPr>
          <a:xfrm>
            <a:off x="727872" y="7972556"/>
            <a:ext cx="5349875" cy="1183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88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感謝評審老師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的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閱讀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，我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已準備好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為</a:t>
            </a:r>
            <a:r>
              <a:rPr sz="2000" b="1" spc="-5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貴系貢獻即 戰力！</a:t>
            </a:r>
            <a:endParaRPr sz="20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  <a:p>
            <a:pPr algn="ctr">
              <a:spcBef>
                <a:spcPts val="1545"/>
              </a:spcBef>
            </a:pPr>
            <a:r>
              <a:rPr sz="1550" b="1" spc="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謝</a:t>
            </a:r>
            <a:r>
              <a:rPr sz="1550" b="1" spc="-19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550" b="1" spc="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翔</a:t>
            </a:r>
            <a:r>
              <a:rPr sz="1550" b="1" spc="-19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550" b="1" spc="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宇</a:t>
            </a:r>
            <a:r>
              <a:rPr sz="1550" b="1" spc="-190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 </a:t>
            </a:r>
            <a:r>
              <a:rPr sz="1550" b="1" spc="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敬</a:t>
            </a:r>
            <a:r>
              <a:rPr sz="1550" b="1" spc="1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微軟正黑體"/>
              </a:rPr>
              <a:t>啟</a:t>
            </a:r>
            <a:endParaRPr sz="1550" dirty="0">
              <a:latin typeface="Noto Sans TC" panose="020B0200000000000000" pitchFamily="34" charset="-120"/>
              <a:ea typeface="Noto Sans TC" panose="020B0200000000000000" pitchFamily="34" charset="-120"/>
              <a:cs typeface="微軟正黑體"/>
            </a:endParaRPr>
          </a:p>
        </p:txBody>
      </p:sp>
      <p:sp>
        <p:nvSpPr>
          <p:cNvPr id="20" name="投影片編號版面配置區 19">
            <a:extLst>
              <a:ext uri="{FF2B5EF4-FFF2-40B4-BE49-F238E27FC236}">
                <a16:creationId xmlns:a16="http://schemas.microsoft.com/office/drawing/2014/main" id="{780960C8-4111-4A41-8FA3-049B7C3A167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spcBef>
                <a:spcPts val="20"/>
              </a:spcBef>
            </a:pPr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Page </a:t>
            </a:r>
            <a:fld id="{81D60167-4931-47E6-BA6A-407CBD079E47}" type="slidenum">
              <a:rPr lang="en-US" altLang="zh-TW" smtClean="0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pPr marL="38100">
                <a:spcBef>
                  <a:spcPts val="20"/>
                </a:spcBef>
              </a:pPr>
              <a:t>10</a:t>
            </a:fld>
            <a:r>
              <a:rPr lang="en-US" altLang="zh-TW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/ </a:t>
            </a:r>
            <a:r>
              <a:rPr lang="zh-TW" altLang="en-US">
                <a:solidFill>
                  <a:srgbClr val="94A3B8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謝翔宇 備審資料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93272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AED87D89-DD7D-4D99-AC7A-0050844B50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1" y="-31751"/>
            <a:ext cx="6839545" cy="219569"/>
          </a:xfrm>
          <a:prstGeom prst="rect">
            <a:avLst/>
          </a:prstGeom>
        </p:spPr>
      </p:pic>
      <p:sp>
        <p:nvSpPr>
          <p:cNvPr id="8" name="object 2">
            <a:extLst>
              <a:ext uri="{FF2B5EF4-FFF2-40B4-BE49-F238E27FC236}">
                <a16:creationId xmlns:a16="http://schemas.microsoft.com/office/drawing/2014/main" id="{EA081A8D-6F34-43A0-A936-A8FC60716E41}"/>
              </a:ext>
            </a:extLst>
          </p:cNvPr>
          <p:cNvSpPr txBox="1"/>
          <p:nvPr/>
        </p:nvSpPr>
        <p:spPr>
          <a:xfrm>
            <a:off x="372658" y="942513"/>
            <a:ext cx="4145915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438150" algn="l"/>
              </a:tabLst>
            </a:pPr>
            <a:r>
              <a:rPr lang="zh-TW" altLang="en-US" sz="2400" b="1" spc="44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Arial"/>
              </a:rPr>
              <a:t> </a:t>
            </a:r>
            <a:r>
              <a:rPr lang="zh-TW" altLang="en-US" sz="2400" b="1" spc="30" dirty="0">
                <a:solidFill>
                  <a:srgbClr val="002D61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心得</a:t>
            </a:r>
            <a:endParaRPr lang="zh-TW" altLang="en-US" sz="2400" dirty="0">
              <a:latin typeface="Noto Sans TC" panose="020B0200000000000000" pitchFamily="34" charset="-120"/>
              <a:ea typeface="Noto Sans TC" panose="020B0200000000000000" pitchFamily="34" charset="-120"/>
              <a:cs typeface="Malgun Gothic"/>
            </a:endParaRPr>
          </a:p>
        </p:txBody>
      </p:sp>
      <p:pic>
        <p:nvPicPr>
          <p:cNvPr id="9" name="object 3">
            <a:extLst>
              <a:ext uri="{FF2B5EF4-FFF2-40B4-BE49-F238E27FC236}">
                <a16:creationId xmlns:a16="http://schemas.microsoft.com/office/drawing/2014/main" id="{050A0415-F67B-490C-9FEA-A9E8E12FF77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2034" y="1137107"/>
            <a:ext cx="1847161" cy="18109"/>
          </a:xfrm>
          <a:prstGeom prst="rect">
            <a:avLst/>
          </a:prstGeom>
        </p:spPr>
      </p:pic>
      <p:sp>
        <p:nvSpPr>
          <p:cNvPr id="11" name="object 5">
            <a:extLst>
              <a:ext uri="{FF2B5EF4-FFF2-40B4-BE49-F238E27FC236}">
                <a16:creationId xmlns:a16="http://schemas.microsoft.com/office/drawing/2014/main" id="{7CC1B130-6160-42E8-87B1-5A93D67B71B0}"/>
              </a:ext>
            </a:extLst>
          </p:cNvPr>
          <p:cNvSpPr/>
          <p:nvPr/>
        </p:nvSpPr>
        <p:spPr>
          <a:xfrm>
            <a:off x="372658" y="1711410"/>
            <a:ext cx="6076315" cy="7241100"/>
          </a:xfrm>
          <a:custGeom>
            <a:avLst/>
            <a:gdLst/>
            <a:ahLst/>
            <a:cxnLst/>
            <a:rect l="l" t="t" r="r" b="b"/>
            <a:pathLst>
              <a:path w="6076315" h="1295400">
                <a:moveTo>
                  <a:pt x="5974189" y="1294814"/>
                </a:moveTo>
                <a:lnTo>
                  <a:pt x="76141" y="1294814"/>
                </a:lnTo>
                <a:lnTo>
                  <a:pt x="70842" y="1294116"/>
                </a:lnTo>
                <a:lnTo>
                  <a:pt x="31768" y="1272523"/>
                </a:lnTo>
                <a:lnTo>
                  <a:pt x="10761" y="1240584"/>
                </a:lnTo>
                <a:lnTo>
                  <a:pt x="521" y="1200368"/>
                </a:lnTo>
                <a:lnTo>
                  <a:pt x="0" y="1193303"/>
                </a:lnTo>
                <a:lnTo>
                  <a:pt x="0" y="1186167"/>
                </a:lnTo>
                <a:lnTo>
                  <a:pt x="0" y="101520"/>
                </a:lnTo>
                <a:lnTo>
                  <a:pt x="8250" y="60482"/>
                </a:lnTo>
                <a:lnTo>
                  <a:pt x="27652" y="26774"/>
                </a:lnTo>
                <a:lnTo>
                  <a:pt x="60346" y="3475"/>
                </a:lnTo>
                <a:lnTo>
                  <a:pt x="76141" y="0"/>
                </a:lnTo>
                <a:lnTo>
                  <a:pt x="5974189" y="0"/>
                </a:lnTo>
                <a:lnTo>
                  <a:pt x="6015227" y="10991"/>
                </a:lnTo>
                <a:lnTo>
                  <a:pt x="6048931" y="36873"/>
                </a:lnTo>
                <a:lnTo>
                  <a:pt x="6070170" y="73666"/>
                </a:lnTo>
                <a:lnTo>
                  <a:pt x="6075712" y="101520"/>
                </a:lnTo>
                <a:lnTo>
                  <a:pt x="6075712" y="1193303"/>
                </a:lnTo>
                <a:lnTo>
                  <a:pt x="6064710" y="1234323"/>
                </a:lnTo>
                <a:lnTo>
                  <a:pt x="6038841" y="1268021"/>
                </a:lnTo>
                <a:lnTo>
                  <a:pt x="6002044" y="1289270"/>
                </a:lnTo>
                <a:lnTo>
                  <a:pt x="5981255" y="1294116"/>
                </a:lnTo>
                <a:lnTo>
                  <a:pt x="5974189" y="1294814"/>
                </a:lnTo>
                <a:close/>
              </a:path>
            </a:pathLst>
          </a:custGeom>
          <a:solidFill>
            <a:srgbClr val="F7FAFB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1">
            <a:extLst>
              <a:ext uri="{FF2B5EF4-FFF2-40B4-BE49-F238E27FC236}">
                <a16:creationId xmlns:a16="http://schemas.microsoft.com/office/drawing/2014/main" id="{8442DCC4-7E92-475C-91EB-D67AE947F954}"/>
              </a:ext>
            </a:extLst>
          </p:cNvPr>
          <p:cNvSpPr txBox="1"/>
          <p:nvPr/>
        </p:nvSpPr>
        <p:spPr>
          <a:xfrm>
            <a:off x="609600" y="1905000"/>
            <a:ext cx="5638800" cy="15953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spcBef>
                <a:spcPts val="120"/>
              </a:spcBef>
            </a:pPr>
            <a:r>
              <a:rPr lang="zh-TW" altLang="en-US" sz="1600" b="1" spc="-5" dirty="0">
                <a:solidFill>
                  <a:srgbClr val="FF8B00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Malgun Gothic"/>
              </a:rPr>
              <a:t> 寫下最想寫的東西</a:t>
            </a:r>
            <a:endParaRPr lang="zh-TW" altLang="en-US" sz="1600" dirty="0">
              <a:latin typeface="Noto Sans TC" panose="020B0200000000000000" pitchFamily="34" charset="-120"/>
              <a:ea typeface="Noto Sans TC" panose="020B0200000000000000" pitchFamily="34" charset="-120"/>
              <a:cs typeface="Noto Sans HK"/>
            </a:endParaRPr>
          </a:p>
          <a:p>
            <a:pPr marL="12700" marR="5080">
              <a:spcBef>
                <a:spcPts val="695"/>
              </a:spcBef>
            </a:pPr>
            <a:r>
              <a:rPr lang="zh-TW" altLang="en-US" sz="1150" spc="-10" dirty="0">
                <a:solidFill>
                  <a:srgbClr val="465469"/>
                </a:solidFill>
                <a:latin typeface="Noto Sans TC" panose="020B0200000000000000" pitchFamily="34" charset="-120"/>
                <a:ea typeface="Noto Sans TC" panose="020B0200000000000000" pitchFamily="34" charset="-120"/>
                <a:cs typeface="SimSun"/>
              </a:rPr>
              <a:t>寫下最想寫的東西</a:t>
            </a: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  <a:p>
            <a:pPr marL="12700" marR="5080">
              <a:spcBef>
                <a:spcPts val="695"/>
              </a:spcBef>
            </a:pPr>
            <a:endParaRPr lang="en-US" altLang="zh-TW" sz="1150" spc="-10" dirty="0">
              <a:solidFill>
                <a:srgbClr val="465469"/>
              </a:solidFill>
              <a:latin typeface="Noto Sans TC" panose="020B0200000000000000" pitchFamily="34" charset="-120"/>
              <a:ea typeface="Noto Sans TC" panose="020B0200000000000000" pitchFamily="34" charset="-120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4125474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979</Words>
  <Application>Microsoft Office PowerPoint</Application>
  <PresentationFormat>A4 紙張 (210x297 公釐)</PresentationFormat>
  <Paragraphs>144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Noto Sans HK</vt:lpstr>
      <vt:lpstr>Noto Sans TC</vt:lpstr>
      <vt:lpstr>SimSun</vt:lpstr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謝翔宇 115學年度技優甄審備審資料 - A4 專業版面</dc:title>
  <dc:creator>morrisONE</dc:creator>
  <cp:lastModifiedBy>Morris</cp:lastModifiedBy>
  <cp:revision>23</cp:revision>
  <dcterms:created xsi:type="dcterms:W3CDTF">2026-05-08T08:38:06Z</dcterms:created>
  <dcterms:modified xsi:type="dcterms:W3CDTF">2026-05-08T13:47:56Z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2026-05-08T00:00:00Z</vt:filetime>
  </property>
  <property fmtid="{D5CDD505-2E9C-101B-9397-08002B2CF9AE}" pid="3" name="Creator">
    <vt:lpwstr>Mozilla/5.0 (Windows NT 10.0; Win64; x64) AppleWebKit/537.36 (KHTML, like Gecko) Chrome/147.0.0.0 Safari/537.36</vt:lpwstr>
  </property>
  <property fmtid="{D5CDD505-2E9C-101B-9397-08002B2CF9AE}" pid="4" name="LastSaved">
    <vt:filetime>2026-05-08T00:00:00Z</vt:filetime>
  </property>
</Properties>
</file>